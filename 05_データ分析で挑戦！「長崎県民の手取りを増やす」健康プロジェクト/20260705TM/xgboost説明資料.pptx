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5" r:id="rId6"/>
    <p:sldId id="266" r:id="rId7"/>
    <p:sldId id="267" r:id="rId8"/>
    <p:sldId id="263" r:id="rId9"/>
  </p:sldIdLst>
  <p:sldSz cx="12192000" cy="6858000"/>
  <p:notesSz cx="6858000" cy="12192000"/>
  <p:embeddedFontLst>
    <p:embeddedFont>
      <p:font typeface="メイリオ" panose="020B0604020202020204" charset="-128"/>
      <p:regular r:id="rId11"/>
      <p:bold r:id="rId12"/>
      <p:italic r:id="rId13"/>
      <p:boldItalic r:id="rId14"/>
    </p:embeddedFont>
    <p:embeddedFont>
      <p:font typeface="Noto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9" roundtripDataSignature="AMtx7mjjeNM/T9Sf9M8Os+eyKibYhjaY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A1ADE-CB06-9A21-F113-74DE0F34CE48}" v="9" dt="2026-07-05T08:57:49.125"/>
    <p1510:client id="{E8261EE4-2FCB-F26B-67C7-654C7307917A}" v="9" dt="2026-07-05T09:36:33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辻本　航" userId="S::aa84439411@ms.nagasaki-u.ac.jp::53dfa694-903e-47f9-bd5b-00db30ff12b2" providerId="AD" clId="Web-{E8261EE4-2FCB-F26B-67C7-654C7307917A}"/>
    <pc:docChg chg="modSld">
      <pc:chgData name="辻本　航" userId="S::aa84439411@ms.nagasaki-u.ac.jp::53dfa694-903e-47f9-bd5b-00db30ff12b2" providerId="AD" clId="Web-{E8261EE4-2FCB-F26B-67C7-654C7307917A}" dt="2026-07-05T09:36:33.937" v="8" actId="14100"/>
      <pc:docMkLst>
        <pc:docMk/>
      </pc:docMkLst>
      <pc:sldChg chg="addSp delSp modSp">
        <pc:chgData name="辻本　航" userId="S::aa84439411@ms.nagasaki-u.ac.jp::53dfa694-903e-47f9-bd5b-00db30ff12b2" providerId="AD" clId="Web-{E8261EE4-2FCB-F26B-67C7-654C7307917A}" dt="2026-07-05T09:36:33.937" v="8" actId="14100"/>
        <pc:sldMkLst>
          <pc:docMk/>
          <pc:sldMk cId="1966368552" sldId="267"/>
        </pc:sldMkLst>
        <pc:cxnChg chg="add del">
          <ac:chgData name="辻本　航" userId="S::aa84439411@ms.nagasaki-u.ac.jp::53dfa694-903e-47f9-bd5b-00db30ff12b2" providerId="AD" clId="Web-{E8261EE4-2FCB-F26B-67C7-654C7307917A}" dt="2026-07-05T09:36:32.968" v="7"/>
          <ac:cxnSpMkLst>
            <pc:docMk/>
            <pc:sldMk cId="1966368552" sldId="267"/>
            <ac:cxnSpMk id="29" creationId="{65FE295F-BE36-1260-A7A1-9955335DB6CF}"/>
          </ac:cxnSpMkLst>
        </pc:cxnChg>
        <pc:cxnChg chg="mod">
          <ac:chgData name="辻本　航" userId="S::aa84439411@ms.nagasaki-u.ac.jp::53dfa694-903e-47f9-bd5b-00db30ff12b2" providerId="AD" clId="Web-{E8261EE4-2FCB-F26B-67C7-654C7307917A}" dt="2026-07-05T09:36:33.937" v="8" actId="14100"/>
          <ac:cxnSpMkLst>
            <pc:docMk/>
            <pc:sldMk cId="1966368552" sldId="267"/>
            <ac:cxnSpMk id="41" creationId="{02E41A38-3878-9F4C-7994-3477F45DBC6B}"/>
          </ac:cxnSpMkLst>
        </pc:cxnChg>
        <pc:cxnChg chg="add del">
          <ac:chgData name="辻本　航" userId="S::aa84439411@ms.nagasaki-u.ac.jp::53dfa694-903e-47f9-bd5b-00db30ff12b2" providerId="AD" clId="Web-{E8261EE4-2FCB-F26B-67C7-654C7307917A}" dt="2026-07-05T09:36:32" v="5"/>
          <ac:cxnSpMkLst>
            <pc:docMk/>
            <pc:sldMk cId="1966368552" sldId="267"/>
            <ac:cxnSpMk id="43" creationId="{E303F119-F367-B3EF-B60C-74D490B66481}"/>
          </ac:cxnSpMkLst>
        </pc:cxnChg>
        <pc:cxnChg chg="add del">
          <ac:chgData name="辻本　航" userId="S::aa84439411@ms.nagasaki-u.ac.jp::53dfa694-903e-47f9-bd5b-00db30ff12b2" providerId="AD" clId="Web-{E8261EE4-2FCB-F26B-67C7-654C7307917A}" dt="2026-07-05T09:36:32.718" v="6"/>
          <ac:cxnSpMkLst>
            <pc:docMk/>
            <pc:sldMk cId="1966368552" sldId="267"/>
            <ac:cxnSpMk id="47" creationId="{704D1E2E-C4D3-6596-5D5F-46E165811A7A}"/>
          </ac:cxnSpMkLst>
        </pc:cxnChg>
      </pc:sldChg>
    </pc:docChg>
  </pc:docChgLst>
  <pc:docChgLst>
    <pc:chgData name="辻本　航" userId="S::aa84439411@ms.nagasaki-u.ac.jp::53dfa694-903e-47f9-bd5b-00db30ff12b2" providerId="AD" clId="Web-{28DA1ADE-CB06-9A21-F113-74DE0F34CE48}"/>
    <pc:docChg chg="modSld">
      <pc:chgData name="辻本　航" userId="S::aa84439411@ms.nagasaki-u.ac.jp::53dfa694-903e-47f9-bd5b-00db30ff12b2" providerId="AD" clId="Web-{28DA1ADE-CB06-9A21-F113-74DE0F34CE48}" dt="2026-07-05T08:57:49.125" v="8" actId="20577"/>
      <pc:docMkLst>
        <pc:docMk/>
      </pc:docMkLst>
      <pc:sldChg chg="modSp">
        <pc:chgData name="辻本　航" userId="S::aa84439411@ms.nagasaki-u.ac.jp::53dfa694-903e-47f9-bd5b-00db30ff12b2" providerId="AD" clId="Web-{28DA1ADE-CB06-9A21-F113-74DE0F34CE48}" dt="2026-07-05T08:57:49.125" v="8" actId="20577"/>
        <pc:sldMkLst>
          <pc:docMk/>
          <pc:sldMk cId="3150808615" sldId="266"/>
        </pc:sldMkLst>
        <pc:spChg chg="mod">
          <ac:chgData name="辻本　航" userId="S::aa84439411@ms.nagasaki-u.ac.jp::53dfa694-903e-47f9-bd5b-00db30ff12b2" providerId="AD" clId="Web-{28DA1ADE-CB06-9A21-F113-74DE0F34CE48}" dt="2026-07-05T08:57:49.125" v="8" actId="20577"/>
          <ac:spMkLst>
            <pc:docMk/>
            <pc:sldMk cId="3150808615" sldId="266"/>
            <ac:spMk id="119" creationId="{19F2D585-7F55-6C69-928D-2FE1B564BE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552C2A8-DEFC-E02A-3A59-DC9C09D0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>
            <a:extLst>
              <a:ext uri="{FF2B5EF4-FFF2-40B4-BE49-F238E27FC236}">
                <a16:creationId xmlns:a16="http://schemas.microsoft.com/office/drawing/2014/main" id="{FF85D0EE-E637-1017-BDCF-60F3B6B76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45619F16-E93C-650B-B02E-5F1BBED85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0C87E86F-B084-B164-C32B-B0D682F9DD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197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75ECE89-98A0-40C8-5F49-5F1D7E5E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>
            <a:extLst>
              <a:ext uri="{FF2B5EF4-FFF2-40B4-BE49-F238E27FC236}">
                <a16:creationId xmlns:a16="http://schemas.microsoft.com/office/drawing/2014/main" id="{A9733EEB-5665-67A0-0871-177256BDA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8:notes">
            <a:extLst>
              <a:ext uri="{FF2B5EF4-FFF2-40B4-BE49-F238E27FC236}">
                <a16:creationId xmlns:a16="http://schemas.microsoft.com/office/drawing/2014/main" id="{4B3D2589-67EC-C210-A08A-5CB8C77E3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:notes">
            <a:extLst>
              <a:ext uri="{FF2B5EF4-FFF2-40B4-BE49-F238E27FC236}">
                <a16:creationId xmlns:a16="http://schemas.microsoft.com/office/drawing/2014/main" id="{814EB8B8-D1F7-6C5A-DFE8-D87CA52629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647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68C5A11-E4BD-41EE-9129-189C97EC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>
            <a:extLst>
              <a:ext uri="{FF2B5EF4-FFF2-40B4-BE49-F238E27FC236}">
                <a16:creationId xmlns:a16="http://schemas.microsoft.com/office/drawing/2014/main" id="{5251993D-6DB6-EB74-85F3-8E39F1E6D0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>
            <a:extLst>
              <a:ext uri="{FF2B5EF4-FFF2-40B4-BE49-F238E27FC236}">
                <a16:creationId xmlns:a16="http://schemas.microsoft.com/office/drawing/2014/main" id="{50F3217E-76C6-0659-33FA-59E71320D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>
            <a:extLst>
              <a:ext uri="{FF2B5EF4-FFF2-40B4-BE49-F238E27FC236}">
                <a16:creationId xmlns:a16="http://schemas.microsoft.com/office/drawing/2014/main" id="{2FE998BD-722B-1D4B-84A3-2FF001A917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306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F18ACBCF-968A-6822-17A2-07AF1A4C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06A45948-7477-8815-76ED-832BEE1FD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D5AA0C01-AFDD-EC0F-FE80-EA30C1B0D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FEF8A4D3-C090-C887-F1BC-376A8FD2F2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6079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1097280" y="5212080"/>
            <a:ext cx="2011680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" name="Google Shape;17;p1"/>
          <p:cNvCxnSpPr/>
          <p:nvPr/>
        </p:nvCxnSpPr>
        <p:spPr>
          <a:xfrm>
            <a:off x="4754880" y="5212080"/>
            <a:ext cx="2011680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" name="Google Shape;18;p1"/>
          <p:cNvSpPr/>
          <p:nvPr/>
        </p:nvSpPr>
        <p:spPr>
          <a:xfrm>
            <a:off x="658368" y="4892040"/>
            <a:ext cx="960120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データ</a:t>
            </a:r>
            <a:endParaRPr sz="14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19" name="Google Shape;19;p1"/>
          <p:cNvCxnSpPr/>
          <p:nvPr/>
        </p:nvCxnSpPr>
        <p:spPr>
          <a:xfrm flipH="1">
            <a:off x="3053853" y="5161971"/>
            <a:ext cx="276515" cy="342351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"/>
          <p:cNvCxnSpPr/>
          <p:nvPr/>
        </p:nvCxnSpPr>
        <p:spPr>
          <a:xfrm>
            <a:off x="3356702" y="5161971"/>
            <a:ext cx="276515" cy="342351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/>
          <p:nvPr/>
        </p:nvSpPr>
        <p:spPr>
          <a:xfrm>
            <a:off x="3132857" y="4892040"/>
            <a:ext cx="421356" cy="289682"/>
          </a:xfrm>
          <a:prstGeom prst="roundRect">
            <a:avLst>
              <a:gd name="adj" fmla="val 25253"/>
            </a:avLst>
          </a:prstGeom>
          <a:solidFill>
            <a:srgbClr val="20A67A"/>
          </a:solidFill>
          <a:ln w="9525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Noto Sans"/>
              <a:buNone/>
            </a:pPr>
            <a:r>
              <a:rPr lang="en-US" sz="864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?</a:t>
            </a:r>
            <a:endParaRPr sz="864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22" name="Google Shape;22;p1"/>
          <p:cNvCxnSpPr/>
          <p:nvPr/>
        </p:nvCxnSpPr>
        <p:spPr>
          <a:xfrm flipH="1">
            <a:off x="3675645" y="5161971"/>
            <a:ext cx="276515" cy="342351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3978494" y="5161971"/>
            <a:ext cx="276515" cy="342351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"/>
          <p:cNvSpPr/>
          <p:nvPr/>
        </p:nvSpPr>
        <p:spPr>
          <a:xfrm>
            <a:off x="3754649" y="4892040"/>
            <a:ext cx="421356" cy="289682"/>
          </a:xfrm>
          <a:prstGeom prst="roundRect">
            <a:avLst>
              <a:gd name="adj" fmla="val 25253"/>
            </a:avLst>
          </a:prstGeom>
          <a:solidFill>
            <a:srgbClr val="246BFE"/>
          </a:solidFill>
          <a:ln w="9525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Noto Sans"/>
              <a:buNone/>
            </a:pPr>
            <a:r>
              <a:rPr lang="en-US" sz="864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?</a:t>
            </a:r>
            <a:endParaRPr sz="864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25" name="Google Shape;25;p1"/>
          <p:cNvCxnSpPr/>
          <p:nvPr/>
        </p:nvCxnSpPr>
        <p:spPr>
          <a:xfrm flipH="1">
            <a:off x="4297437" y="5161971"/>
            <a:ext cx="276515" cy="342351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1"/>
          <p:cNvCxnSpPr/>
          <p:nvPr/>
        </p:nvCxnSpPr>
        <p:spPr>
          <a:xfrm>
            <a:off x="4600286" y="5161971"/>
            <a:ext cx="276515" cy="342351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1"/>
          <p:cNvSpPr/>
          <p:nvPr/>
        </p:nvSpPr>
        <p:spPr>
          <a:xfrm>
            <a:off x="4376441" y="4892040"/>
            <a:ext cx="421356" cy="289682"/>
          </a:xfrm>
          <a:prstGeom prst="roundRect">
            <a:avLst>
              <a:gd name="adj" fmla="val 25253"/>
            </a:avLst>
          </a:prstGeom>
          <a:solidFill>
            <a:srgbClr val="F38B2A"/>
          </a:solidFill>
          <a:ln w="9525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Noto Sans"/>
              <a:buNone/>
            </a:pPr>
            <a:r>
              <a:rPr lang="en-US" sz="864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?</a:t>
            </a:r>
            <a:endParaRPr sz="864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315200" y="4892040"/>
            <a:ext cx="1005840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予測</a:t>
            </a:r>
            <a:endParaRPr sz="14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76656" y="1234440"/>
            <a:ext cx="7498080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"/>
              <a:buNone/>
            </a:pPr>
            <a:r>
              <a:rPr lang="en-US" sz="4000" b="1" i="0" u="none" strike="noStrike" cap="none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XGBoost</a:t>
            </a:r>
            <a:endParaRPr sz="4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"/>
              <a:buNone/>
            </a:pPr>
            <a:r>
              <a:rPr lang="en-US" sz="4000" b="1" i="0" u="none" strike="noStrike" cap="none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説明資料</a:t>
            </a:r>
            <a:endParaRPr sz="4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" y="294436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Noto Sans"/>
              <a:buNone/>
            </a:pPr>
            <a:endParaRPr sz="18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3232" y="36758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334155"/>
          </a:solidFill>
          <a:ln w="9525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"/>
              <a:buNone/>
            </a:pPr>
            <a:r>
              <a:rPr lang="en-US" sz="1000" b="1" i="0" u="none" strike="noStrike" cap="none">
                <a:solidFill>
                  <a:srgbClr val="E2E8F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機械学習モデル</a:t>
            </a:r>
            <a:endParaRPr sz="1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377440" y="3675888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334155"/>
          </a:solidFill>
          <a:ln w="9525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"/>
              <a:buNone/>
            </a:pPr>
            <a:r>
              <a:rPr lang="en-US" sz="1000" b="1" i="0" u="none" strike="noStrike" cap="none">
                <a:solidFill>
                  <a:srgbClr val="E2E8F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数値予測</a:t>
            </a:r>
            <a:endParaRPr sz="1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694176" y="367588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334155"/>
          </a:solidFill>
          <a:ln w="9525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"/>
              <a:buNone/>
            </a:pPr>
            <a:r>
              <a:rPr lang="en-US" sz="1000" b="1" i="0" u="none" strike="noStrike" cap="none">
                <a:solidFill>
                  <a:srgbClr val="E2E8F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分類</a:t>
            </a:r>
            <a:endParaRPr sz="1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A5CC4ADC-1C68-966C-B957-B29BF7BA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>
            <a:extLst>
              <a:ext uri="{FF2B5EF4-FFF2-40B4-BE49-F238E27FC236}">
                <a16:creationId xmlns:a16="http://schemas.microsoft.com/office/drawing/2014/main" id="{7726F050-CE2A-E125-7CFB-CBD96864BD69}"/>
              </a:ext>
            </a:extLst>
          </p:cNvPr>
          <p:cNvSpPr/>
          <p:nvPr/>
        </p:nvSpPr>
        <p:spPr>
          <a:xfrm>
            <a:off x="11137392" y="629107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56" name="Google Shape;56;p3">
            <a:extLst>
              <a:ext uri="{FF2B5EF4-FFF2-40B4-BE49-F238E27FC236}">
                <a16:creationId xmlns:a16="http://schemas.microsoft.com/office/drawing/2014/main" id="{4D8652CE-C166-3FC7-FD55-050C5A9667FB}"/>
              </a:ext>
            </a:extLst>
          </p:cNvPr>
          <p:cNvSpPr/>
          <p:nvPr/>
        </p:nvSpPr>
        <p:spPr>
          <a:xfrm>
            <a:off x="658368" y="3840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6BFE"/>
              </a:buClr>
              <a:buSzPts val="900"/>
              <a:buFont typeface="Noto Sans"/>
              <a:buNone/>
            </a:pPr>
            <a:r>
              <a:rPr lang="en-US" sz="900" b="1" i="0" u="none" strike="noStrike" cap="none">
                <a:solidFill>
                  <a:srgbClr val="246BF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INTRODUCTION</a:t>
            </a:r>
            <a:endParaRPr sz="9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57" name="Google Shape;57;p3">
            <a:extLst>
              <a:ext uri="{FF2B5EF4-FFF2-40B4-BE49-F238E27FC236}">
                <a16:creationId xmlns:a16="http://schemas.microsoft.com/office/drawing/2014/main" id="{BA16B41E-E043-D14D-C177-AE8E2C0806F4}"/>
              </a:ext>
            </a:extLst>
          </p:cNvPr>
          <p:cNvSpPr/>
          <p:nvPr/>
        </p:nvSpPr>
        <p:spPr>
          <a:xfrm>
            <a:off x="640080" y="68580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000"/>
              <a:buFont typeface="Noto Sans"/>
              <a:buNone/>
            </a:pPr>
            <a:r>
              <a:rPr lang="en-US" sz="3000" b="1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XGBoost</a:t>
            </a:r>
            <a:r>
              <a:rPr lang="ja-JP" altLang="en-US" sz="3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とは</a:t>
            </a:r>
            <a:endParaRPr sz="3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58" name="Google Shape;58;p3">
            <a:extLst>
              <a:ext uri="{FF2B5EF4-FFF2-40B4-BE49-F238E27FC236}">
                <a16:creationId xmlns:a16="http://schemas.microsoft.com/office/drawing/2014/main" id="{D74A463B-A367-8876-7C57-78B723AD88AC}"/>
              </a:ext>
            </a:extLst>
          </p:cNvPr>
          <p:cNvCxnSpPr/>
          <p:nvPr/>
        </p:nvCxnSpPr>
        <p:spPr>
          <a:xfrm>
            <a:off x="658368" y="1444752"/>
            <a:ext cx="1143000" cy="0"/>
          </a:xfrm>
          <a:prstGeom prst="straightConnector1">
            <a:avLst/>
          </a:prstGeom>
          <a:noFill/>
          <a:ln w="292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3">
            <a:extLst>
              <a:ext uri="{FF2B5EF4-FFF2-40B4-BE49-F238E27FC236}">
                <a16:creationId xmlns:a16="http://schemas.microsoft.com/office/drawing/2014/main" id="{1CBA08F3-699C-EE25-2090-AB2C3A332A4A}"/>
              </a:ext>
            </a:extLst>
          </p:cNvPr>
          <p:cNvSpPr/>
          <p:nvPr/>
        </p:nvSpPr>
        <p:spPr>
          <a:xfrm>
            <a:off x="685800" y="1627624"/>
            <a:ext cx="11091672" cy="160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rgbClr val="172033"/>
              </a:buClr>
              <a:buSzPts val="1700"/>
              <a:buFont typeface="Noto Sans"/>
              <a:buNone/>
            </a:pPr>
            <a:r>
              <a:rPr lang="en-US" altLang="ja-JP" sz="2000" b="1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XGBoost</a:t>
            </a: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は</a:t>
            </a:r>
            <a:r>
              <a:rPr lang="ja-JP" alt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機械学習ライブラリ</a:t>
            </a: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の一つ</a:t>
            </a:r>
            <a:endParaRPr lang="en-US" altLang="ja-JP" sz="2000" b="0" i="0" u="none" strike="noStrike" cap="none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lvl="0">
              <a:spcAft>
                <a:spcPts val="1200"/>
              </a:spcAft>
              <a:buClr>
                <a:srgbClr val="172033"/>
              </a:buClr>
              <a:buSzPts val="1700"/>
            </a:pP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機械学習モデルとして</a:t>
            </a:r>
            <a:r>
              <a:rPr lang="ja-JP" altLang="en-US" sz="2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勾配ブースティング決定木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などを使用</a:t>
            </a:r>
            <a:endParaRPr lang="en-US" altLang="ja-JP" sz="2000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lvl="0">
              <a:spcAft>
                <a:spcPts val="1200"/>
              </a:spcAft>
              <a:buClr>
                <a:srgbClr val="172033"/>
              </a:buClr>
              <a:buSzPts val="1700"/>
            </a:pP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主な使い道は、</a:t>
            </a:r>
            <a:r>
              <a:rPr lang="ja-JP" alt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数値予測</a:t>
            </a: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と</a:t>
            </a:r>
            <a:r>
              <a:rPr lang="ja-JP" alt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分類</a:t>
            </a:r>
            <a:endParaRPr lang="ja-JP" altLang="en-US" sz="2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60" name="Google Shape;60;p3">
            <a:extLst>
              <a:ext uri="{FF2B5EF4-FFF2-40B4-BE49-F238E27FC236}">
                <a16:creationId xmlns:a16="http://schemas.microsoft.com/office/drawing/2014/main" id="{465AD8BC-D294-1952-B62B-3A8D8F96782E}"/>
              </a:ext>
            </a:extLst>
          </p:cNvPr>
          <p:cNvSpPr/>
          <p:nvPr/>
        </p:nvSpPr>
        <p:spPr>
          <a:xfrm>
            <a:off x="2410968" y="3406139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DCE8FF"/>
          </a:solidFill>
          <a:ln w="127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数値予測</a:t>
            </a:r>
            <a:endParaRPr sz="2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61" name="Google Shape;61;p3">
            <a:extLst>
              <a:ext uri="{FF2B5EF4-FFF2-40B4-BE49-F238E27FC236}">
                <a16:creationId xmlns:a16="http://schemas.microsoft.com/office/drawing/2014/main" id="{E4F4FB3D-DAFF-DF71-610A-281F7F4135C2}"/>
              </a:ext>
            </a:extLst>
          </p:cNvPr>
          <p:cNvSpPr/>
          <p:nvPr/>
        </p:nvSpPr>
        <p:spPr>
          <a:xfrm>
            <a:off x="2529840" y="4320539"/>
            <a:ext cx="252374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1400"/>
              <a:buFont typeface="Noto Sans"/>
              <a:buNone/>
            </a:pPr>
            <a:r>
              <a:rPr lang="en-US" sz="1400" b="0" i="0" u="none" strike="noStrike" cap="none">
                <a:solidFill>
                  <a:srgbClr val="5B66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売上金額、来店人数、価格、需要量など、連続した数値を予測する。</a:t>
            </a:r>
            <a:endParaRPr sz="14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62" name="Google Shape;62;p3">
            <a:extLst>
              <a:ext uri="{FF2B5EF4-FFF2-40B4-BE49-F238E27FC236}">
                <a16:creationId xmlns:a16="http://schemas.microsoft.com/office/drawing/2014/main" id="{80EDDAA8-EEDC-B8BE-B7F5-AB97F0176FB2}"/>
              </a:ext>
            </a:extLst>
          </p:cNvPr>
          <p:cNvSpPr/>
          <p:nvPr/>
        </p:nvSpPr>
        <p:spPr>
          <a:xfrm>
            <a:off x="2557272" y="5618987"/>
            <a:ext cx="256032" cy="274320"/>
          </a:xfrm>
          <a:prstGeom prst="rect">
            <a:avLst/>
          </a:prstGeom>
          <a:solidFill>
            <a:srgbClr val="246BFE"/>
          </a:solidFill>
          <a:ln w="12700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Google Shape;63;p3">
            <a:extLst>
              <a:ext uri="{FF2B5EF4-FFF2-40B4-BE49-F238E27FC236}">
                <a16:creationId xmlns:a16="http://schemas.microsoft.com/office/drawing/2014/main" id="{FFC985F6-C54A-B5CB-39B3-67EEE71348D2}"/>
              </a:ext>
            </a:extLst>
          </p:cNvPr>
          <p:cNvSpPr/>
          <p:nvPr/>
        </p:nvSpPr>
        <p:spPr>
          <a:xfrm>
            <a:off x="2959608" y="5417819"/>
            <a:ext cx="256032" cy="475488"/>
          </a:xfrm>
          <a:prstGeom prst="rect">
            <a:avLst/>
          </a:prstGeom>
          <a:solidFill>
            <a:srgbClr val="246BFE"/>
          </a:solidFill>
          <a:ln w="12700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D124EE88-8B68-C78B-1A9B-E2A9DD44FC8C}"/>
              </a:ext>
            </a:extLst>
          </p:cNvPr>
          <p:cNvSpPr/>
          <p:nvPr/>
        </p:nvSpPr>
        <p:spPr>
          <a:xfrm>
            <a:off x="3361944" y="5234939"/>
            <a:ext cx="256032" cy="658368"/>
          </a:xfrm>
          <a:prstGeom prst="rect">
            <a:avLst/>
          </a:prstGeom>
          <a:solidFill>
            <a:srgbClr val="246BFE"/>
          </a:solidFill>
          <a:ln w="12700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5" name="Google Shape;65;p3">
            <a:extLst>
              <a:ext uri="{FF2B5EF4-FFF2-40B4-BE49-F238E27FC236}">
                <a16:creationId xmlns:a16="http://schemas.microsoft.com/office/drawing/2014/main" id="{C0EE41A6-A6D3-EFF3-7CC0-8CAEB2A7B0F1}"/>
              </a:ext>
            </a:extLst>
          </p:cNvPr>
          <p:cNvCxnSpPr/>
          <p:nvPr/>
        </p:nvCxnSpPr>
        <p:spPr>
          <a:xfrm>
            <a:off x="2465832" y="5911595"/>
            <a:ext cx="1417320" cy="0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3BAF5C37-E036-9B2D-5732-2BD2479FECDA}"/>
              </a:ext>
            </a:extLst>
          </p:cNvPr>
          <p:cNvSpPr/>
          <p:nvPr/>
        </p:nvSpPr>
        <p:spPr>
          <a:xfrm>
            <a:off x="7101840" y="3406139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DDF5ED"/>
          </a:solidFill>
          <a:ln w="12700" cap="flat" cmpd="sng">
            <a:solidFill>
              <a:srgbClr val="20A6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分類</a:t>
            </a:r>
            <a:endParaRPr sz="2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271AA11B-5728-B920-EA01-E5F049387594}"/>
              </a:ext>
            </a:extLst>
          </p:cNvPr>
          <p:cNvSpPr/>
          <p:nvPr/>
        </p:nvSpPr>
        <p:spPr>
          <a:xfrm>
            <a:off x="7220712" y="4320539"/>
            <a:ext cx="252374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1400"/>
              <a:buFont typeface="Noto Sans"/>
              <a:buNone/>
            </a:pPr>
            <a:r>
              <a:rPr lang="en-US" sz="1400" b="0" i="0" u="none" strike="noStrike" cap="none">
                <a:solidFill>
                  <a:srgbClr val="5B66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購入する／しない、不正／正常、承認／否認など、カテゴリを予測する。</a:t>
            </a:r>
            <a:endParaRPr sz="14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68" name="Google Shape;68;p3">
            <a:extLst>
              <a:ext uri="{FF2B5EF4-FFF2-40B4-BE49-F238E27FC236}">
                <a16:creationId xmlns:a16="http://schemas.microsoft.com/office/drawing/2014/main" id="{61ACD606-8419-DEEC-8404-236840E6F14E}"/>
              </a:ext>
            </a:extLst>
          </p:cNvPr>
          <p:cNvSpPr/>
          <p:nvPr/>
        </p:nvSpPr>
        <p:spPr>
          <a:xfrm>
            <a:off x="7467600" y="5344667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B8871393-0312-48A4-9D7F-931499D6D418}"/>
              </a:ext>
            </a:extLst>
          </p:cNvPr>
          <p:cNvSpPr/>
          <p:nvPr/>
        </p:nvSpPr>
        <p:spPr>
          <a:xfrm>
            <a:off x="7760208" y="5509259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AEA356AF-1F7C-3877-237A-B0DE430734EB}"/>
              </a:ext>
            </a:extLst>
          </p:cNvPr>
          <p:cNvSpPr/>
          <p:nvPr/>
        </p:nvSpPr>
        <p:spPr>
          <a:xfrm>
            <a:off x="8052816" y="5344667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8E9DC226-D46F-87A9-0263-29021A0606CB}"/>
              </a:ext>
            </a:extLst>
          </p:cNvPr>
          <p:cNvSpPr/>
          <p:nvPr/>
        </p:nvSpPr>
        <p:spPr>
          <a:xfrm>
            <a:off x="8345424" y="5509259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4376CCDB-BE1D-131C-CA76-582FE800F9CE}"/>
              </a:ext>
            </a:extLst>
          </p:cNvPr>
          <p:cNvSpPr/>
          <p:nvPr/>
        </p:nvSpPr>
        <p:spPr>
          <a:xfrm>
            <a:off x="8638032" y="5344667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E7DD118-1D84-2516-0B2F-3984C0FA7322}"/>
              </a:ext>
            </a:extLst>
          </p:cNvPr>
          <p:cNvSpPr/>
          <p:nvPr/>
        </p:nvSpPr>
        <p:spPr>
          <a:xfrm>
            <a:off x="8811768" y="5454395"/>
            <a:ext cx="128016" cy="128016"/>
          </a:xfrm>
          <a:prstGeom prst="ellipse">
            <a:avLst/>
          </a:prstGeom>
          <a:solidFill>
            <a:srgbClr val="F38B2A"/>
          </a:solidFill>
          <a:ln w="12700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Google Shape;74;p3">
            <a:extLst>
              <a:ext uri="{FF2B5EF4-FFF2-40B4-BE49-F238E27FC236}">
                <a16:creationId xmlns:a16="http://schemas.microsoft.com/office/drawing/2014/main" id="{C3AD2CB7-C768-ABD8-0A96-B5901E690AB0}"/>
              </a:ext>
            </a:extLst>
          </p:cNvPr>
          <p:cNvSpPr/>
          <p:nvPr/>
        </p:nvSpPr>
        <p:spPr>
          <a:xfrm>
            <a:off x="9067800" y="5262371"/>
            <a:ext cx="128016" cy="128016"/>
          </a:xfrm>
          <a:prstGeom prst="ellipse">
            <a:avLst/>
          </a:prstGeom>
          <a:solidFill>
            <a:srgbClr val="F38B2A"/>
          </a:solidFill>
          <a:ln w="12700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B2091793-6675-1950-9F83-5BD8CF1D8A47}"/>
              </a:ext>
            </a:extLst>
          </p:cNvPr>
          <p:cNvSpPr/>
          <p:nvPr/>
        </p:nvSpPr>
        <p:spPr>
          <a:xfrm>
            <a:off x="9323832" y="5454395"/>
            <a:ext cx="128016" cy="128016"/>
          </a:xfrm>
          <a:prstGeom prst="ellipse">
            <a:avLst/>
          </a:prstGeom>
          <a:solidFill>
            <a:srgbClr val="F38B2A"/>
          </a:solidFill>
          <a:ln w="12700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C71F99A6-BD98-A3E5-CFA2-7BA5E9E9F2E6}"/>
              </a:ext>
            </a:extLst>
          </p:cNvPr>
          <p:cNvSpPr/>
          <p:nvPr/>
        </p:nvSpPr>
        <p:spPr>
          <a:xfrm>
            <a:off x="9579864" y="5262371"/>
            <a:ext cx="128016" cy="128016"/>
          </a:xfrm>
          <a:prstGeom prst="ellipse">
            <a:avLst/>
          </a:prstGeom>
          <a:solidFill>
            <a:srgbClr val="F38B2A"/>
          </a:solidFill>
          <a:ln w="12700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Google Shape;77;p3">
            <a:extLst>
              <a:ext uri="{FF2B5EF4-FFF2-40B4-BE49-F238E27FC236}">
                <a16:creationId xmlns:a16="http://schemas.microsoft.com/office/drawing/2014/main" id="{34D1D57E-3381-D42C-5B71-196A0A772188}"/>
              </a:ext>
            </a:extLst>
          </p:cNvPr>
          <p:cNvSpPr/>
          <p:nvPr/>
        </p:nvSpPr>
        <p:spPr>
          <a:xfrm>
            <a:off x="9835896" y="5454395"/>
            <a:ext cx="128016" cy="128016"/>
          </a:xfrm>
          <a:prstGeom prst="ellipse">
            <a:avLst/>
          </a:prstGeom>
          <a:solidFill>
            <a:srgbClr val="F38B2A"/>
          </a:solidFill>
          <a:ln w="12700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8" name="Google Shape;78;p3">
            <a:extLst>
              <a:ext uri="{FF2B5EF4-FFF2-40B4-BE49-F238E27FC236}">
                <a16:creationId xmlns:a16="http://schemas.microsoft.com/office/drawing/2014/main" id="{5A0BA714-0724-FD8C-7656-C8F15144B764}"/>
              </a:ext>
            </a:extLst>
          </p:cNvPr>
          <p:cNvCxnSpPr/>
          <p:nvPr/>
        </p:nvCxnSpPr>
        <p:spPr>
          <a:xfrm>
            <a:off x="8473440" y="5033771"/>
            <a:ext cx="365760" cy="1078992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2526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9F58BC1-E850-374F-5606-7D31187F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>
            <a:extLst>
              <a:ext uri="{FF2B5EF4-FFF2-40B4-BE49-F238E27FC236}">
                <a16:creationId xmlns:a16="http://schemas.microsoft.com/office/drawing/2014/main" id="{D5F599E9-3B03-E70B-27C9-1528A7B8F2DB}"/>
              </a:ext>
            </a:extLst>
          </p:cNvPr>
          <p:cNvSpPr/>
          <p:nvPr/>
        </p:nvSpPr>
        <p:spPr>
          <a:xfrm>
            <a:off x="11137392" y="629107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08</a:t>
            </a:r>
            <a:endParaRPr sz="8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16" name="Google Shape;116;p8">
            <a:extLst>
              <a:ext uri="{FF2B5EF4-FFF2-40B4-BE49-F238E27FC236}">
                <a16:creationId xmlns:a16="http://schemas.microsoft.com/office/drawing/2014/main" id="{B0CE4DEF-51C6-4D15-9318-DB1FC5AA4313}"/>
              </a:ext>
            </a:extLst>
          </p:cNvPr>
          <p:cNvSpPr/>
          <p:nvPr/>
        </p:nvSpPr>
        <p:spPr>
          <a:xfrm>
            <a:off x="658368" y="3840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6BFE"/>
              </a:buClr>
              <a:buSzPts val="900"/>
              <a:buFont typeface="Noto Sans"/>
              <a:buNone/>
            </a:pPr>
            <a:r>
              <a:rPr lang="en-US" sz="900" b="1" i="0" u="none" strike="noStrike" cap="none">
                <a:solidFill>
                  <a:srgbClr val="246BF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MECHANISM 1</a:t>
            </a:r>
            <a:endParaRPr sz="9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17" name="Google Shape;117;p8">
            <a:extLst>
              <a:ext uri="{FF2B5EF4-FFF2-40B4-BE49-F238E27FC236}">
                <a16:creationId xmlns:a16="http://schemas.microsoft.com/office/drawing/2014/main" id="{6FD5F069-857D-F831-BE4F-5DFB8A84DB51}"/>
              </a:ext>
            </a:extLst>
          </p:cNvPr>
          <p:cNvSpPr/>
          <p:nvPr/>
        </p:nvSpPr>
        <p:spPr>
          <a:xfrm>
            <a:off x="640080" y="68580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000"/>
              <a:buFont typeface="Noto Sans"/>
              <a:buNone/>
            </a:pPr>
            <a:r>
              <a:rPr lang="ja-JP" altLang="en-US" sz="17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勾配ブースティング決定木</a:t>
            </a:r>
            <a:r>
              <a:rPr lang="ja-JP" altLang="en-US" sz="170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の</a:t>
            </a:r>
            <a:br>
              <a:rPr lang="en-US" altLang="ja-JP" sz="170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</a:br>
            <a:r>
              <a:rPr lang="en-US" sz="3000" b="1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仕組み：決定木</a:t>
            </a:r>
            <a:endParaRPr sz="3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118" name="Google Shape;118;p8">
            <a:extLst>
              <a:ext uri="{FF2B5EF4-FFF2-40B4-BE49-F238E27FC236}">
                <a16:creationId xmlns:a16="http://schemas.microsoft.com/office/drawing/2014/main" id="{1AE19797-4F37-1D1A-D477-3A46C11EF6C7}"/>
              </a:ext>
            </a:extLst>
          </p:cNvPr>
          <p:cNvCxnSpPr/>
          <p:nvPr/>
        </p:nvCxnSpPr>
        <p:spPr>
          <a:xfrm>
            <a:off x="658368" y="1444752"/>
            <a:ext cx="1143000" cy="0"/>
          </a:xfrm>
          <a:prstGeom prst="straightConnector1">
            <a:avLst/>
          </a:prstGeom>
          <a:noFill/>
          <a:ln w="292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8">
            <a:extLst>
              <a:ext uri="{FF2B5EF4-FFF2-40B4-BE49-F238E27FC236}">
                <a16:creationId xmlns:a16="http://schemas.microsoft.com/office/drawing/2014/main" id="{19F2D585-7F55-6C69-928D-2FE1B564BE9C}"/>
              </a:ext>
            </a:extLst>
          </p:cNvPr>
          <p:cNvSpPr/>
          <p:nvPr/>
        </p:nvSpPr>
        <p:spPr>
          <a:xfrm>
            <a:off x="685800" y="1627632"/>
            <a:ext cx="10927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rgbClr val="172033"/>
              </a:buClr>
              <a:buSzPts val="1700"/>
              <a:buFont typeface="Noto Sans"/>
              <a:buNone/>
            </a:pPr>
            <a:r>
              <a:rPr lang="en-US" sz="2000" b="0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決定木は、データを条件分岐で分</a:t>
            </a: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ける</a:t>
            </a:r>
            <a:endParaRPr sz="2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sz="2000">
                <a:solidFill>
                  <a:srgbClr val="172033"/>
                </a:solidFill>
                <a:latin typeface="Meiryo"/>
                <a:ea typeface="Meiryo"/>
                <a:cs typeface="Noto Sans"/>
                <a:sym typeface="Noto Sans"/>
              </a:rPr>
              <a:t>分岐（</a:t>
            </a:r>
            <a:r>
              <a:rPr lang="en-US" sz="2000" b="0" i="0" u="none" strike="noStrike" cap="none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「</a:t>
            </a:r>
            <a:r>
              <a:rPr lang="en-US" sz="2000" b="0" i="0" u="none" strike="noStrike" cap="none" err="1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この条件なら右、そうでなければ左</a:t>
            </a:r>
            <a:r>
              <a:rPr lang="en-US" sz="2000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」）</a:t>
            </a:r>
            <a:r>
              <a:rPr lang="ja-JP" altLang="en-US" sz="2000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を繰り返し</a:t>
            </a:r>
            <a:r>
              <a:rPr lang="en-US" sz="2000" b="0" i="0" u="none" strike="noStrike" cap="none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、</a:t>
            </a:r>
            <a:r>
              <a:rPr lang="en-US" sz="2000" b="0" i="0" u="none" strike="noStrike" cap="none" err="1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最後に</a:t>
            </a: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数値</a:t>
            </a:r>
            <a:r>
              <a:rPr lang="en-US" sz="2000" b="0" i="0" u="none" strike="noStrike" cap="none" err="1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予測</a:t>
            </a:r>
            <a:r>
              <a:rPr lang="ja-JP" altLang="en-US" sz="2000" b="0" i="0" u="none" strike="noStrike" cap="none">
                <a:solidFill>
                  <a:srgbClr val="172033"/>
                </a:solidFill>
                <a:latin typeface="メイリオ"/>
                <a:ea typeface="メイリオ"/>
                <a:cs typeface="Noto Sans"/>
                <a:sym typeface="Noto Sans"/>
              </a:rPr>
              <a:t>や分類を出力</a:t>
            </a:r>
            <a:endParaRPr sz="2000" b="0" i="0" u="none" strike="noStrike" cap="none">
              <a:solidFill>
                <a:schemeClr val="dk1"/>
              </a:solidFill>
              <a:latin typeface="メイリオ"/>
              <a:ea typeface="メイリオ"/>
              <a:cs typeface="Noto Sans"/>
            </a:endParaRPr>
          </a:p>
        </p:txBody>
      </p:sp>
      <p:cxnSp>
        <p:nvCxnSpPr>
          <p:cNvPr id="120" name="Google Shape;120;p8">
            <a:extLst>
              <a:ext uri="{FF2B5EF4-FFF2-40B4-BE49-F238E27FC236}">
                <a16:creationId xmlns:a16="http://schemas.microsoft.com/office/drawing/2014/main" id="{22DAA090-581D-FD27-5146-44504BA96C16}"/>
              </a:ext>
            </a:extLst>
          </p:cNvPr>
          <p:cNvCxnSpPr/>
          <p:nvPr/>
        </p:nvCxnSpPr>
        <p:spPr>
          <a:xfrm flipH="1">
            <a:off x="4764024" y="3639312"/>
            <a:ext cx="1143000" cy="713232"/>
          </a:xfrm>
          <a:prstGeom prst="straightConnector1">
            <a:avLst/>
          </a:prstGeom>
          <a:noFill/>
          <a:ln w="177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8">
            <a:extLst>
              <a:ext uri="{FF2B5EF4-FFF2-40B4-BE49-F238E27FC236}">
                <a16:creationId xmlns:a16="http://schemas.microsoft.com/office/drawing/2014/main" id="{BEA229C1-5825-739E-2241-FCFEE3EFEFA8}"/>
              </a:ext>
            </a:extLst>
          </p:cNvPr>
          <p:cNvCxnSpPr/>
          <p:nvPr/>
        </p:nvCxnSpPr>
        <p:spPr>
          <a:xfrm>
            <a:off x="6163056" y="3639312"/>
            <a:ext cx="1143000" cy="713232"/>
          </a:xfrm>
          <a:prstGeom prst="straightConnector1">
            <a:avLst/>
          </a:prstGeom>
          <a:noFill/>
          <a:ln w="177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8">
            <a:extLst>
              <a:ext uri="{FF2B5EF4-FFF2-40B4-BE49-F238E27FC236}">
                <a16:creationId xmlns:a16="http://schemas.microsoft.com/office/drawing/2014/main" id="{B8C785BE-B0FC-DEC4-A438-682351AF7E52}"/>
              </a:ext>
            </a:extLst>
          </p:cNvPr>
          <p:cNvCxnSpPr/>
          <p:nvPr/>
        </p:nvCxnSpPr>
        <p:spPr>
          <a:xfrm flipH="1">
            <a:off x="3995928" y="4855464"/>
            <a:ext cx="713232" cy="566928"/>
          </a:xfrm>
          <a:prstGeom prst="straightConnector1">
            <a:avLst/>
          </a:prstGeom>
          <a:noFill/>
          <a:ln w="177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8">
            <a:extLst>
              <a:ext uri="{FF2B5EF4-FFF2-40B4-BE49-F238E27FC236}">
                <a16:creationId xmlns:a16="http://schemas.microsoft.com/office/drawing/2014/main" id="{87AA65B2-859E-AA30-33D3-724A3B67EF33}"/>
              </a:ext>
            </a:extLst>
          </p:cNvPr>
          <p:cNvCxnSpPr/>
          <p:nvPr/>
        </p:nvCxnSpPr>
        <p:spPr>
          <a:xfrm>
            <a:off x="4946904" y="4855464"/>
            <a:ext cx="713232" cy="566928"/>
          </a:xfrm>
          <a:prstGeom prst="straightConnector1">
            <a:avLst/>
          </a:prstGeom>
          <a:noFill/>
          <a:ln w="177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8">
            <a:extLst>
              <a:ext uri="{FF2B5EF4-FFF2-40B4-BE49-F238E27FC236}">
                <a16:creationId xmlns:a16="http://schemas.microsoft.com/office/drawing/2014/main" id="{7E4DB395-6A7F-A21E-1BEE-04F4754B6B73}"/>
              </a:ext>
            </a:extLst>
          </p:cNvPr>
          <p:cNvCxnSpPr/>
          <p:nvPr/>
        </p:nvCxnSpPr>
        <p:spPr>
          <a:xfrm flipH="1">
            <a:off x="6528816" y="4855464"/>
            <a:ext cx="713232" cy="566928"/>
          </a:xfrm>
          <a:prstGeom prst="straightConnector1">
            <a:avLst/>
          </a:prstGeom>
          <a:noFill/>
          <a:ln w="177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8">
            <a:extLst>
              <a:ext uri="{FF2B5EF4-FFF2-40B4-BE49-F238E27FC236}">
                <a16:creationId xmlns:a16="http://schemas.microsoft.com/office/drawing/2014/main" id="{CE0981FE-1894-99AC-0F72-97BC45EE62DA}"/>
              </a:ext>
            </a:extLst>
          </p:cNvPr>
          <p:cNvCxnSpPr/>
          <p:nvPr/>
        </p:nvCxnSpPr>
        <p:spPr>
          <a:xfrm>
            <a:off x="7479792" y="4855464"/>
            <a:ext cx="713232" cy="566928"/>
          </a:xfrm>
          <a:prstGeom prst="straightConnector1">
            <a:avLst/>
          </a:prstGeom>
          <a:noFill/>
          <a:ln w="177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8">
            <a:extLst>
              <a:ext uri="{FF2B5EF4-FFF2-40B4-BE49-F238E27FC236}">
                <a16:creationId xmlns:a16="http://schemas.microsoft.com/office/drawing/2014/main" id="{98B79282-EBB9-1310-0FD1-DF35AB5B4E22}"/>
              </a:ext>
            </a:extLst>
          </p:cNvPr>
          <p:cNvSpPr/>
          <p:nvPr/>
        </p:nvSpPr>
        <p:spPr>
          <a:xfrm>
            <a:off x="5413248" y="3209544"/>
            <a:ext cx="1234440" cy="438912"/>
          </a:xfrm>
          <a:prstGeom prst="roundRect">
            <a:avLst>
              <a:gd name="adj" fmla="val 29167"/>
            </a:avLst>
          </a:prstGeom>
          <a:solidFill>
            <a:srgbClr val="DCE8FF"/>
          </a:solidFill>
          <a:ln w="127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20"/>
              <a:buFont typeface="Noto Sans"/>
              <a:buNone/>
            </a:pPr>
            <a:r>
              <a:rPr lang="en-US" sz="122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年齢 &lt; 40?</a:t>
            </a:r>
            <a:endParaRPr sz="122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27" name="Google Shape;127;p8">
            <a:extLst>
              <a:ext uri="{FF2B5EF4-FFF2-40B4-BE49-F238E27FC236}">
                <a16:creationId xmlns:a16="http://schemas.microsoft.com/office/drawing/2014/main" id="{C19EC5BA-C515-AF91-F0DB-7974799D53E3}"/>
              </a:ext>
            </a:extLst>
          </p:cNvPr>
          <p:cNvSpPr/>
          <p:nvPr/>
        </p:nvSpPr>
        <p:spPr>
          <a:xfrm>
            <a:off x="4151376" y="4407408"/>
            <a:ext cx="1325880" cy="438912"/>
          </a:xfrm>
          <a:prstGeom prst="roundRect">
            <a:avLst>
              <a:gd name="adj" fmla="val 29167"/>
            </a:avLst>
          </a:prstGeom>
          <a:solidFill>
            <a:srgbClr val="DDF5ED"/>
          </a:solidFill>
          <a:ln w="12700" cap="flat" cmpd="sng">
            <a:solidFill>
              <a:srgbClr val="20A6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80"/>
              <a:buFont typeface="Noto Sans"/>
              <a:buNone/>
            </a:pPr>
            <a:r>
              <a:rPr lang="en-US" sz="118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利用回数 &lt; 5?</a:t>
            </a:r>
            <a:endParaRPr sz="118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28" name="Google Shape;128;p8">
            <a:extLst>
              <a:ext uri="{FF2B5EF4-FFF2-40B4-BE49-F238E27FC236}">
                <a16:creationId xmlns:a16="http://schemas.microsoft.com/office/drawing/2014/main" id="{601DA3F3-DF83-2C48-7E5E-2C76909E7495}"/>
              </a:ext>
            </a:extLst>
          </p:cNvPr>
          <p:cNvSpPr/>
          <p:nvPr/>
        </p:nvSpPr>
        <p:spPr>
          <a:xfrm>
            <a:off x="6693408" y="4407408"/>
            <a:ext cx="1325880" cy="438912"/>
          </a:xfrm>
          <a:prstGeom prst="roundRect">
            <a:avLst>
              <a:gd name="adj" fmla="val 29167"/>
            </a:avLst>
          </a:prstGeom>
          <a:solidFill>
            <a:srgbClr val="FFE9D5"/>
          </a:solidFill>
          <a:ln w="12700" cap="flat" cmpd="sng">
            <a:solidFill>
              <a:srgbClr val="F38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80"/>
              <a:buFont typeface="Noto Sans"/>
              <a:buNone/>
            </a:pPr>
            <a:r>
              <a:rPr lang="en-US" sz="118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過去購入あり?</a:t>
            </a:r>
            <a:endParaRPr sz="118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29" name="Google Shape;129;p8">
            <a:extLst>
              <a:ext uri="{FF2B5EF4-FFF2-40B4-BE49-F238E27FC236}">
                <a16:creationId xmlns:a16="http://schemas.microsoft.com/office/drawing/2014/main" id="{C30DD46E-5607-867F-E2D3-9AAD8DEC57F9}"/>
              </a:ext>
            </a:extLst>
          </p:cNvPr>
          <p:cNvSpPr/>
          <p:nvPr/>
        </p:nvSpPr>
        <p:spPr>
          <a:xfrm>
            <a:off x="3511296" y="5495544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低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30" name="Google Shape;130;p8">
            <a:extLst>
              <a:ext uri="{FF2B5EF4-FFF2-40B4-BE49-F238E27FC236}">
                <a16:creationId xmlns:a16="http://schemas.microsoft.com/office/drawing/2014/main" id="{02EDFB1E-88E5-C727-A03D-AF94C9DEF354}"/>
              </a:ext>
            </a:extLst>
          </p:cNvPr>
          <p:cNvSpPr/>
          <p:nvPr/>
        </p:nvSpPr>
        <p:spPr>
          <a:xfrm>
            <a:off x="5120640" y="5495544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中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31" name="Google Shape;131;p8">
            <a:extLst>
              <a:ext uri="{FF2B5EF4-FFF2-40B4-BE49-F238E27FC236}">
                <a16:creationId xmlns:a16="http://schemas.microsoft.com/office/drawing/2014/main" id="{476D27C9-DE48-E018-12CC-00692302D1D6}"/>
              </a:ext>
            </a:extLst>
          </p:cNvPr>
          <p:cNvSpPr/>
          <p:nvPr/>
        </p:nvSpPr>
        <p:spPr>
          <a:xfrm>
            <a:off x="6492240" y="5495544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中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32" name="Google Shape;132;p8">
            <a:extLst>
              <a:ext uri="{FF2B5EF4-FFF2-40B4-BE49-F238E27FC236}">
                <a16:creationId xmlns:a16="http://schemas.microsoft.com/office/drawing/2014/main" id="{9535E3E9-308E-7B28-711A-2935E96EB6BA}"/>
              </a:ext>
            </a:extLst>
          </p:cNvPr>
          <p:cNvSpPr/>
          <p:nvPr/>
        </p:nvSpPr>
        <p:spPr>
          <a:xfrm>
            <a:off x="7863840" y="5495544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高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33" name="Google Shape;133;p8">
            <a:extLst>
              <a:ext uri="{FF2B5EF4-FFF2-40B4-BE49-F238E27FC236}">
                <a16:creationId xmlns:a16="http://schemas.microsoft.com/office/drawing/2014/main" id="{B4FEA91F-B6CF-6F12-E70D-2B6C7F171017}"/>
              </a:ext>
            </a:extLst>
          </p:cNvPr>
          <p:cNvSpPr/>
          <p:nvPr/>
        </p:nvSpPr>
        <p:spPr>
          <a:xfrm>
            <a:off x="5550408" y="292608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6BFE"/>
              </a:buClr>
              <a:buSzPts val="850"/>
              <a:buFont typeface="Noto Sans"/>
              <a:buNone/>
            </a:pPr>
            <a:r>
              <a:rPr lang="en-US" sz="850" b="0" i="0" u="none" strike="noStrike" cap="none" err="1">
                <a:solidFill>
                  <a:srgbClr val="246BF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条件で分割</a:t>
            </a:r>
            <a:endParaRPr sz="85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15080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D50F1CF9-0125-DD9D-F9E9-B8BF9C94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>
            <a:extLst>
              <a:ext uri="{FF2B5EF4-FFF2-40B4-BE49-F238E27FC236}">
                <a16:creationId xmlns:a16="http://schemas.microsoft.com/office/drawing/2014/main" id="{F639F3E0-DFF2-4D9C-91B5-6BE1E2F0C9D1}"/>
              </a:ext>
            </a:extLst>
          </p:cNvPr>
          <p:cNvSpPr/>
          <p:nvPr/>
        </p:nvSpPr>
        <p:spPr>
          <a:xfrm>
            <a:off x="658368" y="3840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6BFE"/>
              </a:buClr>
              <a:buSzPts val="900"/>
              <a:buFont typeface="Noto Sans"/>
              <a:buNone/>
            </a:pPr>
            <a:r>
              <a:rPr lang="en-US" sz="900" b="1" i="0" u="none" strike="noStrike" cap="none">
                <a:solidFill>
                  <a:srgbClr val="246BF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MECHANISM 2</a:t>
            </a:r>
            <a:endParaRPr sz="9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43" name="Google Shape;143;p7">
            <a:extLst>
              <a:ext uri="{FF2B5EF4-FFF2-40B4-BE49-F238E27FC236}">
                <a16:creationId xmlns:a16="http://schemas.microsoft.com/office/drawing/2014/main" id="{CB435A73-0843-B7EC-4F7E-19D21D02817B}"/>
              </a:ext>
            </a:extLst>
          </p:cNvPr>
          <p:cNvSpPr/>
          <p:nvPr/>
        </p:nvSpPr>
        <p:spPr>
          <a:xfrm>
            <a:off x="640080" y="68580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lvl="0">
              <a:buClr>
                <a:srgbClr val="172033"/>
              </a:buClr>
              <a:buSzPts val="3000"/>
            </a:pPr>
            <a:r>
              <a:rPr lang="ja-JP" altLang="en-US" sz="17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勾配ブースティング決定木</a:t>
            </a:r>
            <a:r>
              <a:rPr lang="ja-JP" altLang="en-US" sz="17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の</a:t>
            </a:r>
            <a:br>
              <a:rPr lang="ja-JP" altLang="en-US" sz="32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</a:br>
            <a:r>
              <a:rPr lang="ja-JP" altLang="en-US" sz="3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仕組み：</a:t>
            </a:r>
            <a:r>
              <a:rPr lang="en-US" altLang="ja-JP" sz="3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Boosting</a:t>
            </a:r>
            <a:endParaRPr lang="ja-JP" altLang="en-US" sz="4800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144" name="Google Shape;144;p7">
            <a:extLst>
              <a:ext uri="{FF2B5EF4-FFF2-40B4-BE49-F238E27FC236}">
                <a16:creationId xmlns:a16="http://schemas.microsoft.com/office/drawing/2014/main" id="{27B2E0E9-F29A-9544-D444-4DEFF42C2999}"/>
              </a:ext>
            </a:extLst>
          </p:cNvPr>
          <p:cNvCxnSpPr/>
          <p:nvPr/>
        </p:nvCxnSpPr>
        <p:spPr>
          <a:xfrm>
            <a:off x="658368" y="1444752"/>
            <a:ext cx="1143000" cy="0"/>
          </a:xfrm>
          <a:prstGeom prst="straightConnector1">
            <a:avLst/>
          </a:prstGeom>
          <a:noFill/>
          <a:ln w="292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7">
            <a:extLst>
              <a:ext uri="{FF2B5EF4-FFF2-40B4-BE49-F238E27FC236}">
                <a16:creationId xmlns:a16="http://schemas.microsoft.com/office/drawing/2014/main" id="{3271C725-447E-D24F-340E-BEF4C719B3B8}"/>
              </a:ext>
            </a:extLst>
          </p:cNvPr>
          <p:cNvSpPr/>
          <p:nvPr/>
        </p:nvSpPr>
        <p:spPr>
          <a:xfrm>
            <a:off x="685800" y="1627625"/>
            <a:ext cx="906018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rgbClr val="172033"/>
              </a:buClr>
              <a:buSzPts val="1700"/>
              <a:buFont typeface="Noto Sans"/>
              <a:buNone/>
            </a:pPr>
            <a:r>
              <a:rPr lang="en-US" sz="2000" b="0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Boostingは、</a:t>
            </a:r>
            <a:r>
              <a:rPr lang="en-US" sz="2000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複数の小さなモデル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を</a:t>
            </a:r>
            <a:r>
              <a:rPr lang="en-US" sz="2000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束ねて一つの大きいモデルを作る手法</a:t>
            </a:r>
            <a:endParaRPr lang="en-US" sz="2000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lvl="0">
              <a:spcAft>
                <a:spcPts val="1200"/>
              </a:spcAft>
              <a:buClr>
                <a:srgbClr val="172033"/>
              </a:buClr>
              <a:buSzPts val="1700"/>
            </a:pPr>
            <a:r>
              <a:rPr lang="en-US" altLang="ja-JP" sz="2000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小さなモデル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を束ねることで、複雑な数値予測や分類を実現</a:t>
            </a:r>
            <a:endParaRPr lang="en-US" sz="2000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2" name="Google Shape;19;p1">
            <a:extLst>
              <a:ext uri="{FF2B5EF4-FFF2-40B4-BE49-F238E27FC236}">
                <a16:creationId xmlns:a16="http://schemas.microsoft.com/office/drawing/2014/main" id="{4208BE66-6DB8-A234-9580-B82BEEAF6107}"/>
              </a:ext>
            </a:extLst>
          </p:cNvPr>
          <p:cNvCxnSpPr>
            <a:cxnSpLocks/>
          </p:cNvCxnSpPr>
          <p:nvPr/>
        </p:nvCxnSpPr>
        <p:spPr>
          <a:xfrm flipH="1">
            <a:off x="1143018" y="3956938"/>
            <a:ext cx="579223" cy="672282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20;p1">
            <a:extLst>
              <a:ext uri="{FF2B5EF4-FFF2-40B4-BE49-F238E27FC236}">
                <a16:creationId xmlns:a16="http://schemas.microsoft.com/office/drawing/2014/main" id="{DEC435AF-902A-D498-329D-2EC3ACA6ED69}"/>
              </a:ext>
            </a:extLst>
          </p:cNvPr>
          <p:cNvCxnSpPr>
            <a:cxnSpLocks/>
          </p:cNvCxnSpPr>
          <p:nvPr/>
        </p:nvCxnSpPr>
        <p:spPr>
          <a:xfrm>
            <a:off x="1777403" y="3956938"/>
            <a:ext cx="579223" cy="672282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1;p1">
            <a:extLst>
              <a:ext uri="{FF2B5EF4-FFF2-40B4-BE49-F238E27FC236}">
                <a16:creationId xmlns:a16="http://schemas.microsoft.com/office/drawing/2014/main" id="{14194FF9-13A8-8753-1DDE-9594DEAB5A25}"/>
              </a:ext>
            </a:extLst>
          </p:cNvPr>
          <p:cNvSpPr/>
          <p:nvPr/>
        </p:nvSpPr>
        <p:spPr>
          <a:xfrm>
            <a:off x="1308509" y="3426869"/>
            <a:ext cx="882625" cy="568854"/>
          </a:xfrm>
          <a:prstGeom prst="roundRect">
            <a:avLst>
              <a:gd name="adj" fmla="val 25253"/>
            </a:avLst>
          </a:prstGeom>
          <a:solidFill>
            <a:srgbClr val="20A67A"/>
          </a:solidFill>
          <a:ln w="9525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Noto Sans"/>
              <a:buNone/>
            </a:pPr>
            <a:r>
              <a:rPr lang="ja-JP" altLang="en-US" sz="16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木</a:t>
            </a:r>
            <a:r>
              <a:rPr lang="en-US" altLang="ja-JP" sz="16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5" name="Google Shape;22;p1">
            <a:extLst>
              <a:ext uri="{FF2B5EF4-FFF2-40B4-BE49-F238E27FC236}">
                <a16:creationId xmlns:a16="http://schemas.microsoft.com/office/drawing/2014/main" id="{2DA19C22-D104-1EF9-F5D7-F4ADC42FD0D3}"/>
              </a:ext>
            </a:extLst>
          </p:cNvPr>
          <p:cNvCxnSpPr>
            <a:cxnSpLocks/>
          </p:cNvCxnSpPr>
          <p:nvPr/>
        </p:nvCxnSpPr>
        <p:spPr>
          <a:xfrm flipH="1">
            <a:off x="2445501" y="3956938"/>
            <a:ext cx="579223" cy="672282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23;p1">
            <a:extLst>
              <a:ext uri="{FF2B5EF4-FFF2-40B4-BE49-F238E27FC236}">
                <a16:creationId xmlns:a16="http://schemas.microsoft.com/office/drawing/2014/main" id="{FFD8DADC-6FC5-E2DB-7F61-D9A4D6DFF52A}"/>
              </a:ext>
            </a:extLst>
          </p:cNvPr>
          <p:cNvCxnSpPr>
            <a:cxnSpLocks/>
          </p:cNvCxnSpPr>
          <p:nvPr/>
        </p:nvCxnSpPr>
        <p:spPr>
          <a:xfrm>
            <a:off x="3079886" y="3956938"/>
            <a:ext cx="579223" cy="672282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24;p1">
            <a:extLst>
              <a:ext uri="{FF2B5EF4-FFF2-40B4-BE49-F238E27FC236}">
                <a16:creationId xmlns:a16="http://schemas.microsoft.com/office/drawing/2014/main" id="{42924197-3E0E-8A4E-E4FB-87E091227956}"/>
              </a:ext>
            </a:extLst>
          </p:cNvPr>
          <p:cNvSpPr/>
          <p:nvPr/>
        </p:nvSpPr>
        <p:spPr>
          <a:xfrm>
            <a:off x="2610993" y="3426869"/>
            <a:ext cx="882625" cy="568854"/>
          </a:xfrm>
          <a:prstGeom prst="roundRect">
            <a:avLst>
              <a:gd name="adj" fmla="val 25253"/>
            </a:avLst>
          </a:prstGeom>
          <a:solidFill>
            <a:srgbClr val="246BFE"/>
          </a:solidFill>
          <a:ln w="9525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Noto Sans"/>
              <a:buNone/>
            </a:pPr>
            <a:r>
              <a:rPr lang="ja-JP" altLang="en-US" sz="16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木</a:t>
            </a:r>
            <a:r>
              <a:rPr lang="en-US" altLang="ja-JP" sz="16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2</a:t>
            </a:r>
            <a:endParaRPr lang="en-US" altLang="ja-JP" sz="1600" b="1" i="0" u="none" strike="noStrike" cap="none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8" name="Google Shape;25;p1">
            <a:extLst>
              <a:ext uri="{FF2B5EF4-FFF2-40B4-BE49-F238E27FC236}">
                <a16:creationId xmlns:a16="http://schemas.microsoft.com/office/drawing/2014/main" id="{2CCA8371-B279-3312-8511-650DAE47CDCC}"/>
              </a:ext>
            </a:extLst>
          </p:cNvPr>
          <p:cNvCxnSpPr>
            <a:cxnSpLocks/>
          </p:cNvCxnSpPr>
          <p:nvPr/>
        </p:nvCxnSpPr>
        <p:spPr>
          <a:xfrm flipH="1">
            <a:off x="3747984" y="3956938"/>
            <a:ext cx="579223" cy="672282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26;p1">
            <a:extLst>
              <a:ext uri="{FF2B5EF4-FFF2-40B4-BE49-F238E27FC236}">
                <a16:creationId xmlns:a16="http://schemas.microsoft.com/office/drawing/2014/main" id="{8F893010-C681-5DFC-37EC-81ABC356B010}"/>
              </a:ext>
            </a:extLst>
          </p:cNvPr>
          <p:cNvCxnSpPr>
            <a:cxnSpLocks/>
          </p:cNvCxnSpPr>
          <p:nvPr/>
        </p:nvCxnSpPr>
        <p:spPr>
          <a:xfrm>
            <a:off x="4382369" y="3956938"/>
            <a:ext cx="579223" cy="672282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27;p1">
            <a:extLst>
              <a:ext uri="{FF2B5EF4-FFF2-40B4-BE49-F238E27FC236}">
                <a16:creationId xmlns:a16="http://schemas.microsoft.com/office/drawing/2014/main" id="{2622B7AF-15AD-0594-25EE-1761AD83A8B6}"/>
              </a:ext>
            </a:extLst>
          </p:cNvPr>
          <p:cNvSpPr/>
          <p:nvPr/>
        </p:nvSpPr>
        <p:spPr>
          <a:xfrm>
            <a:off x="3913476" y="3426869"/>
            <a:ext cx="882625" cy="568854"/>
          </a:xfrm>
          <a:prstGeom prst="roundRect">
            <a:avLst>
              <a:gd name="adj" fmla="val 25253"/>
            </a:avLst>
          </a:prstGeom>
          <a:solidFill>
            <a:srgbClr val="F38B2A"/>
          </a:solidFill>
          <a:ln w="9525" cap="flat" cmpd="sng">
            <a:solidFill>
              <a:srgbClr val="F38B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64"/>
            </a:pPr>
            <a:r>
              <a:rPr lang="ja-JP" altLang="en-US" sz="16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木</a:t>
            </a:r>
            <a:r>
              <a:rPr lang="en-US" altLang="ja-JP" sz="16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3</a:t>
            </a:r>
            <a:endParaRPr lang="ja-JP" altLang="en-US" sz="1600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1" name="Google Shape;24;p1">
            <a:extLst>
              <a:ext uri="{FF2B5EF4-FFF2-40B4-BE49-F238E27FC236}">
                <a16:creationId xmlns:a16="http://schemas.microsoft.com/office/drawing/2014/main" id="{37AE0DD3-A71F-D978-0E53-BE89ACFF578E}"/>
              </a:ext>
            </a:extLst>
          </p:cNvPr>
          <p:cNvSpPr/>
          <p:nvPr/>
        </p:nvSpPr>
        <p:spPr>
          <a:xfrm>
            <a:off x="685800" y="4635325"/>
            <a:ext cx="4771268" cy="568854"/>
          </a:xfrm>
          <a:prstGeom prst="roundRect">
            <a:avLst>
              <a:gd name="adj" fmla="val 25253"/>
            </a:avLst>
          </a:prstGeom>
          <a:solidFill>
            <a:srgbClr val="7030A0"/>
          </a:solidFill>
          <a:ln w="9525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Noto Sans"/>
              <a:buNone/>
            </a:pPr>
            <a:r>
              <a:rPr lang="ja-JP" altLang="en-US" sz="16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統合</a:t>
            </a:r>
            <a:endParaRPr sz="16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9" name="Google Shape;68;p3">
            <a:extLst>
              <a:ext uri="{FF2B5EF4-FFF2-40B4-BE49-F238E27FC236}">
                <a16:creationId xmlns:a16="http://schemas.microsoft.com/office/drawing/2014/main" id="{CCA6BE90-CB20-C323-564E-D8EEA91D3796}"/>
              </a:ext>
            </a:extLst>
          </p:cNvPr>
          <p:cNvSpPr/>
          <p:nvPr/>
        </p:nvSpPr>
        <p:spPr>
          <a:xfrm>
            <a:off x="7168235" y="3896884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Google Shape;69;p3">
            <a:extLst>
              <a:ext uri="{FF2B5EF4-FFF2-40B4-BE49-F238E27FC236}">
                <a16:creationId xmlns:a16="http://schemas.microsoft.com/office/drawing/2014/main" id="{E11D2A1A-D80C-D888-AB2E-8D4B6BE60813}"/>
              </a:ext>
            </a:extLst>
          </p:cNvPr>
          <p:cNvSpPr/>
          <p:nvPr/>
        </p:nvSpPr>
        <p:spPr>
          <a:xfrm>
            <a:off x="7673610" y="3794433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Google Shape;70;p3">
            <a:extLst>
              <a:ext uri="{FF2B5EF4-FFF2-40B4-BE49-F238E27FC236}">
                <a16:creationId xmlns:a16="http://schemas.microsoft.com/office/drawing/2014/main" id="{4F39BBBF-881B-360B-06B1-64642C5B0B47}"/>
              </a:ext>
            </a:extLst>
          </p:cNvPr>
          <p:cNvSpPr/>
          <p:nvPr/>
        </p:nvSpPr>
        <p:spPr>
          <a:xfrm>
            <a:off x="8394476" y="4532448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Google Shape;71;p3">
            <a:extLst>
              <a:ext uri="{FF2B5EF4-FFF2-40B4-BE49-F238E27FC236}">
                <a16:creationId xmlns:a16="http://schemas.microsoft.com/office/drawing/2014/main" id="{4560C0E4-8C32-06E7-CE36-1597D2356788}"/>
              </a:ext>
            </a:extLst>
          </p:cNvPr>
          <p:cNvSpPr/>
          <p:nvPr/>
        </p:nvSpPr>
        <p:spPr>
          <a:xfrm>
            <a:off x="8283173" y="4099688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Google Shape;72;p3">
            <a:extLst>
              <a:ext uri="{FF2B5EF4-FFF2-40B4-BE49-F238E27FC236}">
                <a16:creationId xmlns:a16="http://schemas.microsoft.com/office/drawing/2014/main" id="{6CC39895-0F85-D4FA-5EB3-4F04DD45DD6A}"/>
              </a:ext>
            </a:extLst>
          </p:cNvPr>
          <p:cNvSpPr/>
          <p:nvPr/>
        </p:nvSpPr>
        <p:spPr>
          <a:xfrm>
            <a:off x="7662116" y="3282615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9" name="Google Shape;78;p3">
            <a:extLst>
              <a:ext uri="{FF2B5EF4-FFF2-40B4-BE49-F238E27FC236}">
                <a16:creationId xmlns:a16="http://schemas.microsoft.com/office/drawing/2014/main" id="{65FE295F-BE36-1260-A7A1-9955335DB6CF}"/>
              </a:ext>
            </a:extLst>
          </p:cNvPr>
          <p:cNvCxnSpPr>
            <a:cxnSpLocks/>
          </p:cNvCxnSpPr>
          <p:nvPr/>
        </p:nvCxnSpPr>
        <p:spPr>
          <a:xfrm flipH="1" flipV="1">
            <a:off x="7874332" y="3143581"/>
            <a:ext cx="110448" cy="897175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64A7F14-3B26-DA88-0E22-BED926D4138D}"/>
              </a:ext>
            </a:extLst>
          </p:cNvPr>
          <p:cNvSpPr/>
          <p:nvPr/>
        </p:nvSpPr>
        <p:spPr>
          <a:xfrm>
            <a:off x="8444709" y="3533969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4826427-0681-E0AE-4DA4-4CBB035BC570}"/>
              </a:ext>
            </a:extLst>
          </p:cNvPr>
          <p:cNvSpPr/>
          <p:nvPr/>
        </p:nvSpPr>
        <p:spPr>
          <a:xfrm>
            <a:off x="7937587" y="4505146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CF12D76-1A09-E8BF-5B65-E6FCC3D2197C}"/>
              </a:ext>
            </a:extLst>
          </p:cNvPr>
          <p:cNvSpPr/>
          <p:nvPr/>
        </p:nvSpPr>
        <p:spPr>
          <a:xfrm>
            <a:off x="7223663" y="4190167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B5D82D3-5B01-4FA4-CD49-6DB7AE11B625}"/>
              </a:ext>
            </a:extLst>
          </p:cNvPr>
          <p:cNvSpPr/>
          <p:nvPr/>
        </p:nvSpPr>
        <p:spPr>
          <a:xfrm>
            <a:off x="8036711" y="3721773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0CF9D27-3F17-C10E-19F1-D5756186C5C8}"/>
              </a:ext>
            </a:extLst>
          </p:cNvPr>
          <p:cNvSpPr/>
          <p:nvPr/>
        </p:nvSpPr>
        <p:spPr>
          <a:xfrm>
            <a:off x="7765070" y="4178769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Google Shape;78;p3">
            <a:extLst>
              <a:ext uri="{FF2B5EF4-FFF2-40B4-BE49-F238E27FC236}">
                <a16:creationId xmlns:a16="http://schemas.microsoft.com/office/drawing/2014/main" id="{02E41A38-3878-9F4C-7994-3477F45DBC6B}"/>
              </a:ext>
            </a:extLst>
          </p:cNvPr>
          <p:cNvCxnSpPr>
            <a:cxnSpLocks/>
          </p:cNvCxnSpPr>
          <p:nvPr/>
        </p:nvCxnSpPr>
        <p:spPr>
          <a:xfrm flipV="1">
            <a:off x="8130192" y="3738406"/>
            <a:ext cx="632200" cy="291285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78;p3">
            <a:extLst>
              <a:ext uri="{FF2B5EF4-FFF2-40B4-BE49-F238E27FC236}">
                <a16:creationId xmlns:a16="http://schemas.microsoft.com/office/drawing/2014/main" id="{E303F119-F367-B3EF-B60C-74D490B66481}"/>
              </a:ext>
            </a:extLst>
          </p:cNvPr>
          <p:cNvCxnSpPr>
            <a:cxnSpLocks/>
          </p:cNvCxnSpPr>
          <p:nvPr/>
        </p:nvCxnSpPr>
        <p:spPr>
          <a:xfrm>
            <a:off x="8130192" y="4021497"/>
            <a:ext cx="152400" cy="650424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" name="Google Shape;78;p3">
            <a:extLst>
              <a:ext uri="{FF2B5EF4-FFF2-40B4-BE49-F238E27FC236}">
                <a16:creationId xmlns:a16="http://schemas.microsoft.com/office/drawing/2014/main" id="{704D1E2E-C4D3-6596-5D5F-46E165811A7A}"/>
              </a:ext>
            </a:extLst>
          </p:cNvPr>
          <p:cNvCxnSpPr>
            <a:cxnSpLocks/>
          </p:cNvCxnSpPr>
          <p:nvPr/>
        </p:nvCxnSpPr>
        <p:spPr>
          <a:xfrm flipV="1">
            <a:off x="7000331" y="4021497"/>
            <a:ext cx="984449" cy="87192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8F59032-F8AF-779B-F271-5498E73EA3C0}"/>
              </a:ext>
            </a:extLst>
          </p:cNvPr>
          <p:cNvSpPr/>
          <p:nvPr/>
        </p:nvSpPr>
        <p:spPr>
          <a:xfrm>
            <a:off x="8025165" y="3351354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6" name="Google Shape;71;p3">
            <a:extLst>
              <a:ext uri="{FF2B5EF4-FFF2-40B4-BE49-F238E27FC236}">
                <a16:creationId xmlns:a16="http://schemas.microsoft.com/office/drawing/2014/main" id="{AB832BD4-C279-FDE8-1E3B-FA64021CDD45}"/>
              </a:ext>
            </a:extLst>
          </p:cNvPr>
          <p:cNvSpPr/>
          <p:nvPr/>
        </p:nvSpPr>
        <p:spPr>
          <a:xfrm>
            <a:off x="8634376" y="3828922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5627C2E-0D7A-4E6F-C125-D3172309298F}"/>
              </a:ext>
            </a:extLst>
          </p:cNvPr>
          <p:cNvSpPr txBox="1"/>
          <p:nvPr/>
        </p:nvSpPr>
        <p:spPr>
          <a:xfrm>
            <a:off x="6685885" y="4774435"/>
            <a:ext cx="53400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複雑な分類の模式図</a:t>
            </a:r>
            <a:b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　と　が分類対象を表し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線（　　）一つ一つは、各木による分類境界のイメージを表わす</a:t>
            </a:r>
          </a:p>
        </p:txBody>
      </p:sp>
      <p:cxnSp>
        <p:nvCxnSpPr>
          <p:cNvPr id="58" name="Google Shape;78;p3">
            <a:extLst>
              <a:ext uri="{FF2B5EF4-FFF2-40B4-BE49-F238E27FC236}">
                <a16:creationId xmlns:a16="http://schemas.microsoft.com/office/drawing/2014/main" id="{4EFB1352-A3F3-0FC7-F96A-E8AE89E1EDB9}"/>
              </a:ext>
            </a:extLst>
          </p:cNvPr>
          <p:cNvCxnSpPr>
            <a:cxnSpLocks/>
          </p:cNvCxnSpPr>
          <p:nvPr/>
        </p:nvCxnSpPr>
        <p:spPr>
          <a:xfrm>
            <a:off x="7138201" y="5339169"/>
            <a:ext cx="316100" cy="0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8C2A5791-E783-D40F-BF3C-0F485136D9DC}"/>
              </a:ext>
            </a:extLst>
          </p:cNvPr>
          <p:cNvSpPr/>
          <p:nvPr/>
        </p:nvSpPr>
        <p:spPr>
          <a:xfrm>
            <a:off x="6792111" y="5054359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Google Shape;69;p3">
            <a:extLst>
              <a:ext uri="{FF2B5EF4-FFF2-40B4-BE49-F238E27FC236}">
                <a16:creationId xmlns:a16="http://schemas.microsoft.com/office/drawing/2014/main" id="{0F4FB546-2C27-A4AC-0B5C-8ADB54D52C3C}"/>
              </a:ext>
            </a:extLst>
          </p:cNvPr>
          <p:cNvSpPr/>
          <p:nvPr/>
        </p:nvSpPr>
        <p:spPr>
          <a:xfrm>
            <a:off x="7146111" y="5054490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636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2D014018-E4B1-2D37-9E10-33B7ECEB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吹き出し: 角を丸めた四角形 72">
            <a:extLst>
              <a:ext uri="{FF2B5EF4-FFF2-40B4-BE49-F238E27FC236}">
                <a16:creationId xmlns:a16="http://schemas.microsoft.com/office/drawing/2014/main" id="{7F6F2826-5041-A30A-149C-55219BDFAF46}"/>
              </a:ext>
            </a:extLst>
          </p:cNvPr>
          <p:cNvSpPr/>
          <p:nvPr/>
        </p:nvSpPr>
        <p:spPr>
          <a:xfrm>
            <a:off x="876907" y="3395492"/>
            <a:ext cx="4661437" cy="2960150"/>
          </a:xfrm>
          <a:prstGeom prst="wedgeRoundRectCallout">
            <a:avLst>
              <a:gd name="adj1" fmla="val 63611"/>
              <a:gd name="adj2" fmla="val -1427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FC8F1A57-2D58-267E-388B-9960E0751CFF}"/>
              </a:ext>
            </a:extLst>
          </p:cNvPr>
          <p:cNvSpPr/>
          <p:nvPr/>
        </p:nvSpPr>
        <p:spPr>
          <a:xfrm>
            <a:off x="11137392" y="629107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Noto Sans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40" name="Google Shape;40;p2">
            <a:extLst>
              <a:ext uri="{FF2B5EF4-FFF2-40B4-BE49-F238E27FC236}">
                <a16:creationId xmlns:a16="http://schemas.microsoft.com/office/drawing/2014/main" id="{AB1456AB-D22D-CA1D-97CB-FB7CA231F127}"/>
              </a:ext>
            </a:extLst>
          </p:cNvPr>
          <p:cNvSpPr/>
          <p:nvPr/>
        </p:nvSpPr>
        <p:spPr>
          <a:xfrm>
            <a:off x="658368" y="3840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6BFE"/>
              </a:buClr>
              <a:buSzPts val="900"/>
              <a:buFont typeface="Noto Sans"/>
              <a:buNone/>
            </a:pPr>
            <a:r>
              <a:rPr lang="en-US" sz="900" b="1">
                <a:solidFill>
                  <a:srgbClr val="246BF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CONCLUSION</a:t>
            </a:r>
            <a:endParaRPr sz="9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41" name="Google Shape;41;p2">
            <a:extLst>
              <a:ext uri="{FF2B5EF4-FFF2-40B4-BE49-F238E27FC236}">
                <a16:creationId xmlns:a16="http://schemas.microsoft.com/office/drawing/2014/main" id="{C887C177-5395-8C45-7EE6-9A0D2B399E2E}"/>
              </a:ext>
            </a:extLst>
          </p:cNvPr>
          <p:cNvSpPr/>
          <p:nvPr/>
        </p:nvSpPr>
        <p:spPr>
          <a:xfrm>
            <a:off x="640080" y="68580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000"/>
              <a:buFont typeface="Noto Sans"/>
              <a:buNone/>
            </a:pPr>
            <a:r>
              <a:rPr lang="ja-JP" altLang="en-US" sz="3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まとめ</a:t>
            </a:r>
            <a:endParaRPr sz="30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42" name="Google Shape;42;p2">
            <a:extLst>
              <a:ext uri="{FF2B5EF4-FFF2-40B4-BE49-F238E27FC236}">
                <a16:creationId xmlns:a16="http://schemas.microsoft.com/office/drawing/2014/main" id="{A4CFD07D-9C05-73A9-E389-B32500B75E54}"/>
              </a:ext>
            </a:extLst>
          </p:cNvPr>
          <p:cNvCxnSpPr/>
          <p:nvPr/>
        </p:nvCxnSpPr>
        <p:spPr>
          <a:xfrm>
            <a:off x="658368" y="1444752"/>
            <a:ext cx="1143000" cy="0"/>
          </a:xfrm>
          <a:prstGeom prst="straightConnector1">
            <a:avLst/>
          </a:prstGeom>
          <a:noFill/>
          <a:ln w="292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2">
            <a:extLst>
              <a:ext uri="{FF2B5EF4-FFF2-40B4-BE49-F238E27FC236}">
                <a16:creationId xmlns:a16="http://schemas.microsoft.com/office/drawing/2014/main" id="{F71F0C55-AEAD-D376-2FAD-0549E07F28F5}"/>
              </a:ext>
            </a:extLst>
          </p:cNvPr>
          <p:cNvSpPr/>
          <p:nvPr/>
        </p:nvSpPr>
        <p:spPr>
          <a:xfrm>
            <a:off x="685798" y="1627631"/>
            <a:ext cx="10972799" cy="162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lvl="0">
              <a:spcAft>
                <a:spcPts val="1200"/>
              </a:spcAft>
              <a:buClr>
                <a:srgbClr val="172033"/>
              </a:buClr>
              <a:buSzPts val="1700"/>
            </a:pPr>
            <a:r>
              <a:rPr lang="en-US" altLang="ja-JP" sz="2000" b="1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XGBoost</a:t>
            </a:r>
            <a:r>
              <a:rPr lang="en-US" altLang="ja-JP" sz="2000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は</a:t>
            </a:r>
            <a:r>
              <a:rPr lang="en-US" altLang="ja-JP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、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データから数値予測や分類ができる</a:t>
            </a:r>
            <a:r>
              <a:rPr lang="en-US" altLang="ja-JP" sz="2000" b="1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機械学習</a:t>
            </a:r>
            <a:r>
              <a:rPr lang="ja-JP" altLang="en-US" sz="2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ライブラリ</a:t>
            </a:r>
            <a:endParaRPr lang="en-US" altLang="ja-JP" sz="2000" b="1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lvl="0">
              <a:spcAft>
                <a:spcPts val="1200"/>
              </a:spcAft>
              <a:buClr>
                <a:srgbClr val="172033"/>
              </a:buClr>
              <a:buSzPts val="1700"/>
            </a:pPr>
            <a:r>
              <a:rPr lang="en-US" altLang="ja-JP" sz="2000" b="1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XGBoost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は、</a:t>
            </a:r>
            <a:r>
              <a:rPr lang="ja-JP" altLang="en-US" sz="2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機械学習モデル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として</a:t>
            </a:r>
            <a:r>
              <a:rPr lang="ja-JP" altLang="en-US" sz="2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勾配ブースティング決定木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などを使用</a:t>
            </a:r>
            <a:endParaRPr lang="en-US" altLang="ja-JP" sz="2000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  <a:p>
            <a:pPr lvl="0">
              <a:spcAft>
                <a:spcPts val="1200"/>
              </a:spcAft>
              <a:buClr>
                <a:srgbClr val="172033"/>
              </a:buClr>
              <a:buSzPts val="1700"/>
            </a:pPr>
            <a:r>
              <a:rPr lang="ja-JP" altLang="en-US" sz="2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勾配ブースティング決定木</a:t>
            </a:r>
            <a:r>
              <a:rPr lang="ja-JP" altLang="en-US" sz="2000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は、</a:t>
            </a:r>
            <a:r>
              <a:rPr lang="en-US" sz="2000" b="1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小さな</a:t>
            </a:r>
            <a:r>
              <a:rPr lang="ja-JP" alt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モデル（決定木）を</a:t>
            </a:r>
            <a:r>
              <a:rPr lang="en-US" altLang="ja-JP" sz="2000" b="1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一つ</a:t>
            </a:r>
            <a:r>
              <a:rPr lang="ja-JP" altLang="en-US" sz="2000" b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に</a:t>
            </a:r>
            <a:r>
              <a:rPr lang="ja-JP" alt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統合</a:t>
            </a:r>
            <a:r>
              <a:rPr lang="ja-JP" altLang="en-US" sz="200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することで、</a:t>
            </a:r>
            <a:br>
              <a:rPr lang="en-US" altLang="ja-JP" sz="2000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</a:br>
            <a:r>
              <a:rPr lang="ja-JP" altLang="en-US" sz="20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複雑な数値予測や分類を実現</a:t>
            </a:r>
            <a:endParaRPr lang="en-US" altLang="ja-JP" sz="2000" b="1" i="0" u="none" strike="noStrike" cap="none">
              <a:solidFill>
                <a:srgbClr val="1720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cxnSp>
        <p:nvCxnSpPr>
          <p:cNvPr id="11" name="Google Shape;120;p8">
            <a:extLst>
              <a:ext uri="{FF2B5EF4-FFF2-40B4-BE49-F238E27FC236}">
                <a16:creationId xmlns:a16="http://schemas.microsoft.com/office/drawing/2014/main" id="{F8083FA3-D0C8-FDA8-ACDA-371F43E0A5E8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2081444" y="4122423"/>
            <a:ext cx="958593" cy="523719"/>
          </a:xfrm>
          <a:prstGeom prst="straightConnector1">
            <a:avLst/>
          </a:prstGeom>
          <a:noFill/>
          <a:ln w="1777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1;p8">
            <a:extLst>
              <a:ext uri="{FF2B5EF4-FFF2-40B4-BE49-F238E27FC236}">
                <a16:creationId xmlns:a16="http://schemas.microsoft.com/office/drawing/2014/main" id="{82ACE393-45A0-EAB9-8E96-2A8530586C1C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449854" y="4116838"/>
            <a:ext cx="841577" cy="540984"/>
          </a:xfrm>
          <a:prstGeom prst="straightConnector1">
            <a:avLst/>
          </a:prstGeom>
          <a:noFill/>
          <a:ln w="1777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2;p8">
            <a:extLst>
              <a:ext uri="{FF2B5EF4-FFF2-40B4-BE49-F238E27FC236}">
                <a16:creationId xmlns:a16="http://schemas.microsoft.com/office/drawing/2014/main" id="{6A2697B9-07A3-9ED9-2DBC-FB212C36DDAA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519246" y="4885947"/>
            <a:ext cx="457042" cy="640080"/>
          </a:xfrm>
          <a:prstGeom prst="straightConnector1">
            <a:avLst/>
          </a:prstGeom>
          <a:noFill/>
          <a:ln w="1777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23;p8">
            <a:extLst>
              <a:ext uri="{FF2B5EF4-FFF2-40B4-BE49-F238E27FC236}">
                <a16:creationId xmlns:a16="http://schemas.microsoft.com/office/drawing/2014/main" id="{E76EC521-999D-3D4F-B589-01CFFBB5201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214032" y="4885947"/>
            <a:ext cx="452628" cy="640080"/>
          </a:xfrm>
          <a:prstGeom prst="straightConnector1">
            <a:avLst/>
          </a:prstGeom>
          <a:noFill/>
          <a:ln w="1777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24;p8">
            <a:extLst>
              <a:ext uri="{FF2B5EF4-FFF2-40B4-BE49-F238E27FC236}">
                <a16:creationId xmlns:a16="http://schemas.microsoft.com/office/drawing/2014/main" id="{B4E49362-2921-F47A-6289-FB98218A080D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829659" y="4885947"/>
            <a:ext cx="347472" cy="640080"/>
          </a:xfrm>
          <a:prstGeom prst="straightConnector1">
            <a:avLst/>
          </a:prstGeom>
          <a:noFill/>
          <a:ln w="1777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5;p8">
            <a:extLst>
              <a:ext uri="{FF2B5EF4-FFF2-40B4-BE49-F238E27FC236}">
                <a16:creationId xmlns:a16="http://schemas.microsoft.com/office/drawing/2014/main" id="{39690768-3B71-75AF-FEF5-E470C3582D54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4414875" y="4885947"/>
            <a:ext cx="483686" cy="640080"/>
          </a:xfrm>
          <a:prstGeom prst="straightConnector1">
            <a:avLst/>
          </a:prstGeom>
          <a:noFill/>
          <a:ln w="1777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26;p8">
            <a:extLst>
              <a:ext uri="{FF2B5EF4-FFF2-40B4-BE49-F238E27FC236}">
                <a16:creationId xmlns:a16="http://schemas.microsoft.com/office/drawing/2014/main" id="{6F3177A0-5435-CA5C-2A62-BCD65338284B}"/>
              </a:ext>
            </a:extLst>
          </p:cNvPr>
          <p:cNvSpPr/>
          <p:nvPr/>
        </p:nvSpPr>
        <p:spPr>
          <a:xfrm>
            <a:off x="2627798" y="3683511"/>
            <a:ext cx="1234440" cy="438912"/>
          </a:xfrm>
          <a:prstGeom prst="roundRect">
            <a:avLst>
              <a:gd name="adj" fmla="val 29167"/>
            </a:avLst>
          </a:prstGeom>
          <a:solidFill>
            <a:srgbClr val="DCE8FF"/>
          </a:solidFill>
          <a:ln w="12700" cap="flat" cmpd="sng">
            <a:solidFill>
              <a:srgbClr val="246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20"/>
              <a:buFont typeface="Noto Sans"/>
              <a:buNone/>
            </a:pPr>
            <a:r>
              <a:rPr lang="en-US" sz="1220" b="1" i="0" u="none" strike="noStrike" cap="none" err="1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年齢</a:t>
            </a:r>
            <a:r>
              <a:rPr lang="en-US" sz="122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 &lt; 40?</a:t>
            </a:r>
            <a:endParaRPr sz="122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19" name="Google Shape;127;p8">
            <a:extLst>
              <a:ext uri="{FF2B5EF4-FFF2-40B4-BE49-F238E27FC236}">
                <a16:creationId xmlns:a16="http://schemas.microsoft.com/office/drawing/2014/main" id="{F3E6A8C2-A639-D81B-A7BD-265E1BEF7936}"/>
              </a:ext>
            </a:extLst>
          </p:cNvPr>
          <p:cNvSpPr/>
          <p:nvPr/>
        </p:nvSpPr>
        <p:spPr>
          <a:xfrm>
            <a:off x="1418504" y="4646142"/>
            <a:ext cx="1325880" cy="438912"/>
          </a:xfrm>
          <a:prstGeom prst="roundRect">
            <a:avLst>
              <a:gd name="adj" fmla="val 29167"/>
            </a:avLst>
          </a:prstGeom>
          <a:solidFill>
            <a:srgbClr val="DDF5ED"/>
          </a:solidFill>
          <a:ln w="12700" cap="flat" cmpd="sng">
            <a:solidFill>
              <a:srgbClr val="20A6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80"/>
              <a:buFont typeface="Noto Sans"/>
              <a:buNone/>
            </a:pPr>
            <a:r>
              <a:rPr lang="en-US" sz="118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利用回数 &lt; 5?</a:t>
            </a:r>
            <a:endParaRPr sz="118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0" name="Google Shape;128;p8">
            <a:extLst>
              <a:ext uri="{FF2B5EF4-FFF2-40B4-BE49-F238E27FC236}">
                <a16:creationId xmlns:a16="http://schemas.microsoft.com/office/drawing/2014/main" id="{72882686-BD30-57BB-A1F4-8E9B6499D57D}"/>
              </a:ext>
            </a:extLst>
          </p:cNvPr>
          <p:cNvSpPr/>
          <p:nvPr/>
        </p:nvSpPr>
        <p:spPr>
          <a:xfrm>
            <a:off x="3628491" y="4657822"/>
            <a:ext cx="1325880" cy="438912"/>
          </a:xfrm>
          <a:prstGeom prst="roundRect">
            <a:avLst>
              <a:gd name="adj" fmla="val 29167"/>
            </a:avLst>
          </a:prstGeom>
          <a:solidFill>
            <a:srgbClr val="FFE9D5"/>
          </a:solidFill>
          <a:ln w="12700" cap="flat" cmpd="sng">
            <a:solidFill>
              <a:srgbClr val="F38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80"/>
              <a:buFont typeface="Noto Sans"/>
              <a:buNone/>
            </a:pPr>
            <a:r>
              <a:rPr lang="en-US" sz="118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過去購入あり?</a:t>
            </a:r>
            <a:endParaRPr sz="118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1" name="Google Shape;129;p8">
            <a:extLst>
              <a:ext uri="{FF2B5EF4-FFF2-40B4-BE49-F238E27FC236}">
                <a16:creationId xmlns:a16="http://schemas.microsoft.com/office/drawing/2014/main" id="{874F2B21-1332-0EBC-9C78-7AABA19C06BF}"/>
              </a:ext>
            </a:extLst>
          </p:cNvPr>
          <p:cNvSpPr/>
          <p:nvPr/>
        </p:nvSpPr>
        <p:spPr>
          <a:xfrm>
            <a:off x="1116910" y="5526027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低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2" name="Google Shape;130;p8">
            <a:extLst>
              <a:ext uri="{FF2B5EF4-FFF2-40B4-BE49-F238E27FC236}">
                <a16:creationId xmlns:a16="http://schemas.microsoft.com/office/drawing/2014/main" id="{02716B94-DF55-46B1-FF57-4D82FD13EA25}"/>
              </a:ext>
            </a:extLst>
          </p:cNvPr>
          <p:cNvSpPr/>
          <p:nvPr/>
        </p:nvSpPr>
        <p:spPr>
          <a:xfrm>
            <a:off x="2264324" y="5526027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中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3" name="Google Shape;131;p8">
            <a:extLst>
              <a:ext uri="{FF2B5EF4-FFF2-40B4-BE49-F238E27FC236}">
                <a16:creationId xmlns:a16="http://schemas.microsoft.com/office/drawing/2014/main" id="{402D62DE-5B80-6E60-A9C0-3B1E342A18B8}"/>
              </a:ext>
            </a:extLst>
          </p:cNvPr>
          <p:cNvSpPr/>
          <p:nvPr/>
        </p:nvSpPr>
        <p:spPr>
          <a:xfrm>
            <a:off x="3427323" y="5526027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中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sp>
        <p:nvSpPr>
          <p:cNvPr id="24" name="Google Shape;132;p8">
            <a:extLst>
              <a:ext uri="{FF2B5EF4-FFF2-40B4-BE49-F238E27FC236}">
                <a16:creationId xmlns:a16="http://schemas.microsoft.com/office/drawing/2014/main" id="{A7AD2FAD-7870-8E20-EE8A-9DFA0F38F6E7}"/>
              </a:ext>
            </a:extLst>
          </p:cNvPr>
          <p:cNvSpPr/>
          <p:nvPr/>
        </p:nvSpPr>
        <p:spPr>
          <a:xfrm>
            <a:off x="4496225" y="5526027"/>
            <a:ext cx="804672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0" tIns="1500" rIns="1500" bIns="15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1720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rPr>
              <a:t>高</a:t>
            </a:r>
            <a:endParaRPr sz="1300" b="0" i="0" u="none" strike="noStrike" cap="none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"/>
              <a:sym typeface="Noto Sans"/>
            </a:endParaRP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EA1456F7-B489-CB53-504A-C097DF2A70CF}"/>
              </a:ext>
            </a:extLst>
          </p:cNvPr>
          <p:cNvGrpSpPr/>
          <p:nvPr/>
        </p:nvGrpSpPr>
        <p:grpSpPr>
          <a:xfrm>
            <a:off x="5824463" y="4160197"/>
            <a:ext cx="2755230" cy="1777310"/>
            <a:chOff x="5749684" y="3107513"/>
            <a:chExt cx="4771268" cy="1777310"/>
          </a:xfrm>
        </p:grpSpPr>
        <p:cxnSp>
          <p:nvCxnSpPr>
            <p:cNvPr id="25" name="Google Shape;19;p1">
              <a:extLst>
                <a:ext uri="{FF2B5EF4-FFF2-40B4-BE49-F238E27FC236}">
                  <a16:creationId xmlns:a16="http://schemas.microsoft.com/office/drawing/2014/main" id="{82F11E39-7A72-84EC-D8CE-D606856E7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6902" y="3637582"/>
              <a:ext cx="579223" cy="672282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0;p1">
              <a:extLst>
                <a:ext uri="{FF2B5EF4-FFF2-40B4-BE49-F238E27FC236}">
                  <a16:creationId xmlns:a16="http://schemas.microsoft.com/office/drawing/2014/main" id="{8C978756-0254-BFCB-6C9E-C7A51A155A6D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87" y="3637582"/>
              <a:ext cx="579223" cy="672282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" name="Google Shape;21;p1">
              <a:extLst>
                <a:ext uri="{FF2B5EF4-FFF2-40B4-BE49-F238E27FC236}">
                  <a16:creationId xmlns:a16="http://schemas.microsoft.com/office/drawing/2014/main" id="{2AA33206-76E5-27F3-EA2C-F553045AACEB}"/>
                </a:ext>
              </a:extLst>
            </p:cNvPr>
            <p:cNvSpPr/>
            <p:nvPr/>
          </p:nvSpPr>
          <p:spPr>
            <a:xfrm>
              <a:off x="6372393" y="3107513"/>
              <a:ext cx="882625" cy="568854"/>
            </a:xfrm>
            <a:prstGeom prst="roundRect">
              <a:avLst>
                <a:gd name="adj" fmla="val 25253"/>
              </a:avLst>
            </a:prstGeom>
            <a:solidFill>
              <a:srgbClr val="20A67A"/>
            </a:solidFill>
            <a:ln w="9525" cap="flat" cmpd="sng">
              <a:solidFill>
                <a:srgbClr val="20A67A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64"/>
                <a:buFont typeface="Noto Sans"/>
                <a:buNone/>
              </a:pPr>
              <a:r>
                <a:rPr lang="ja-JP" altLang="en-US" sz="1600" b="1" i="0" u="none" strike="noStrike" cap="none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木</a:t>
              </a:r>
              <a:r>
                <a:rPr lang="en-US" altLang="ja-JP" sz="1600" b="1" i="0" u="none" strike="noStrike" cap="none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1</a:t>
              </a:r>
              <a:endParaRPr sz="1600" b="0" i="0" u="none" strike="noStrike" cap="none">
                <a:solidFill>
                  <a:schemeClr val="dk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endParaRPr>
            </a:p>
          </p:txBody>
        </p:sp>
        <p:cxnSp>
          <p:nvCxnSpPr>
            <p:cNvPr id="28" name="Google Shape;22;p1">
              <a:extLst>
                <a:ext uri="{FF2B5EF4-FFF2-40B4-BE49-F238E27FC236}">
                  <a16:creationId xmlns:a16="http://schemas.microsoft.com/office/drawing/2014/main" id="{35E77E8E-44DC-9783-DA89-51B0BAAA7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9385" y="3637582"/>
              <a:ext cx="579223" cy="672282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3;p1">
              <a:extLst>
                <a:ext uri="{FF2B5EF4-FFF2-40B4-BE49-F238E27FC236}">
                  <a16:creationId xmlns:a16="http://schemas.microsoft.com/office/drawing/2014/main" id="{09B32B63-0785-7786-4E6F-0409426A0A86}"/>
                </a:ext>
              </a:extLst>
            </p:cNvPr>
            <p:cNvCxnSpPr>
              <a:cxnSpLocks/>
            </p:cNvCxnSpPr>
            <p:nvPr/>
          </p:nvCxnSpPr>
          <p:spPr>
            <a:xfrm>
              <a:off x="8143770" y="3637582"/>
              <a:ext cx="579223" cy="672282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" name="Google Shape;24;p1">
              <a:extLst>
                <a:ext uri="{FF2B5EF4-FFF2-40B4-BE49-F238E27FC236}">
                  <a16:creationId xmlns:a16="http://schemas.microsoft.com/office/drawing/2014/main" id="{BCE72AE2-0A49-3933-30D5-C34F02847461}"/>
                </a:ext>
              </a:extLst>
            </p:cNvPr>
            <p:cNvSpPr/>
            <p:nvPr/>
          </p:nvSpPr>
          <p:spPr>
            <a:xfrm>
              <a:off x="7674877" y="3107513"/>
              <a:ext cx="882625" cy="568854"/>
            </a:xfrm>
            <a:prstGeom prst="roundRect">
              <a:avLst>
                <a:gd name="adj" fmla="val 25253"/>
              </a:avLst>
            </a:prstGeom>
            <a:solidFill>
              <a:srgbClr val="246BFE"/>
            </a:solidFill>
            <a:ln w="9525" cap="flat" cmpd="sng">
              <a:solidFill>
                <a:srgbClr val="246BFE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64"/>
                <a:buFont typeface="Noto Sans"/>
                <a:buNone/>
              </a:pPr>
              <a:r>
                <a:rPr lang="ja-JP" altLang="en-US" sz="1600" b="1" i="0" u="none" strike="noStrike" cap="none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木</a:t>
              </a:r>
              <a:r>
                <a:rPr lang="en-US" altLang="ja-JP" sz="1600" b="1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2</a:t>
              </a:r>
              <a:endParaRPr lang="en-US" altLang="ja-JP" sz="1600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endParaRPr>
            </a:p>
          </p:txBody>
        </p:sp>
        <p:cxnSp>
          <p:nvCxnSpPr>
            <p:cNvPr id="31" name="Google Shape;25;p1">
              <a:extLst>
                <a:ext uri="{FF2B5EF4-FFF2-40B4-BE49-F238E27FC236}">
                  <a16:creationId xmlns:a16="http://schemas.microsoft.com/office/drawing/2014/main" id="{28E9738B-B02D-8EEB-A54E-80636864C4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1868" y="3637582"/>
              <a:ext cx="579223" cy="672282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26;p1">
              <a:extLst>
                <a:ext uri="{FF2B5EF4-FFF2-40B4-BE49-F238E27FC236}">
                  <a16:creationId xmlns:a16="http://schemas.microsoft.com/office/drawing/2014/main" id="{C428E521-29BF-E4A0-1963-33D620976CFF}"/>
                </a:ext>
              </a:extLst>
            </p:cNvPr>
            <p:cNvCxnSpPr>
              <a:cxnSpLocks/>
            </p:cNvCxnSpPr>
            <p:nvPr/>
          </p:nvCxnSpPr>
          <p:spPr>
            <a:xfrm>
              <a:off x="9446253" y="3637582"/>
              <a:ext cx="579223" cy="672282"/>
            </a:xfrm>
            <a:prstGeom prst="straightConnector1">
              <a:avLst/>
            </a:prstGeom>
            <a:noFill/>
            <a:ln w="19050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" name="Google Shape;27;p1">
              <a:extLst>
                <a:ext uri="{FF2B5EF4-FFF2-40B4-BE49-F238E27FC236}">
                  <a16:creationId xmlns:a16="http://schemas.microsoft.com/office/drawing/2014/main" id="{1FAB2392-89D6-33C1-D840-6251A89A4912}"/>
                </a:ext>
              </a:extLst>
            </p:cNvPr>
            <p:cNvSpPr/>
            <p:nvPr/>
          </p:nvSpPr>
          <p:spPr>
            <a:xfrm>
              <a:off x="8977360" y="3107513"/>
              <a:ext cx="882625" cy="568854"/>
            </a:xfrm>
            <a:prstGeom prst="roundRect">
              <a:avLst>
                <a:gd name="adj" fmla="val 25253"/>
              </a:avLst>
            </a:prstGeom>
            <a:solidFill>
              <a:srgbClr val="F38B2A"/>
            </a:solidFill>
            <a:ln w="9525" cap="flat" cmpd="sng">
              <a:solidFill>
                <a:srgbClr val="F38B2A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864"/>
              </a:pPr>
              <a:r>
                <a:rPr lang="ja-JP" altLang="en-US" sz="1600" b="1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木</a:t>
              </a:r>
              <a:r>
                <a:rPr lang="en-US" altLang="ja-JP" sz="1600" b="1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3</a:t>
              </a:r>
              <a:endParaRPr lang="ja-JP" altLang="en-US" sz="1600">
                <a:solidFill>
                  <a:schemeClr val="dk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endParaRPr>
            </a:p>
          </p:txBody>
        </p:sp>
        <p:sp>
          <p:nvSpPr>
            <p:cNvPr id="34" name="Google Shape;24;p1">
              <a:extLst>
                <a:ext uri="{FF2B5EF4-FFF2-40B4-BE49-F238E27FC236}">
                  <a16:creationId xmlns:a16="http://schemas.microsoft.com/office/drawing/2014/main" id="{3EF6EAE3-6587-EA97-D16F-DAA6D31F9CC9}"/>
                </a:ext>
              </a:extLst>
            </p:cNvPr>
            <p:cNvSpPr/>
            <p:nvPr/>
          </p:nvSpPr>
          <p:spPr>
            <a:xfrm>
              <a:off x="5749684" y="4315969"/>
              <a:ext cx="4771268" cy="568854"/>
            </a:xfrm>
            <a:prstGeom prst="roundRect">
              <a:avLst>
                <a:gd name="adj" fmla="val 25253"/>
              </a:avLst>
            </a:prstGeom>
            <a:solidFill>
              <a:srgbClr val="7030A0"/>
            </a:solidFill>
            <a:ln w="9525" cap="flat" cmpd="sng">
              <a:solidFill>
                <a:srgbClr val="246BFE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64"/>
                <a:buFont typeface="Noto Sans"/>
                <a:buNone/>
              </a:pPr>
              <a:r>
                <a:rPr lang="ja-JP" altLang="en-US" sz="1600" b="1" i="0" u="none" strike="noStrike" cap="none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Noto Sans"/>
                  <a:sym typeface="Noto Sans"/>
                </a:rPr>
                <a:t>統合</a:t>
              </a:r>
              <a:endParaRPr sz="1600" b="0" i="0" u="none" strike="noStrike" cap="none">
                <a:solidFill>
                  <a:schemeClr val="dk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Noto Sans"/>
                <a:sym typeface="Noto Sans"/>
              </a:endParaRPr>
            </a:p>
          </p:txBody>
        </p:sp>
      </p:grpSp>
      <p:sp>
        <p:nvSpPr>
          <p:cNvPr id="52" name="Google Shape;68;p3">
            <a:extLst>
              <a:ext uri="{FF2B5EF4-FFF2-40B4-BE49-F238E27FC236}">
                <a16:creationId xmlns:a16="http://schemas.microsoft.com/office/drawing/2014/main" id="{A36CC32C-F085-DDCF-ECEE-DEC831B252F8}"/>
              </a:ext>
            </a:extLst>
          </p:cNvPr>
          <p:cNvSpPr/>
          <p:nvPr/>
        </p:nvSpPr>
        <p:spPr>
          <a:xfrm>
            <a:off x="9126606" y="5170314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Google Shape;69;p3">
            <a:extLst>
              <a:ext uri="{FF2B5EF4-FFF2-40B4-BE49-F238E27FC236}">
                <a16:creationId xmlns:a16="http://schemas.microsoft.com/office/drawing/2014/main" id="{2579E343-A44D-927C-7FB4-01372DB94FD0}"/>
              </a:ext>
            </a:extLst>
          </p:cNvPr>
          <p:cNvSpPr/>
          <p:nvPr/>
        </p:nvSpPr>
        <p:spPr>
          <a:xfrm>
            <a:off x="9631981" y="5067863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Google Shape;70;p3">
            <a:extLst>
              <a:ext uri="{FF2B5EF4-FFF2-40B4-BE49-F238E27FC236}">
                <a16:creationId xmlns:a16="http://schemas.microsoft.com/office/drawing/2014/main" id="{A3626AFC-3856-EC80-8DFB-5C0601774B20}"/>
              </a:ext>
            </a:extLst>
          </p:cNvPr>
          <p:cNvSpPr/>
          <p:nvPr/>
        </p:nvSpPr>
        <p:spPr>
          <a:xfrm>
            <a:off x="10352847" y="5805878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Google Shape;71;p3">
            <a:extLst>
              <a:ext uri="{FF2B5EF4-FFF2-40B4-BE49-F238E27FC236}">
                <a16:creationId xmlns:a16="http://schemas.microsoft.com/office/drawing/2014/main" id="{57F5F0D6-352D-E119-18FA-DA6B1BB44E41}"/>
              </a:ext>
            </a:extLst>
          </p:cNvPr>
          <p:cNvSpPr/>
          <p:nvPr/>
        </p:nvSpPr>
        <p:spPr>
          <a:xfrm>
            <a:off x="10241544" y="5373118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Google Shape;72;p3">
            <a:extLst>
              <a:ext uri="{FF2B5EF4-FFF2-40B4-BE49-F238E27FC236}">
                <a16:creationId xmlns:a16="http://schemas.microsoft.com/office/drawing/2014/main" id="{17DCCEF2-1964-CB28-EDAC-7E60F28B6871}"/>
              </a:ext>
            </a:extLst>
          </p:cNvPr>
          <p:cNvSpPr/>
          <p:nvPr/>
        </p:nvSpPr>
        <p:spPr>
          <a:xfrm>
            <a:off x="9620487" y="4556045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7" name="Google Shape;78;p3">
            <a:extLst>
              <a:ext uri="{FF2B5EF4-FFF2-40B4-BE49-F238E27FC236}">
                <a16:creationId xmlns:a16="http://schemas.microsoft.com/office/drawing/2014/main" id="{C90E51FC-A256-F4A8-697D-4CE5C5922334}"/>
              </a:ext>
            </a:extLst>
          </p:cNvPr>
          <p:cNvCxnSpPr>
            <a:cxnSpLocks/>
          </p:cNvCxnSpPr>
          <p:nvPr/>
        </p:nvCxnSpPr>
        <p:spPr>
          <a:xfrm flipH="1" flipV="1">
            <a:off x="9832703" y="4417011"/>
            <a:ext cx="110448" cy="897175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4290B82-269F-EB9C-1215-55FD455201E8}"/>
              </a:ext>
            </a:extLst>
          </p:cNvPr>
          <p:cNvSpPr/>
          <p:nvPr/>
        </p:nvSpPr>
        <p:spPr>
          <a:xfrm>
            <a:off x="10403080" y="4807399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A221DAA-0F5E-8251-8C19-BE5337CBB72A}"/>
              </a:ext>
            </a:extLst>
          </p:cNvPr>
          <p:cNvSpPr/>
          <p:nvPr/>
        </p:nvSpPr>
        <p:spPr>
          <a:xfrm>
            <a:off x="9895958" y="5778576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A45FAE2-6EDA-3E45-48DF-6A57A0030D57}"/>
              </a:ext>
            </a:extLst>
          </p:cNvPr>
          <p:cNvSpPr/>
          <p:nvPr/>
        </p:nvSpPr>
        <p:spPr>
          <a:xfrm>
            <a:off x="9182034" y="5463597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50E82EE0-BE99-48DE-9CE6-26B028EFCD80}"/>
              </a:ext>
            </a:extLst>
          </p:cNvPr>
          <p:cNvSpPr/>
          <p:nvPr/>
        </p:nvSpPr>
        <p:spPr>
          <a:xfrm>
            <a:off x="9995082" y="4995203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22460AB0-9854-0158-9627-DB406859F2EA}"/>
              </a:ext>
            </a:extLst>
          </p:cNvPr>
          <p:cNvSpPr/>
          <p:nvPr/>
        </p:nvSpPr>
        <p:spPr>
          <a:xfrm>
            <a:off x="9723441" y="5452199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Google Shape;78;p3">
            <a:extLst>
              <a:ext uri="{FF2B5EF4-FFF2-40B4-BE49-F238E27FC236}">
                <a16:creationId xmlns:a16="http://schemas.microsoft.com/office/drawing/2014/main" id="{45D31D6E-9F3E-94B4-EE71-14313AFBB1B9}"/>
              </a:ext>
            </a:extLst>
          </p:cNvPr>
          <p:cNvCxnSpPr>
            <a:cxnSpLocks/>
          </p:cNvCxnSpPr>
          <p:nvPr/>
        </p:nvCxnSpPr>
        <p:spPr>
          <a:xfrm flipV="1">
            <a:off x="10088563" y="5003642"/>
            <a:ext cx="632200" cy="291285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78;p3">
            <a:extLst>
              <a:ext uri="{FF2B5EF4-FFF2-40B4-BE49-F238E27FC236}">
                <a16:creationId xmlns:a16="http://schemas.microsoft.com/office/drawing/2014/main" id="{C6AB5CBC-C6F0-F63F-58BE-6AE4D99DD9EC}"/>
              </a:ext>
            </a:extLst>
          </p:cNvPr>
          <p:cNvCxnSpPr>
            <a:cxnSpLocks/>
          </p:cNvCxnSpPr>
          <p:nvPr/>
        </p:nvCxnSpPr>
        <p:spPr>
          <a:xfrm>
            <a:off x="10088563" y="5294927"/>
            <a:ext cx="152400" cy="650424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78;p3">
            <a:extLst>
              <a:ext uri="{FF2B5EF4-FFF2-40B4-BE49-F238E27FC236}">
                <a16:creationId xmlns:a16="http://schemas.microsoft.com/office/drawing/2014/main" id="{33B5B3C7-44A2-4468-9231-23BB1956E70E}"/>
              </a:ext>
            </a:extLst>
          </p:cNvPr>
          <p:cNvCxnSpPr>
            <a:cxnSpLocks/>
          </p:cNvCxnSpPr>
          <p:nvPr/>
        </p:nvCxnSpPr>
        <p:spPr>
          <a:xfrm flipV="1">
            <a:off x="8958702" y="5294927"/>
            <a:ext cx="984449" cy="87192"/>
          </a:xfrm>
          <a:prstGeom prst="straightConnector1">
            <a:avLst/>
          </a:prstGeom>
          <a:noFill/>
          <a:ln w="15225" cap="flat" cmpd="sng">
            <a:solidFill>
              <a:srgbClr val="5B667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276D9F4A-94B8-F39F-2FE1-198157172CC5}"/>
              </a:ext>
            </a:extLst>
          </p:cNvPr>
          <p:cNvSpPr/>
          <p:nvPr/>
        </p:nvSpPr>
        <p:spPr>
          <a:xfrm>
            <a:off x="9983536" y="4624784"/>
            <a:ext cx="128016" cy="1280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67" name="Google Shape;71;p3">
            <a:extLst>
              <a:ext uri="{FF2B5EF4-FFF2-40B4-BE49-F238E27FC236}">
                <a16:creationId xmlns:a16="http://schemas.microsoft.com/office/drawing/2014/main" id="{4AC9D161-4F1E-6C44-6A0C-44601DFF10EE}"/>
              </a:ext>
            </a:extLst>
          </p:cNvPr>
          <p:cNvSpPr/>
          <p:nvPr/>
        </p:nvSpPr>
        <p:spPr>
          <a:xfrm>
            <a:off x="10592747" y="5102352"/>
            <a:ext cx="128016" cy="128016"/>
          </a:xfrm>
          <a:prstGeom prst="ellipse">
            <a:avLst/>
          </a:prstGeom>
          <a:solidFill>
            <a:srgbClr val="20A67A"/>
          </a:solidFill>
          <a:ln w="12700" cap="flat" cmpd="sng">
            <a:solidFill>
              <a:srgbClr val="20A6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AA85C432-5260-1DD2-6A22-A3ADE6C821F3}"/>
              </a:ext>
            </a:extLst>
          </p:cNvPr>
          <p:cNvSpPr txBox="1"/>
          <p:nvPr/>
        </p:nvSpPr>
        <p:spPr>
          <a:xfrm>
            <a:off x="9562685" y="6047865"/>
            <a:ext cx="562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分類</a:t>
            </a:r>
          </a:p>
        </p:txBody>
      </p:sp>
      <p:sp>
        <p:nvSpPr>
          <p:cNvPr id="78" name="Google Shape;62;p3">
            <a:extLst>
              <a:ext uri="{FF2B5EF4-FFF2-40B4-BE49-F238E27FC236}">
                <a16:creationId xmlns:a16="http://schemas.microsoft.com/office/drawing/2014/main" id="{82B5F377-47E8-DCEE-D30E-D90068A1B61C}"/>
              </a:ext>
            </a:extLst>
          </p:cNvPr>
          <p:cNvSpPr/>
          <p:nvPr/>
        </p:nvSpPr>
        <p:spPr>
          <a:xfrm>
            <a:off x="9292296" y="3395492"/>
            <a:ext cx="256032" cy="274320"/>
          </a:xfrm>
          <a:prstGeom prst="rect">
            <a:avLst/>
          </a:prstGeom>
          <a:solidFill>
            <a:srgbClr val="246BFE"/>
          </a:solidFill>
          <a:ln w="12700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9" name="Google Shape;63;p3">
            <a:extLst>
              <a:ext uri="{FF2B5EF4-FFF2-40B4-BE49-F238E27FC236}">
                <a16:creationId xmlns:a16="http://schemas.microsoft.com/office/drawing/2014/main" id="{174A49E4-C518-A69A-786B-ADB8A41D4795}"/>
              </a:ext>
            </a:extLst>
          </p:cNvPr>
          <p:cNvSpPr/>
          <p:nvPr/>
        </p:nvSpPr>
        <p:spPr>
          <a:xfrm>
            <a:off x="9694632" y="3194324"/>
            <a:ext cx="256032" cy="475488"/>
          </a:xfrm>
          <a:prstGeom prst="rect">
            <a:avLst/>
          </a:prstGeom>
          <a:solidFill>
            <a:srgbClr val="246BFE"/>
          </a:solidFill>
          <a:ln w="12700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0" name="Google Shape;64;p3">
            <a:extLst>
              <a:ext uri="{FF2B5EF4-FFF2-40B4-BE49-F238E27FC236}">
                <a16:creationId xmlns:a16="http://schemas.microsoft.com/office/drawing/2014/main" id="{0E08D6D3-0326-C41A-FE13-9ACF228A6775}"/>
              </a:ext>
            </a:extLst>
          </p:cNvPr>
          <p:cNvSpPr/>
          <p:nvPr/>
        </p:nvSpPr>
        <p:spPr>
          <a:xfrm>
            <a:off x="10096968" y="3011444"/>
            <a:ext cx="256032" cy="658368"/>
          </a:xfrm>
          <a:prstGeom prst="rect">
            <a:avLst/>
          </a:prstGeom>
          <a:solidFill>
            <a:srgbClr val="246BFE"/>
          </a:solidFill>
          <a:ln w="12700" cap="flat" cmpd="sng">
            <a:solidFill>
              <a:srgbClr val="246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1" name="Google Shape;65;p3">
            <a:extLst>
              <a:ext uri="{FF2B5EF4-FFF2-40B4-BE49-F238E27FC236}">
                <a16:creationId xmlns:a16="http://schemas.microsoft.com/office/drawing/2014/main" id="{E350D824-5DA4-FDC5-A547-3F6E9A7A0FEE}"/>
              </a:ext>
            </a:extLst>
          </p:cNvPr>
          <p:cNvCxnSpPr/>
          <p:nvPr/>
        </p:nvCxnSpPr>
        <p:spPr>
          <a:xfrm>
            <a:off x="9200856" y="3688100"/>
            <a:ext cx="1417320" cy="0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2368444A-6723-A17B-6CCC-5B66BDB1AA87}"/>
              </a:ext>
            </a:extLst>
          </p:cNvPr>
          <p:cNvSpPr txBox="1"/>
          <p:nvPr/>
        </p:nvSpPr>
        <p:spPr>
          <a:xfrm>
            <a:off x="9332959" y="3776964"/>
            <a:ext cx="965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数値予測</a:t>
            </a:r>
          </a:p>
        </p:txBody>
      </p:sp>
    </p:spTree>
    <p:extLst>
      <p:ext uri="{BB962C8B-B14F-4D97-AF65-F5344CB8AC3E}">
        <p14:creationId xmlns:p14="http://schemas.microsoft.com/office/powerpoint/2010/main" val="330627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E8F44D-68CC-425E-BDC0-3B1C3125B861}">
  <ds:schemaRefs>
    <ds:schemaRef ds:uri="09145a60-8193-4ef9-9bfb-5be5473dd1fb"/>
    <ds:schemaRef ds:uri="cf6b417a-a01e-4c9e-86f7-df4e372b5e16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39754B-CAF1-488D-877F-BA1666DCB9DF}">
  <ds:schemaRefs>
    <ds:schemaRef ds:uri="09145a60-8193-4ef9-9bfb-5be5473dd1fb"/>
    <ds:schemaRef ds:uri="cf6b417a-a01e-4c9e-86f7-df4e372b5e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3D039E8-F0CB-419D-A84C-ED21BEDBEA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cp:revision>1</cp:revision>
  <dcterms:created xsi:type="dcterms:W3CDTF">2026-07-04T05:16:29Z</dcterms:created>
  <dcterms:modified xsi:type="dcterms:W3CDTF">2026-07-05T09:36:49Z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