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6858000" cy="9144000"/>
  <p:embeddedFontLst>
    <p:embeddedFont>
      <p:font typeface="Nunito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C11274-3BF8-6D21-1C7C-5D25CA838287}" v="215" dt="2026-05-24T08:56:33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高見　吉忠" userId="S::tyannponn_gmail.com#ext#@msccnagasakiuac.onmicrosoft.com::51fed6a3-7d79-4460-8af0-f9a0bdf09a2a" providerId="AD" clId="Web-{38C11274-3BF8-6D21-1C7C-5D25CA838287}"/>
    <pc:docChg chg="addSld delSld modSld">
      <pc:chgData name="高見　吉忠" userId="S::tyannponn_gmail.com#ext#@msccnagasakiuac.onmicrosoft.com::51fed6a3-7d79-4460-8af0-f9a0bdf09a2a" providerId="AD" clId="Web-{38C11274-3BF8-6D21-1C7C-5D25CA838287}" dt="2026-05-24T08:56:33.347" v="145" actId="20577"/>
      <pc:docMkLst>
        <pc:docMk/>
      </pc:docMkLst>
      <pc:sldChg chg="modSp">
        <pc:chgData name="高見　吉忠" userId="S::tyannponn_gmail.com#ext#@msccnagasakiuac.onmicrosoft.com::51fed6a3-7d79-4460-8af0-f9a0bdf09a2a" providerId="AD" clId="Web-{38C11274-3BF8-6D21-1C7C-5D25CA838287}" dt="2026-05-24T08:38:45.061" v="4" actId="20577"/>
        <pc:sldMkLst>
          <pc:docMk/>
          <pc:sldMk cId="0" sldId="256"/>
        </pc:sldMkLst>
        <pc:spChg chg="mod">
          <ac:chgData name="高見　吉忠" userId="S::tyannponn_gmail.com#ext#@msccnagasakiuac.onmicrosoft.com::51fed6a3-7d79-4460-8af0-f9a0bdf09a2a" providerId="AD" clId="Web-{38C11274-3BF8-6D21-1C7C-5D25CA838287}" dt="2026-05-24T08:38:45.061" v="4" actId="20577"/>
          <ac:spMkLst>
            <pc:docMk/>
            <pc:sldMk cId="0" sldId="256"/>
            <ac:spMk id="130" creationId="{00000000-0000-0000-0000-000000000000}"/>
          </ac:spMkLst>
        </pc:spChg>
      </pc:sldChg>
      <pc:sldChg chg="addSp delSp modSp add replId">
        <pc:chgData name="高見　吉忠" userId="S::tyannponn_gmail.com#ext#@msccnagasakiuac.onmicrosoft.com::51fed6a3-7d79-4460-8af0-f9a0bdf09a2a" providerId="AD" clId="Web-{38C11274-3BF8-6D21-1C7C-5D25CA838287}" dt="2026-05-24T08:52:13.448" v="96" actId="20577"/>
        <pc:sldMkLst>
          <pc:docMk/>
          <pc:sldMk cId="1390753220" sldId="264"/>
        </pc:sldMkLst>
        <pc:spChg chg="add del mod">
          <ac:chgData name="高見　吉忠" userId="S::tyannponn_gmail.com#ext#@msccnagasakiuac.onmicrosoft.com::51fed6a3-7d79-4460-8af0-f9a0bdf09a2a" providerId="AD" clId="Web-{38C11274-3BF8-6D21-1C7C-5D25CA838287}" dt="2026-05-24T08:46:10.421" v="52"/>
          <ac:spMkLst>
            <pc:docMk/>
            <pc:sldMk cId="1390753220" sldId="264"/>
            <ac:spMk id="2" creationId="{6B590372-C3D2-4BDC-C8AD-977B100A8152}"/>
          </ac:spMkLst>
        </pc:spChg>
        <pc:spChg chg="add mod">
          <ac:chgData name="高見　吉忠" userId="S::tyannponn_gmail.com#ext#@msccnagasakiuac.onmicrosoft.com::51fed6a3-7d79-4460-8af0-f9a0bdf09a2a" providerId="AD" clId="Web-{38C11274-3BF8-6D21-1C7C-5D25CA838287}" dt="2026-05-24T08:52:13.448" v="96" actId="20577"/>
          <ac:spMkLst>
            <pc:docMk/>
            <pc:sldMk cId="1390753220" sldId="264"/>
            <ac:spMk id="3" creationId="{AAF8D711-A87C-08E0-5182-FA48AF071734}"/>
          </ac:spMkLst>
        </pc:spChg>
        <pc:spChg chg="mod">
          <ac:chgData name="高見　吉忠" userId="S::tyannponn_gmail.com#ext#@msccnagasakiuac.onmicrosoft.com::51fed6a3-7d79-4460-8af0-f9a0bdf09a2a" providerId="AD" clId="Web-{38C11274-3BF8-6D21-1C7C-5D25CA838287}" dt="2026-05-24T08:44:59.919" v="40" actId="20577"/>
          <ac:spMkLst>
            <pc:docMk/>
            <pc:sldMk cId="1390753220" sldId="264"/>
            <ac:spMk id="147" creationId="{9AE9780F-F5D2-06E0-A324-27F5295781A0}"/>
          </ac:spMkLst>
        </pc:spChg>
        <pc:spChg chg="del mod">
          <ac:chgData name="高見　吉忠" userId="S::tyannponn_gmail.com#ext#@msccnagasakiuac.onmicrosoft.com::51fed6a3-7d79-4460-8af0-f9a0bdf09a2a" providerId="AD" clId="Web-{38C11274-3BF8-6D21-1C7C-5D25CA838287}" dt="2026-05-24T08:41:31.256" v="12"/>
          <ac:spMkLst>
            <pc:docMk/>
            <pc:sldMk cId="1390753220" sldId="264"/>
            <ac:spMk id="149" creationId="{DCB8C920-BD7F-6FE8-C7F7-DD1AC3B91C62}"/>
          </ac:spMkLst>
        </pc:spChg>
      </pc:sldChg>
      <pc:sldChg chg="modSp add replId">
        <pc:chgData name="高見　吉忠" userId="S::tyannponn_gmail.com#ext#@msccnagasakiuac.onmicrosoft.com::51fed6a3-7d79-4460-8af0-f9a0bdf09a2a" providerId="AD" clId="Web-{38C11274-3BF8-6D21-1C7C-5D25CA838287}" dt="2026-05-24T08:56:33.347" v="145" actId="20577"/>
        <pc:sldMkLst>
          <pc:docMk/>
          <pc:sldMk cId="1826684186" sldId="265"/>
        </pc:sldMkLst>
        <pc:spChg chg="mod">
          <ac:chgData name="高見　吉忠" userId="S::tyannponn_gmail.com#ext#@msccnagasakiuac.onmicrosoft.com::51fed6a3-7d79-4460-8af0-f9a0bdf09a2a" providerId="AD" clId="Web-{38C11274-3BF8-6D21-1C7C-5D25CA838287}" dt="2026-05-24T08:56:33.347" v="145" actId="20577"/>
          <ac:spMkLst>
            <pc:docMk/>
            <pc:sldMk cId="1826684186" sldId="265"/>
            <ac:spMk id="2" creationId="{B0079710-54A9-71BA-168A-5FB829ECBEDF}"/>
          </ac:spMkLst>
        </pc:spChg>
      </pc:sldChg>
      <pc:sldChg chg="add del replId">
        <pc:chgData name="高見　吉忠" userId="S::tyannponn_gmail.com#ext#@msccnagasakiuac.onmicrosoft.com::51fed6a3-7d79-4460-8af0-f9a0bdf09a2a" providerId="AD" clId="Web-{38C11274-3BF8-6D21-1C7C-5D25CA838287}" dt="2026-05-24T08:45:51.921" v="46"/>
        <pc:sldMkLst>
          <pc:docMk/>
          <pc:sldMk cId="2502812515" sldId="266"/>
        </pc:sldMkLst>
      </pc:sldChg>
    </pc:docChg>
  </pc:docChgLst>
  <pc:docChgLst>
    <pc:chgData name="高見　吉忠" userId="S::tyannponn_gmail.com#ext#@msccnagasakiuac.onmicrosoft.com::51fed6a3-7d79-4460-8af0-f9a0bdf09a2a" providerId="AD" clId="Web-{A92CF0ED-1726-C962-3E3E-ABD665A6A707}"/>
    <pc:docChg chg="addSld delSld modSld">
      <pc:chgData name="高見　吉忠" userId="S::tyannponn_gmail.com#ext#@msccnagasakiuac.onmicrosoft.com::51fed6a3-7d79-4460-8af0-f9a0bdf09a2a" providerId="AD" clId="Web-{A92CF0ED-1726-C962-3E3E-ABD665A6A707}" dt="2026-04-12T12:15:17.786" v="227" actId="1076"/>
      <pc:docMkLst>
        <pc:docMk/>
      </pc:docMkLst>
      <pc:sldChg chg="delSp modSp">
        <pc:chgData name="高見　吉忠" userId="S::tyannponn_gmail.com#ext#@msccnagasakiuac.onmicrosoft.com::51fed6a3-7d79-4460-8af0-f9a0bdf09a2a" providerId="AD" clId="Web-{A92CF0ED-1726-C962-3E3E-ABD665A6A707}" dt="2026-04-12T11:17:06.253" v="14" actId="20577"/>
        <pc:sldMkLst>
          <pc:docMk/>
          <pc:sldMk cId="0" sldId="256"/>
        </pc:sldMkLst>
        <pc:spChg chg="mod">
          <ac:chgData name="高見　吉忠" userId="S::tyannponn_gmail.com#ext#@msccnagasakiuac.onmicrosoft.com::51fed6a3-7d79-4460-8af0-f9a0bdf09a2a" providerId="AD" clId="Web-{A92CF0ED-1726-C962-3E3E-ABD665A6A707}" dt="2026-04-12T11:17:06.253" v="14" actId="20577"/>
          <ac:spMkLst>
            <pc:docMk/>
            <pc:sldMk cId="0" sldId="256"/>
            <ac:spMk id="130" creationId="{00000000-0000-0000-0000-000000000000}"/>
          </ac:spMkLst>
        </pc:spChg>
        <pc:spChg chg="del">
          <ac:chgData name="高見　吉忠" userId="S::tyannponn_gmail.com#ext#@msccnagasakiuac.onmicrosoft.com::51fed6a3-7d79-4460-8af0-f9a0bdf09a2a" providerId="AD" clId="Web-{A92CF0ED-1726-C962-3E3E-ABD665A6A707}" dt="2026-04-12T11:16:36.455" v="5"/>
          <ac:spMkLst>
            <pc:docMk/>
            <pc:sldMk cId="0" sldId="256"/>
            <ac:spMk id="131" creationId="{00000000-0000-0000-0000-000000000000}"/>
          </ac:spMkLst>
        </pc:spChg>
      </pc:sldChg>
      <pc:sldChg chg="delSp modSp">
        <pc:chgData name="高見　吉忠" userId="S::tyannponn_gmail.com#ext#@msccnagasakiuac.onmicrosoft.com::51fed6a3-7d79-4460-8af0-f9a0bdf09a2a" providerId="AD" clId="Web-{A92CF0ED-1726-C962-3E3E-ABD665A6A707}" dt="2026-04-12T11:43:34.820" v="72" actId="20577"/>
        <pc:sldMkLst>
          <pc:docMk/>
          <pc:sldMk cId="0" sldId="259"/>
        </pc:sldMkLst>
        <pc:spChg chg="mod">
          <ac:chgData name="高見　吉忠" userId="S::tyannponn_gmail.com#ext#@msccnagasakiuac.onmicrosoft.com::51fed6a3-7d79-4460-8af0-f9a0bdf09a2a" providerId="AD" clId="Web-{A92CF0ED-1726-C962-3E3E-ABD665A6A707}" dt="2026-04-12T11:41:40.988" v="37" actId="20577"/>
          <ac:spMkLst>
            <pc:docMk/>
            <pc:sldMk cId="0" sldId="259"/>
            <ac:spMk id="147" creationId="{00000000-0000-0000-0000-000000000000}"/>
          </ac:spMkLst>
        </pc:spChg>
        <pc:spChg chg="del mod">
          <ac:chgData name="高見　吉忠" userId="S::tyannponn_gmail.com#ext#@msccnagasakiuac.onmicrosoft.com::51fed6a3-7d79-4460-8af0-f9a0bdf09a2a" providerId="AD" clId="Web-{A92CF0ED-1726-C962-3E3E-ABD665A6A707}" dt="2026-04-12T11:42:49.522" v="62"/>
          <ac:spMkLst>
            <pc:docMk/>
            <pc:sldMk cId="0" sldId="259"/>
            <ac:spMk id="148" creationId="{00000000-0000-0000-0000-000000000000}"/>
          </ac:spMkLst>
        </pc:spChg>
        <pc:spChg chg="mod">
          <ac:chgData name="高見　吉忠" userId="S::tyannponn_gmail.com#ext#@msccnagasakiuac.onmicrosoft.com::51fed6a3-7d79-4460-8af0-f9a0bdf09a2a" providerId="AD" clId="Web-{A92CF0ED-1726-C962-3E3E-ABD665A6A707}" dt="2026-04-12T11:43:34.820" v="72" actId="20577"/>
          <ac:spMkLst>
            <pc:docMk/>
            <pc:sldMk cId="0" sldId="259"/>
            <ac:spMk id="149" creationId="{00000000-0000-0000-0000-000000000000}"/>
          </ac:spMkLst>
        </pc:spChg>
      </pc:sldChg>
      <pc:sldChg chg="modSp add del replId">
        <pc:chgData name="高見　吉忠" userId="S::tyannponn_gmail.com#ext#@msccnagasakiuac.onmicrosoft.com::51fed6a3-7d79-4460-8af0-f9a0bdf09a2a" providerId="AD" clId="Web-{A92CF0ED-1726-C962-3E3E-ABD665A6A707}" dt="2026-04-12T11:45:13.322" v="85" actId="20577"/>
        <pc:sldMkLst>
          <pc:docMk/>
          <pc:sldMk cId="2597675928" sldId="260"/>
        </pc:sldMkLst>
        <pc:spChg chg="mod">
          <ac:chgData name="高見　吉忠" userId="S::tyannponn_gmail.com#ext#@msccnagasakiuac.onmicrosoft.com::51fed6a3-7d79-4460-8af0-f9a0bdf09a2a" providerId="AD" clId="Web-{A92CF0ED-1726-C962-3E3E-ABD665A6A707}" dt="2026-04-12T11:44:37.540" v="80" actId="14100"/>
          <ac:spMkLst>
            <pc:docMk/>
            <pc:sldMk cId="2597675928" sldId="260"/>
            <ac:spMk id="147" creationId="{BC503BBB-70D3-3AB5-8AF6-A35832853CA9}"/>
          </ac:spMkLst>
        </pc:spChg>
        <pc:spChg chg="mod">
          <ac:chgData name="高見　吉忠" userId="S::tyannponn_gmail.com#ext#@msccnagasakiuac.onmicrosoft.com::51fed6a3-7d79-4460-8af0-f9a0bdf09a2a" providerId="AD" clId="Web-{A92CF0ED-1726-C962-3E3E-ABD665A6A707}" dt="2026-04-12T11:45:13.322" v="85" actId="20577"/>
          <ac:spMkLst>
            <pc:docMk/>
            <pc:sldMk cId="2597675928" sldId="260"/>
            <ac:spMk id="149" creationId="{4E39BE78-A66D-483B-C18F-62CC767F6018}"/>
          </ac:spMkLst>
        </pc:spChg>
      </pc:sldChg>
      <pc:sldChg chg="new del">
        <pc:chgData name="高見　吉忠" userId="S::tyannponn_gmail.com#ext#@msccnagasakiuac.onmicrosoft.com::51fed6a3-7d79-4460-8af0-f9a0bdf09a2a" providerId="AD" clId="Web-{A92CF0ED-1726-C962-3E3E-ABD665A6A707}" dt="2026-04-12T11:17:39.333" v="16"/>
        <pc:sldMkLst>
          <pc:docMk/>
          <pc:sldMk cId="2697962343" sldId="260"/>
        </pc:sldMkLst>
      </pc:sldChg>
      <pc:sldChg chg="add del replId">
        <pc:chgData name="高見　吉忠" userId="S::tyannponn_gmail.com#ext#@msccnagasakiuac.onmicrosoft.com::51fed6a3-7d79-4460-8af0-f9a0bdf09a2a" providerId="AD" clId="Web-{A92CF0ED-1726-C962-3E3E-ABD665A6A707}" dt="2026-04-12T11:38:00.461" v="25"/>
        <pc:sldMkLst>
          <pc:docMk/>
          <pc:sldMk cId="756971320" sldId="261"/>
        </pc:sldMkLst>
      </pc:sldChg>
      <pc:sldChg chg="modSp add replId">
        <pc:chgData name="高見　吉忠" userId="S::tyannponn_gmail.com#ext#@msccnagasakiuac.onmicrosoft.com::51fed6a3-7d79-4460-8af0-f9a0bdf09a2a" providerId="AD" clId="Web-{A92CF0ED-1726-C962-3E3E-ABD665A6A707}" dt="2026-04-12T11:46:58.699" v="100" actId="1076"/>
        <pc:sldMkLst>
          <pc:docMk/>
          <pc:sldMk cId="3049630603" sldId="261"/>
        </pc:sldMkLst>
        <pc:spChg chg="mod">
          <ac:chgData name="高見　吉忠" userId="S::tyannponn_gmail.com#ext#@msccnagasakiuac.onmicrosoft.com::51fed6a3-7d79-4460-8af0-f9a0bdf09a2a" providerId="AD" clId="Web-{A92CF0ED-1726-C962-3E3E-ABD665A6A707}" dt="2026-04-12T11:46:21.324" v="91" actId="20577"/>
          <ac:spMkLst>
            <pc:docMk/>
            <pc:sldMk cId="3049630603" sldId="261"/>
            <ac:spMk id="147" creationId="{9CB3F81B-2DDA-00A9-BBF0-3799753BC54F}"/>
          </ac:spMkLst>
        </pc:spChg>
        <pc:spChg chg="mod">
          <ac:chgData name="高見　吉忠" userId="S::tyannponn_gmail.com#ext#@msccnagasakiuac.onmicrosoft.com::51fed6a3-7d79-4460-8af0-f9a0bdf09a2a" providerId="AD" clId="Web-{A92CF0ED-1726-C962-3E3E-ABD665A6A707}" dt="2026-04-12T11:46:58.699" v="100" actId="1076"/>
          <ac:spMkLst>
            <pc:docMk/>
            <pc:sldMk cId="3049630603" sldId="261"/>
            <ac:spMk id="149" creationId="{10407557-D889-9F9C-B0A1-16B464C246D8}"/>
          </ac:spMkLst>
        </pc:spChg>
      </pc:sldChg>
      <pc:sldChg chg="add del replId">
        <pc:chgData name="高見　吉忠" userId="S::tyannponn_gmail.com#ext#@msccnagasakiuac.onmicrosoft.com::51fed6a3-7d79-4460-8af0-f9a0bdf09a2a" providerId="AD" clId="Web-{A92CF0ED-1726-C962-3E3E-ABD665A6A707}" dt="2026-04-12T11:37:54.288" v="24"/>
        <pc:sldMkLst>
          <pc:docMk/>
          <pc:sldMk cId="304392985" sldId="262"/>
        </pc:sldMkLst>
      </pc:sldChg>
      <pc:sldChg chg="addSp modSp add replId">
        <pc:chgData name="高見　吉忠" userId="S::tyannponn_gmail.com#ext#@msccnagasakiuac.onmicrosoft.com::51fed6a3-7d79-4460-8af0-f9a0bdf09a2a" providerId="AD" clId="Web-{A92CF0ED-1726-C962-3E3E-ABD665A6A707}" dt="2026-04-12T12:15:17.786" v="227" actId="1076"/>
        <pc:sldMkLst>
          <pc:docMk/>
          <pc:sldMk cId="4185882432" sldId="262"/>
        </pc:sldMkLst>
        <pc:spChg chg="mod">
          <ac:chgData name="高見　吉忠" userId="S::tyannponn_gmail.com#ext#@msccnagasakiuac.onmicrosoft.com::51fed6a3-7d79-4460-8af0-f9a0bdf09a2a" providerId="AD" clId="Web-{A92CF0ED-1726-C962-3E3E-ABD665A6A707}" dt="2026-04-12T11:47:36.231" v="109" actId="20577"/>
          <ac:spMkLst>
            <pc:docMk/>
            <pc:sldMk cId="4185882432" sldId="262"/>
            <ac:spMk id="147" creationId="{3DD5F323-66E8-95E3-2526-E3A44C1459DA}"/>
          </ac:spMkLst>
        </pc:spChg>
        <pc:spChg chg="mod">
          <ac:chgData name="高見　吉忠" userId="S::tyannponn_gmail.com#ext#@msccnagasakiuac.onmicrosoft.com::51fed6a3-7d79-4460-8af0-f9a0bdf09a2a" providerId="AD" clId="Web-{A92CF0ED-1726-C962-3E3E-ABD665A6A707}" dt="2026-04-12T12:12:59.561" v="212" actId="1076"/>
          <ac:spMkLst>
            <pc:docMk/>
            <pc:sldMk cId="4185882432" sldId="262"/>
            <ac:spMk id="149" creationId="{59D7744C-DD6F-F379-E778-334B4828D833}"/>
          </ac:spMkLst>
        </pc:spChg>
        <pc:picChg chg="add mod modCrop">
          <ac:chgData name="高見　吉忠" userId="S::tyannponn_gmail.com#ext#@msccnagasakiuac.onmicrosoft.com::51fed6a3-7d79-4460-8af0-f9a0bdf09a2a" providerId="AD" clId="Web-{A92CF0ED-1726-C962-3E3E-ABD665A6A707}" dt="2026-04-12T12:15:16.036" v="226" actId="1076"/>
          <ac:picMkLst>
            <pc:docMk/>
            <pc:sldMk cId="4185882432" sldId="262"/>
            <ac:picMk id="2" creationId="{3C8F905F-A6C8-BF28-66E9-78D69A7F9FA7}"/>
          </ac:picMkLst>
        </pc:picChg>
        <pc:picChg chg="add mod">
          <ac:chgData name="高見　吉忠" userId="S::tyannponn_gmail.com#ext#@msccnagasakiuac.onmicrosoft.com::51fed6a3-7d79-4460-8af0-f9a0bdf09a2a" providerId="AD" clId="Web-{A92CF0ED-1726-C962-3E3E-ABD665A6A707}" dt="2026-04-12T12:15:17.786" v="227" actId="1076"/>
          <ac:picMkLst>
            <pc:docMk/>
            <pc:sldMk cId="4185882432" sldId="262"/>
            <ac:picMk id="3" creationId="{B9DBB1C6-852A-64F7-D99F-A267B6F25886}"/>
          </ac:picMkLst>
        </pc:picChg>
      </pc:sldChg>
      <pc:sldChg chg="add del replId">
        <pc:chgData name="高見　吉忠" userId="S::tyannponn_gmail.com#ext#@msccnagasakiuac.onmicrosoft.com::51fed6a3-7d79-4460-8af0-f9a0bdf09a2a" providerId="AD" clId="Web-{A92CF0ED-1726-C962-3E3E-ABD665A6A707}" dt="2026-04-12T11:17:57.818" v="23"/>
        <pc:sldMkLst>
          <pc:docMk/>
          <pc:sldMk cId="2855513966" sldId="263"/>
        </pc:sldMkLst>
      </pc:sldChg>
      <pc:sldChg chg="modSp add replId">
        <pc:chgData name="高見　吉忠" userId="S::tyannponn_gmail.com#ext#@msccnagasakiuac.onmicrosoft.com::51fed6a3-7d79-4460-8af0-f9a0bdf09a2a" providerId="AD" clId="Web-{A92CF0ED-1726-C962-3E3E-ABD665A6A707}" dt="2026-04-12T11:51:00.234" v="198" actId="20577"/>
        <pc:sldMkLst>
          <pc:docMk/>
          <pc:sldMk cId="4140856329" sldId="263"/>
        </pc:sldMkLst>
        <pc:spChg chg="mod">
          <ac:chgData name="高見　吉忠" userId="S::tyannponn_gmail.com#ext#@msccnagasakiuac.onmicrosoft.com::51fed6a3-7d79-4460-8af0-f9a0bdf09a2a" providerId="AD" clId="Web-{A92CF0ED-1726-C962-3E3E-ABD665A6A707}" dt="2026-04-12T11:51:00.234" v="198" actId="20577"/>
          <ac:spMkLst>
            <pc:docMk/>
            <pc:sldMk cId="4140856329" sldId="263"/>
            <ac:spMk id="147" creationId="{6325A1F1-DDE7-6CA0-1847-7AB1475B063E}"/>
          </ac:spMkLst>
        </pc:spChg>
        <pc:spChg chg="mod">
          <ac:chgData name="高見　吉忠" userId="S::tyannponn_gmail.com#ext#@msccnagasakiuac.onmicrosoft.com::51fed6a3-7d79-4460-8af0-f9a0bdf09a2a" providerId="AD" clId="Web-{A92CF0ED-1726-C962-3E3E-ABD665A6A707}" dt="2026-04-12T11:48:53.092" v="182" actId="20577"/>
          <ac:spMkLst>
            <pc:docMk/>
            <pc:sldMk cId="4140856329" sldId="263"/>
            <ac:spMk id="149" creationId="{4FAC63AB-C371-A5BD-CEC6-C65C0FCA3688}"/>
          </ac:spMkLst>
        </pc:spChg>
      </pc:sldChg>
      <pc:sldChg chg="add del replId">
        <pc:chgData name="高見　吉忠" userId="S::tyannponn_gmail.com#ext#@msccnagasakiuac.onmicrosoft.com::51fed6a3-7d79-4460-8af0-f9a0bdf09a2a" providerId="AD" clId="Web-{A92CF0ED-1726-C962-3E3E-ABD665A6A707}" dt="2026-04-12T11:17:57.818" v="22"/>
        <pc:sldMkLst>
          <pc:docMk/>
          <pc:sldMk cId="2075236806" sldId="264"/>
        </pc:sldMkLst>
      </pc:sldChg>
      <pc:sldChg chg="add del replId">
        <pc:chgData name="高見　吉忠" userId="S::tyannponn_gmail.com#ext#@msccnagasakiuac.onmicrosoft.com::51fed6a3-7d79-4460-8af0-f9a0bdf09a2a" providerId="AD" clId="Web-{A92CF0ED-1726-C962-3E3E-ABD665A6A707}" dt="2026-04-12T11:17:57.818" v="21"/>
        <pc:sldMkLst>
          <pc:docMk/>
          <pc:sldMk cId="131939783" sldId="265"/>
        </pc:sldMkLst>
      </pc:sldChg>
    </pc:docChg>
  </pc:docChgLst>
  <pc:docChgLst>
    <pc:chgData name="高見　吉忠" userId="S::tyannponn_gmail.com#ext#@msccnagasakiuac.onmicrosoft.com::51fed6a3-7d79-4460-8af0-f9a0bdf09a2a" providerId="AD" clId="Web-{462A34AA-6C4E-055A-2687-2AD3217F4BB1}"/>
    <pc:docChg chg="modSld">
      <pc:chgData name="高見　吉忠" userId="S::tyannponn_gmail.com#ext#@msccnagasakiuac.onmicrosoft.com::51fed6a3-7d79-4460-8af0-f9a0bdf09a2a" providerId="AD" clId="Web-{462A34AA-6C4E-055A-2687-2AD3217F4BB1}" dt="2026-04-12T12:44:09.543" v="16" actId="20577"/>
      <pc:docMkLst>
        <pc:docMk/>
      </pc:docMkLst>
      <pc:sldChg chg="modSp">
        <pc:chgData name="高見　吉忠" userId="S::tyannponn_gmail.com#ext#@msccnagasakiuac.onmicrosoft.com::51fed6a3-7d79-4460-8af0-f9a0bdf09a2a" providerId="AD" clId="Web-{462A34AA-6C4E-055A-2687-2AD3217F4BB1}" dt="2026-04-12T12:44:09.543" v="16" actId="20577"/>
        <pc:sldMkLst>
          <pc:docMk/>
          <pc:sldMk cId="4140856329" sldId="263"/>
        </pc:sldMkLst>
        <pc:spChg chg="mod">
          <ac:chgData name="高見　吉忠" userId="S::tyannponn_gmail.com#ext#@msccnagasakiuac.onmicrosoft.com::51fed6a3-7d79-4460-8af0-f9a0bdf09a2a" providerId="AD" clId="Web-{462A34AA-6C4E-055A-2687-2AD3217F4BB1}" dt="2026-04-12T12:44:09.543" v="16" actId="20577"/>
          <ac:spMkLst>
            <pc:docMk/>
            <pc:sldMk cId="4140856329" sldId="263"/>
            <ac:spMk id="149" creationId="{4FAC63AB-C371-A5BD-CEC6-C65C0FCA36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ad1e87ea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ad1e87ea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8125b27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8125b27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27770C72-5BF0-8281-7747-11900AE5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0EC5AAA7-AD4B-B05B-12B6-DF837CAB65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B37FFB35-7C58-62B7-DF60-F3C614811C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131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DE65B47-AC66-5316-0742-D6B20BB3B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5BA33A7F-5694-F14C-AB1C-3C320E845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5ECF630F-7301-6F5A-9DB3-D4ED5E15B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1242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CC58FD33-106F-0598-2711-E7AEC067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87C84C6A-4A98-9A39-D2B3-A7CBD6CD6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EDF5A921-B434-7C7E-4C66-07F7A4260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0345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680F7C4E-44DB-922E-92BB-2DD40CC94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994F7256-CAF8-5F19-7859-EFCDB49438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67CE971D-5F40-A5AB-5863-8F6B57DB5E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437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72E569A-7A6C-AAFC-870D-E2FDD8DB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B3671A7E-53BF-5316-F66D-7CCC3AAFAC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2E70A95D-D129-9099-5FB4-1DA9BA4CB9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450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CE5062E2-6646-FF7C-3153-B92A7BE8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320784C4-EDEE-0BB1-B54C-E257F0774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3AB058E6-E69B-B821-B13E-271910946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366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f.nagasaki.jp/doc/page-661413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ref.nagasaki.jp/fs/5/0/2/8/_/__3____________.pdf" TargetMode="External"/><Relationship Id="rId5" Type="http://schemas.openxmlformats.org/officeDocument/2006/relationships/hyperlink" Target="https://www.pref.nagasaki.jp/uploads/2024/08/1722827687.pdf" TargetMode="External"/><Relationship Id="rId4" Type="http://schemas.openxmlformats.org/officeDocument/2006/relationships/hyperlink" Target="https://www.pref.nagasaki.jp/uploads/2025/01/1737450445.pdf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293750" y="1308617"/>
            <a:ext cx="8520600" cy="5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360"/>
              <a:t>データ分析で挑戦！「長崎県民の手取りを増やす」健康プロジェクト</a:t>
            </a:r>
            <a:endParaRPr sz="1360"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293750" y="2116616"/>
            <a:ext cx="85206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ja" sz="3120" b="1"/>
              <a:t>協会けんぽ保険料削減シミュレーション</a:t>
            </a:r>
            <a:endParaRPr sz="3120" b="1"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1"/>
          </p:nvPr>
        </p:nvSpPr>
        <p:spPr>
          <a:xfrm>
            <a:off x="293747" y="371778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" altLang="en-US" sz="2000"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1"/>
          </p:nvPr>
        </p:nvSpPr>
        <p:spPr>
          <a:xfrm>
            <a:off x="281959" y="323869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/>
              <a:t>長崎データ塾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4"/>
          <p:cNvPicPr preferRelativeResize="0"/>
          <p:nvPr/>
        </p:nvPicPr>
        <p:blipFill rotWithShape="1">
          <a:blip r:embed="rId3">
            <a:alphaModFix/>
          </a:blip>
          <a:srcRect b="38176"/>
          <a:stretch/>
        </p:blipFill>
        <p:spPr>
          <a:xfrm>
            <a:off x="303200" y="254175"/>
            <a:ext cx="8559026" cy="46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25" y="223150"/>
            <a:ext cx="8675151" cy="468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5245200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シミュレーションの目的は何か？  </a:t>
            </a:r>
            <a:endParaRPr lang="ja" altLang="en-US" sz="2250" b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677486" y="1453100"/>
            <a:ext cx="7786510" cy="3263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目的は「経営者と従業員の</a:t>
            </a:r>
            <a:r>
              <a:rPr lang="en-US" altLang="ja" sz="1700" b="1">
                <a:solidFill>
                  <a:srgbClr val="191919"/>
                </a:solidFill>
                <a:highlight>
                  <a:srgbClr val="FFFFFF"/>
                </a:highlight>
              </a:rPr>
              <a:t>『</a:t>
            </a: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行動変容</a:t>
            </a:r>
            <a:r>
              <a:rPr lang="en-US" altLang="ja" sz="1700" b="1">
                <a:solidFill>
                  <a:srgbClr val="191919"/>
                </a:solidFill>
                <a:highlight>
                  <a:srgbClr val="FFFFFF"/>
                </a:highlight>
              </a:rPr>
              <a:t>』</a:t>
            </a: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を起こすこと」</a:t>
            </a:r>
            <a:endParaRPr lang="ja" altLang="en-US" sz="1700" b="1">
              <a:solidFill>
                <a:srgbClr val="191919"/>
              </a:solidFill>
              <a:highlight>
                <a:srgbClr val="FFFFFF"/>
              </a:highlight>
            </a:endParaRPr>
          </a:p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  
「長崎の保険料率が下がります」という（</a:t>
            </a:r>
            <a:r>
              <a:rPr lang="en-US" altLang="ja" sz="1700" b="1">
                <a:solidFill>
                  <a:srgbClr val="191919"/>
                </a:solidFill>
                <a:highlight>
                  <a:srgbClr val="FFFFFF"/>
                </a:highlight>
              </a:rPr>
              <a:t>%</a:t>
            </a: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の変化）だけでは人は動かないと思います。  </a:t>
            </a:r>
            <a:endParaRPr lang="ja" altLang="en-US" sz="1700" b="1">
              <a:solidFill>
                <a:srgbClr val="191919"/>
              </a:solidFill>
              <a:highlight>
                <a:srgbClr val="FFFFFF"/>
              </a:highlight>
            </a:endParaRPr>
          </a:p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
</a:t>
            </a: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</a:t>
            </a: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そのため、シミュレーターでは最終的に「手取りの増加額（円）」と「会社の保険料負担の削減額（円）」という</a:t>
            </a:r>
            <a:r>
              <a:rPr lang="en-US" altLang="ja" sz="1700" b="1">
                <a:solidFill>
                  <a:srgbClr val="191919"/>
                </a:solidFill>
                <a:highlight>
                  <a:srgbClr val="FFFFFF"/>
                </a:highlight>
              </a:rPr>
              <a:t>【</a:t>
            </a: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金額</a:t>
            </a:r>
            <a:r>
              <a:rPr lang="en-US" altLang="ja" sz="1700" b="1">
                <a:solidFill>
                  <a:srgbClr val="191919"/>
                </a:solidFill>
                <a:highlight>
                  <a:srgbClr val="FFFFFF"/>
                </a:highlight>
              </a:rPr>
              <a:t>】</a:t>
            </a: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まで変換して表示することを目的としたいです。</a:t>
            </a:r>
            <a:r>
              <a:rPr lang="ja" sz="1700" b="1">
                <a:solidFill>
                  <a:srgbClr val="191919"/>
                </a:solidFill>
                <a:highlight>
                  <a:schemeClr val="dk1"/>
                </a:highlight>
              </a:rPr>
              <a:t>インセンティブ制度の５つの評価指標をデータ分析する。</a:t>
            </a:r>
            <a:endParaRPr lang="ja" altLang="en-US" sz="1700" b="1">
              <a:solidFill>
                <a:srgbClr val="19191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6DD87C83-51C6-0EFF-5ACE-7E29BDAD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BC503BBB-70D3-3AB5-8AF6-A35832853CA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データ：県単位か個人単位か？協会けんぽの保険料表を使うのか</a:t>
            </a:r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？</a:t>
            </a:r>
            <a:endParaRPr lang="en-US" altLang="ja" sz="2250" b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4E39BE78-A66D-483B-C18F-62CC767F6018}"/>
              </a:ext>
            </a:extLst>
          </p:cNvPr>
          <p:cNvSpPr txBox="1"/>
          <p:nvPr/>
        </p:nvSpPr>
        <p:spPr>
          <a:xfrm>
            <a:off x="677486" y="1453100"/>
            <a:ext cx="7786510" cy="3263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県単位のデータを使用して「長崎県全体のインセンティブ指標（健診率など）が〇</a:t>
            </a:r>
            <a:r>
              <a:rPr lang="en-US" altLang="ja" sz="1700" b="1">
                <a:solidFill>
                  <a:srgbClr val="191919"/>
                </a:solidFill>
                <a:highlight>
                  <a:srgbClr val="FFFFFF"/>
                </a:highlight>
              </a:rPr>
              <a:t>%</a:t>
            </a: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上がれば、長崎県の保険料率が〇</a:t>
            </a:r>
            <a:r>
              <a:rPr lang="en-US" altLang="ja" sz="1700" b="1">
                <a:solidFill>
                  <a:srgbClr val="191919"/>
                </a:solidFill>
                <a:highlight>
                  <a:srgbClr val="FFFFFF"/>
                </a:highlight>
              </a:rPr>
              <a:t>%</a:t>
            </a: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下がる」という計算をします。  
　ユーザーに「従業員数」と「年間平均給与（または年間標準報酬月額計）」を入力させ、協会けんぽの保険料表の計算式を当てはめて、「あなたの会社は年間〇〇万円コストダウンします」「あなたの手取りは〇〇円増えます」と個人単位で見せる。</a:t>
            </a:r>
            <a:endParaRPr lang="ja" sz="1700" b="1">
              <a:solidFill>
                <a:srgbClr val="191919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9767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0D109E53-4488-5432-6CCB-0EF14ADD5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9CB3F81B-2DDA-00A9-BBF0-3799753BC54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分析結果をどう使うのか</a:t>
            </a:r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？ </a:t>
            </a:r>
            <a:endParaRPr lang="en-US" altLang="ja" sz="2250" b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10407557-D889-9F9C-B0A1-16B464C246D8}"/>
              </a:ext>
            </a:extLst>
          </p:cNvPr>
          <p:cNvSpPr txBox="1"/>
          <p:nvPr/>
        </p:nvSpPr>
        <p:spPr>
          <a:xfrm>
            <a:off x="677486" y="1283436"/>
            <a:ext cx="7786510" cy="3263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シミュレーターの「スライダー（どこを頑張るか）」の重み付けに使いたいです。  </a:t>
            </a:r>
          </a:p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
　インセンティブには5つの指標（健診、保健指導、ジェネリック等）がありますが、「どれを1%改善するのが、一番長崎県の順位を上げるのにコスパが良いか（効き目が大きいか）」が違うはずです。</a:t>
            </a:r>
          </a:p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  
　シミュレーター上で「健診率を上げるスライダー」と「ジェネリック率を上げるスライダー」の効き方（保険料の下がり方）の差を見せたい。</a:t>
            </a:r>
          </a:p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今のところ健診率の影響度が大きいと見込んでいます。</a:t>
            </a:r>
          </a:p>
        </p:txBody>
      </p:sp>
    </p:spTree>
    <p:extLst>
      <p:ext uri="{BB962C8B-B14F-4D97-AF65-F5344CB8AC3E}">
        <p14:creationId xmlns:p14="http://schemas.microsoft.com/office/powerpoint/2010/main" val="3049630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C538B867-3966-5CA1-1A64-6D927615B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3DD5F323-66E8-95E3-2526-E3A44C1459D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プロトタイプについて</a:t>
            </a:r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lang="en-US" altLang="ja" sz="2250" b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59D7744C-DD6F-F379-E778-334B4828D833}"/>
              </a:ext>
            </a:extLst>
          </p:cNvPr>
          <p:cNvSpPr txBox="1"/>
          <p:nvPr/>
        </p:nvSpPr>
        <p:spPr>
          <a:xfrm>
            <a:off x="677486" y="863741"/>
            <a:ext cx="7786510" cy="852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他県（新潟など）と比較して差額を出す仕組みや、スライダーで「頑張ったらこうなる」と見せるUIを検討中。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8F905F-A6C8-BF28-66E9-78D69A7F9F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35" r="10959" b="17591"/>
          <a:stretch>
            <a:fillRect/>
          </a:stretch>
        </p:blipFill>
        <p:spPr>
          <a:xfrm>
            <a:off x="625078" y="1478968"/>
            <a:ext cx="4866684" cy="34005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DBB1C6-852A-64F7-D99F-A267B6F25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039" y="1670778"/>
            <a:ext cx="3455790" cy="307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88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4E1E6361-8CFC-5C2D-0FCA-00E66ED0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6325A1F1-DDE7-6CA0-1847-7AB1475B063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最終成果物について</a:t>
            </a:r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（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仮）これから検討します</a:t>
            </a:r>
            <a:endParaRPr lang="en-US" altLang="ja" sz="2250" b="1" err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4FAC63AB-C371-A5BD-CEC6-C65C0FCA3688}"/>
              </a:ext>
            </a:extLst>
          </p:cNvPr>
          <p:cNvSpPr txBox="1"/>
          <p:nvPr/>
        </p:nvSpPr>
        <p:spPr>
          <a:xfrm>
            <a:off x="677486" y="1283436"/>
            <a:ext cx="7786510" cy="3263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未着手です。</a:t>
            </a:r>
          </a:p>
          <a:p>
            <a:pPr>
              <a:spcBef>
                <a:spcPts val="1100"/>
              </a:spcBef>
            </a:pPr>
            <a:endParaRPr lang="ja" altLang="en-US" sz="1700" b="1">
              <a:solidFill>
                <a:srgbClr val="191919"/>
              </a:solidFill>
              <a:highlight>
                <a:srgbClr val="FFFFFF"/>
              </a:highlight>
            </a:endParaRPr>
          </a:p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最終発表では、「このシミュレーターを使った結果、長崎の企業がどう変わるか」の行動変容のシナリオを発表。  </a:t>
            </a:r>
            <a:endParaRPr lang="ja"/>
          </a:p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
「このシミュレーターを協会けんぽや商工会議所経由で配った結果、社長が『こんなにコストが下がるなら、社員の健診日を有給休暇にしよう（禁煙外来の費用を出そう）』と決断する」というようなシナリオをイメージ。</a:t>
            </a:r>
          </a:p>
        </p:txBody>
      </p:sp>
    </p:spTree>
    <p:extLst>
      <p:ext uri="{BB962C8B-B14F-4D97-AF65-F5344CB8AC3E}">
        <p14:creationId xmlns:p14="http://schemas.microsoft.com/office/powerpoint/2010/main" val="414085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EA84CB8D-E39F-8425-C99D-AC0DCF48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9AE9780F-F5D2-06E0-A324-27F5295781A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cs typeface="Arial"/>
              </a:rPr>
              <a:t>0.   「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cs typeface="Arial"/>
              </a:rPr>
              <a:t>健康寿命を延ばす</a:t>
            </a:r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cs typeface="Arial"/>
              </a:rPr>
              <a:t>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8D711-A87C-08E0-5182-FA48AF071734}"/>
              </a:ext>
            </a:extLst>
          </p:cNvPr>
          <p:cNvSpPr txBox="1"/>
          <p:nvPr/>
        </p:nvSpPr>
        <p:spPr>
          <a:xfrm>
            <a:off x="671660" y="1475883"/>
            <a:ext cx="716437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/>
              <a:t>健康ながさき21（第3次）ページ</a:t>
            </a:r>
            <a:endParaRPr lang="en-US"/>
          </a:p>
          <a:p>
            <a:r>
              <a:rPr lang="en-US">
                <a:hlinkClick r:id="rId3"/>
              </a:rPr>
              <a:t>https://www.pref.nagasaki.jp/doc/page-661413.html</a:t>
            </a:r>
            <a:endParaRPr lang="en-US"/>
          </a:p>
          <a:p>
            <a:endParaRPr lang="en-US"/>
          </a:p>
          <a:p>
            <a:r>
              <a:rPr lang="en-US">
                <a:hlinkClick r:id="rId4"/>
              </a:rPr>
              <a:t>https://www.pref.nagasaki.jp/uploads/2025/01/1737450445.pdf</a:t>
            </a:r>
            <a:endParaRPr lang="en-US"/>
          </a:p>
          <a:p>
            <a:endParaRPr lang="en-US"/>
          </a:p>
          <a:p>
            <a:r>
              <a:rPr lang="en-US">
                <a:hlinkClick r:id="rId5"/>
              </a:rPr>
              <a:t>https://www.pref.nagasaki.jp/uploads/2024/08/1722827687.pdf</a:t>
            </a:r>
          </a:p>
          <a:p>
            <a:endParaRPr lang="en-US"/>
          </a:p>
          <a:p>
            <a:r>
              <a:rPr lang="en-US">
                <a:hlinkClick r:id="rId6"/>
              </a:rPr>
              <a:t>https://www.pref.nagasaki.jp/fs/5/0/2/8/_/__3____________.pdf</a:t>
            </a:r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53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543DD0D7-8E9A-4269-735A-C8813F516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97CE1097-1976-BA73-4350-48B5FA6BF88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cs typeface="Arial"/>
              </a:rPr>
              <a:t>0.   「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cs typeface="Arial"/>
              </a:rPr>
              <a:t>健康寿命を延ばす</a:t>
            </a:r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cs typeface="Arial"/>
              </a:rPr>
              <a:t>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079710-54A9-71BA-168A-5FB829ECBEDF}"/>
              </a:ext>
            </a:extLst>
          </p:cNvPr>
          <p:cNvSpPr txBox="1"/>
          <p:nvPr/>
        </p:nvSpPr>
        <p:spPr>
          <a:xfrm>
            <a:off x="353506" y="1169514"/>
            <a:ext cx="8490015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1" indent="-228600">
              <a:buFont typeface=""/>
              <a:buChar char="•"/>
            </a:pPr>
            <a:r>
              <a:rPr lang="en-US" b="1"/>
              <a:t>【</a:t>
            </a:r>
            <a:r>
              <a:rPr lang="en-US" b="1" err="1"/>
              <a:t>危機</a:t>
            </a:r>
            <a:r>
              <a:rPr lang="en-US" b="1"/>
              <a:t>】</a:t>
            </a:r>
            <a:r>
              <a:rPr lang="en-US"/>
              <a:t> </a:t>
            </a:r>
            <a:r>
              <a:rPr lang="en-US" err="1"/>
              <a:t>人口減少・高齢化が進む長崎で、医療費の増大は将来の「手取り</a:t>
            </a:r>
            <a:r>
              <a:rPr lang="en-US"/>
              <a:t>」</a:t>
            </a:r>
            <a:r>
              <a:rPr lang="ja-JP" altLang="en-US"/>
              <a:t>を奪う</a:t>
            </a:r>
            <a:r>
              <a:rPr lang="en-US"/>
              <a:t>。</a:t>
            </a:r>
          </a:p>
          <a:p>
            <a:pPr marL="228600" lvl="1" indent="-228600">
              <a:buFont typeface=""/>
              <a:buChar char="•"/>
            </a:pPr>
            <a:endParaRPr lang="en-US" b="1"/>
          </a:p>
          <a:p>
            <a:pPr marL="228600" lvl="1" indent="-228600">
              <a:buFont typeface=""/>
              <a:buChar char="•"/>
            </a:pPr>
            <a:r>
              <a:rPr lang="en-US" b="1"/>
              <a:t>【</a:t>
            </a:r>
            <a:r>
              <a:rPr lang="en-US" b="1" err="1"/>
              <a:t>解決</a:t>
            </a:r>
            <a:r>
              <a:rPr lang="en-US" b="1"/>
              <a:t>】</a:t>
            </a:r>
            <a:r>
              <a:rPr lang="en-US"/>
              <a:t> 「健康ながさき21」で目指すのは、ただ健康になることではない。</a:t>
            </a:r>
            <a:r>
              <a:rPr lang="en-US" b="1"/>
              <a:t>「</a:t>
            </a:r>
            <a:r>
              <a:rPr lang="en-US" b="1" err="1"/>
              <a:t>健康が経済的な利益を生む循環</a:t>
            </a:r>
            <a:r>
              <a:rPr lang="en-US" b="1"/>
              <a:t>」</a:t>
            </a:r>
            <a:r>
              <a:rPr lang="ja-JP" altLang="en-US" b="1"/>
              <a:t>を作ること</a:t>
            </a:r>
            <a:r>
              <a:rPr lang="en-US"/>
              <a:t>。</a:t>
            </a:r>
          </a:p>
          <a:p>
            <a:pPr marL="228600" lvl="1" indent="-228600">
              <a:buFont typeface=""/>
              <a:buChar char="•"/>
            </a:pPr>
            <a:endParaRPr lang="en-US"/>
          </a:p>
          <a:p>
            <a:pPr marL="228600" lvl="1" indent="-228600">
              <a:buFont typeface=""/>
              <a:buChar char="•"/>
            </a:pPr>
            <a:r>
              <a:rPr lang="en-US" b="1"/>
              <a:t>【</a:t>
            </a:r>
            <a:r>
              <a:rPr lang="en-US" b="1" err="1"/>
              <a:t>検証</a:t>
            </a:r>
            <a:r>
              <a:rPr lang="en-US" b="1"/>
              <a:t>】</a:t>
            </a:r>
            <a:r>
              <a:rPr lang="en-US"/>
              <a:t> </a:t>
            </a:r>
            <a:r>
              <a:rPr lang="ja-JP" altLang="en-US"/>
              <a:t>データ分析で</a:t>
            </a:r>
            <a:r>
              <a:rPr lang="en-US"/>
              <a:t>、</a:t>
            </a:r>
            <a:r>
              <a:rPr lang="en-US" err="1"/>
              <a:t>健康行動（健診・予防</a:t>
            </a:r>
            <a:r>
              <a:rPr lang="en-US"/>
              <a:t>）</a:t>
            </a:r>
            <a:r>
              <a:rPr lang="ja-JP" altLang="en-US"/>
              <a:t>が健康寿命</a:t>
            </a:r>
            <a:r>
              <a:rPr lang="en-US"/>
              <a:t>（</a:t>
            </a:r>
            <a:r>
              <a:rPr lang="en-US" err="1"/>
              <a:t>価値</a:t>
            </a:r>
            <a:r>
              <a:rPr lang="en-US"/>
              <a:t>）</a:t>
            </a:r>
            <a:r>
              <a:rPr lang="ja-JP" altLang="en-US"/>
              <a:t>のに寄与することを検証</a:t>
            </a:r>
            <a:r>
              <a:rPr lang="en-US"/>
              <a:t>。</a:t>
            </a:r>
          </a:p>
          <a:p>
            <a:pPr marL="228600" lvl="1" indent="-228600">
              <a:buFont typeface=""/>
              <a:buChar char="•"/>
            </a:pPr>
            <a:endParaRPr lang="en-US"/>
          </a:p>
          <a:p>
            <a:pPr marL="228600" lvl="1" indent="-228600">
              <a:buFont typeface=""/>
              <a:buChar char="•"/>
            </a:pPr>
            <a:r>
              <a:rPr lang="en-US" b="1"/>
              <a:t>【</a:t>
            </a:r>
            <a:r>
              <a:rPr lang="ja-JP" altLang="en-US" b="1" err="1"/>
              <a:t>提案</a:t>
            </a:r>
            <a:r>
              <a:rPr lang="en-US" b="1"/>
              <a:t>】</a:t>
            </a:r>
            <a:r>
              <a:rPr lang="en-US"/>
              <a:t> 「</a:t>
            </a:r>
            <a:r>
              <a:rPr lang="en-US" err="1"/>
              <a:t>保険料削減シミュレータ</a:t>
            </a:r>
            <a:r>
              <a:rPr lang="en-US"/>
              <a:t>ー」、</a:t>
            </a:r>
            <a:r>
              <a:rPr lang="en-US" err="1"/>
              <a:t>健康行動の結果が「手取り</a:t>
            </a:r>
            <a:r>
              <a:rPr lang="en-US"/>
              <a:t>」</a:t>
            </a:r>
            <a:r>
              <a:rPr lang="ja-JP" altLang="en-US"/>
              <a:t>として可視化される仕組みを・・・・</a:t>
            </a:r>
            <a:r>
              <a:rPr lang="en-US"/>
              <a:t>。</a:t>
            </a:r>
          </a:p>
          <a:p>
            <a:pPr marL="228600" lvl="1" indent="-228600">
              <a:buFont typeface=""/>
              <a:buChar char="•"/>
            </a:pPr>
            <a:endParaRPr lang="en-US"/>
          </a:p>
          <a:p>
            <a:pPr marL="228600" lvl="1" indent="-228600">
              <a:buFont typeface=""/>
              <a:buChar char="•"/>
            </a:pPr>
            <a:r>
              <a:rPr lang="en-US" b="1"/>
              <a:t>【</a:t>
            </a:r>
            <a:r>
              <a:rPr lang="en-US" b="1" err="1"/>
              <a:t>ゴール</a:t>
            </a:r>
            <a:r>
              <a:rPr lang="en-US" b="1"/>
              <a:t>】</a:t>
            </a:r>
            <a:r>
              <a:rPr lang="en-US"/>
              <a:t> </a:t>
            </a:r>
            <a:r>
              <a:rPr lang="en-US" err="1"/>
              <a:t>長崎を「健康でいるほど生活が豊かになる」という</a:t>
            </a:r>
            <a:r>
              <a:rPr lang="en-US"/>
              <a:t>、</a:t>
            </a:r>
            <a:r>
              <a:rPr lang="ja-JP" altLang="en-US"/>
              <a:t>健康経営県にする</a:t>
            </a:r>
            <a:r>
              <a:rPr lang="en-US"/>
              <a:t>。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84186"/>
      </p:ext>
    </p:extLst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91FBE46F30B9645A363559095358883" ma:contentTypeVersion="11" ma:contentTypeDescription="新しいドキュメントを作成します。" ma:contentTypeScope="" ma:versionID="63749f3fb80612aed3e029516aacef76">
  <xsd:schema xmlns:xsd="http://www.w3.org/2001/XMLSchema" xmlns:xs="http://www.w3.org/2001/XMLSchema" xmlns:p="http://schemas.microsoft.com/office/2006/metadata/properties" xmlns:ns2="09145a60-8193-4ef9-9bfb-5be5473dd1fb" xmlns:ns3="cf6b417a-a01e-4c9e-86f7-df4e372b5e16" targetNamespace="http://schemas.microsoft.com/office/2006/metadata/properties" ma:root="true" ma:fieldsID="8a2785a53d636fbd340ca71639342d5d" ns2:_="" ns3:_="">
    <xsd:import namespace="09145a60-8193-4ef9-9bfb-5be5473dd1fb"/>
    <xsd:import namespace="cf6b417a-a01e-4c9e-86f7-df4e372b5e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45a60-8193-4ef9-9bfb-5be5473dd1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5dbca49-9807-4b4a-a9f6-911112dc69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417a-a01e-4c9e-86f7-df4e372b5e1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51dec24-8445-4afc-ac2b-de950df422a4}" ma:internalName="TaxCatchAll" ma:showField="CatchAllData" ma:web="cf6b417a-a01e-4c9e-86f7-df4e372b5e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6b417a-a01e-4c9e-86f7-df4e372b5e16" xsi:nil="true"/>
    <lcf76f155ced4ddcb4097134ff3c332f xmlns="09145a60-8193-4ef9-9bfb-5be5473dd1f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30EBE91-0E0C-422B-A090-BCB667E011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0CA508-3F56-4803-8CB9-73E41C67E0FF}">
  <ds:schemaRefs>
    <ds:schemaRef ds:uri="09145a60-8193-4ef9-9bfb-5be5473dd1fb"/>
    <ds:schemaRef ds:uri="cf6b417a-a01e-4c9e-86f7-df4e372b5e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9935552-2CDD-4A13-A782-615F1C79C33A}">
  <ds:schemaRefs>
    <ds:schemaRef ds:uri="09145a60-8193-4ef9-9bfb-5be5473dd1fb"/>
    <ds:schemaRef ds:uri="cf6b417a-a01e-4c9e-86f7-df4e372b5e16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Shift</vt:lpstr>
      <vt:lpstr>データ分析で挑戦！「長崎県民の手取りを増やす」健康プロジェクト</vt:lpstr>
      <vt:lpstr>PowerPoint Presentation</vt:lpstr>
      <vt:lpstr>PowerPoint Presentation</vt:lpstr>
      <vt:lpstr>1. シミュレーションの目的は何か？  </vt:lpstr>
      <vt:lpstr>2. データ：県単位か個人単位か？協会けんぽの保険料表を使うのか？</vt:lpstr>
      <vt:lpstr>3. 分析結果をどう使うのか？ </vt:lpstr>
      <vt:lpstr>4. プロトタイプについて </vt:lpstr>
      <vt:lpstr>5. 最終成果物について （仮）これから検討します</vt:lpstr>
      <vt:lpstr>0.   「健康寿命を延ばす」</vt:lpstr>
      <vt:lpstr>0.   「健康寿命を延ばす」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2026-05-24T08:56:46Z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0x010100791FBE46F30B9645A363559095358883</vt:lpwstr>
  </property>
  <property fmtid="{D5CDD505-2E9C-101B-9397-08002B2CF9AE}" pid="3" name="MediaServiceImageTags">
    <vt:lpwstr/>
  </property>
</Properties>
</file>