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16"/>
    </p:embeddedFont>
    <p:embeddedFont>
      <p:font typeface="Nunito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21F52-85F3-9322-CA4F-7AA7283CADA5}" v="56" dt="2026-05-25T15:05:42.278"/>
    <p1510:client id="{38C11274-3BF8-6D21-1C7C-5D25CA838287}" v="215" dt="2026-05-24T08:56:33.347"/>
    <p1510:client id="{3A1703F3-2191-3A73-9472-0AC74FB3D219}" v="380" dt="2026-05-25T14:49:21.423"/>
    <p1510:client id="{4FEE536B-6F5B-2080-8B19-0FAF211BA871}" v="300" dt="2026-05-25T15:40:23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高見　吉忠" userId="S::tyannponn_gmail.com#ext#@msccnagasakiuac.onmicrosoft.com::51fed6a3-7d79-4460-8af0-f9a0bdf09a2a" providerId="AD" clId="Web-{38C11274-3BF8-6D21-1C7C-5D25CA838287}"/>
    <pc:docChg chg="addSld delSld modSld">
      <pc:chgData name="高見　吉忠" userId="S::tyannponn_gmail.com#ext#@msccnagasakiuac.onmicrosoft.com::51fed6a3-7d79-4460-8af0-f9a0bdf09a2a" providerId="AD" clId="Web-{38C11274-3BF8-6D21-1C7C-5D25CA838287}" dt="2026-05-24T08:56:33.347" v="145" actId="20577"/>
      <pc:docMkLst>
        <pc:docMk/>
      </pc:docMkLst>
      <pc:sldChg chg="modSp">
        <pc:chgData name="高見　吉忠" userId="S::tyannponn_gmail.com#ext#@msccnagasakiuac.onmicrosoft.com::51fed6a3-7d79-4460-8af0-f9a0bdf09a2a" providerId="AD" clId="Web-{38C11274-3BF8-6D21-1C7C-5D25CA838287}" dt="2026-05-24T08:38:45.061" v="4" actId="20577"/>
        <pc:sldMkLst>
          <pc:docMk/>
          <pc:sldMk cId="0" sldId="256"/>
        </pc:sldMkLst>
        <pc:spChg chg="mod">
          <ac:chgData name="高見　吉忠" userId="S::tyannponn_gmail.com#ext#@msccnagasakiuac.onmicrosoft.com::51fed6a3-7d79-4460-8af0-f9a0bdf09a2a" providerId="AD" clId="Web-{38C11274-3BF8-6D21-1C7C-5D25CA838287}" dt="2026-05-24T08:38:45.061" v="4" actId="20577"/>
          <ac:spMkLst>
            <pc:docMk/>
            <pc:sldMk cId="0" sldId="256"/>
            <ac:spMk id="130" creationId="{00000000-0000-0000-0000-000000000000}"/>
          </ac:spMkLst>
        </pc:spChg>
      </pc:sldChg>
      <pc:sldChg chg="addSp delSp modSp add replId">
        <pc:chgData name="高見　吉忠" userId="S::tyannponn_gmail.com#ext#@msccnagasakiuac.onmicrosoft.com::51fed6a3-7d79-4460-8af0-f9a0bdf09a2a" providerId="AD" clId="Web-{38C11274-3BF8-6D21-1C7C-5D25CA838287}" dt="2026-05-24T08:52:13.448" v="96" actId="20577"/>
        <pc:sldMkLst>
          <pc:docMk/>
          <pc:sldMk cId="1390753220" sldId="264"/>
        </pc:sldMkLst>
        <pc:spChg chg="add del mod">
          <ac:chgData name="高見　吉忠" userId="S::tyannponn_gmail.com#ext#@msccnagasakiuac.onmicrosoft.com::51fed6a3-7d79-4460-8af0-f9a0bdf09a2a" providerId="AD" clId="Web-{38C11274-3BF8-6D21-1C7C-5D25CA838287}" dt="2026-05-24T08:46:10.421" v="52"/>
          <ac:spMkLst>
            <pc:docMk/>
            <pc:sldMk cId="1390753220" sldId="264"/>
            <ac:spMk id="2" creationId="{6B590372-C3D2-4BDC-C8AD-977B100A8152}"/>
          </ac:spMkLst>
        </pc:spChg>
        <pc:spChg chg="add mod">
          <ac:chgData name="高見　吉忠" userId="S::tyannponn_gmail.com#ext#@msccnagasakiuac.onmicrosoft.com::51fed6a3-7d79-4460-8af0-f9a0bdf09a2a" providerId="AD" clId="Web-{38C11274-3BF8-6D21-1C7C-5D25CA838287}" dt="2026-05-24T08:52:13.448" v="96" actId="20577"/>
          <ac:spMkLst>
            <pc:docMk/>
            <pc:sldMk cId="1390753220" sldId="264"/>
            <ac:spMk id="3" creationId="{AAF8D711-A87C-08E0-5182-FA48AF071734}"/>
          </ac:spMkLst>
        </pc:spChg>
        <pc:spChg chg="mod">
          <ac:chgData name="高見　吉忠" userId="S::tyannponn_gmail.com#ext#@msccnagasakiuac.onmicrosoft.com::51fed6a3-7d79-4460-8af0-f9a0bdf09a2a" providerId="AD" clId="Web-{38C11274-3BF8-6D21-1C7C-5D25CA838287}" dt="2026-05-24T08:44:59.919" v="40" actId="20577"/>
          <ac:spMkLst>
            <pc:docMk/>
            <pc:sldMk cId="1390753220" sldId="264"/>
            <ac:spMk id="147" creationId="{9AE9780F-F5D2-06E0-A324-27F5295781A0}"/>
          </ac:spMkLst>
        </pc:spChg>
        <pc:spChg chg="del mod">
          <ac:chgData name="高見　吉忠" userId="S::tyannponn_gmail.com#ext#@msccnagasakiuac.onmicrosoft.com::51fed6a3-7d79-4460-8af0-f9a0bdf09a2a" providerId="AD" clId="Web-{38C11274-3BF8-6D21-1C7C-5D25CA838287}" dt="2026-05-24T08:41:31.256" v="12"/>
          <ac:spMkLst>
            <pc:docMk/>
            <pc:sldMk cId="1390753220" sldId="264"/>
            <ac:spMk id="149" creationId="{DCB8C920-BD7F-6FE8-C7F7-DD1AC3B91C62}"/>
          </ac:spMkLst>
        </pc:spChg>
      </pc:sldChg>
      <pc:sldChg chg="modSp add replId">
        <pc:chgData name="高見　吉忠" userId="S::tyannponn_gmail.com#ext#@msccnagasakiuac.onmicrosoft.com::51fed6a3-7d79-4460-8af0-f9a0bdf09a2a" providerId="AD" clId="Web-{38C11274-3BF8-6D21-1C7C-5D25CA838287}" dt="2026-05-24T08:56:33.347" v="145" actId="20577"/>
        <pc:sldMkLst>
          <pc:docMk/>
          <pc:sldMk cId="1826684186" sldId="265"/>
        </pc:sldMkLst>
        <pc:spChg chg="mod">
          <ac:chgData name="高見　吉忠" userId="S::tyannponn_gmail.com#ext#@msccnagasakiuac.onmicrosoft.com::51fed6a3-7d79-4460-8af0-f9a0bdf09a2a" providerId="AD" clId="Web-{38C11274-3BF8-6D21-1C7C-5D25CA838287}" dt="2026-05-24T08:56:33.347" v="145" actId="20577"/>
          <ac:spMkLst>
            <pc:docMk/>
            <pc:sldMk cId="1826684186" sldId="265"/>
            <ac:spMk id="2" creationId="{B0079710-54A9-71BA-168A-5FB829ECBEDF}"/>
          </ac:spMkLst>
        </pc:spChg>
      </pc:sldChg>
      <pc:sldChg chg="add del replId">
        <pc:chgData name="高見　吉忠" userId="S::tyannponn_gmail.com#ext#@msccnagasakiuac.onmicrosoft.com::51fed6a3-7d79-4460-8af0-f9a0bdf09a2a" providerId="AD" clId="Web-{38C11274-3BF8-6D21-1C7C-5D25CA838287}" dt="2026-05-24T08:45:51.921" v="46"/>
        <pc:sldMkLst>
          <pc:docMk/>
          <pc:sldMk cId="2502812515" sldId="266"/>
        </pc:sldMkLst>
      </pc:sldChg>
    </pc:docChg>
  </pc:docChgLst>
  <pc:docChgLst>
    <pc:chgData name="高見　吉忠" userId="S::tyannponn_gmail.com#ext#@msccnagasakiuac.onmicrosoft.com::51fed6a3-7d79-4460-8af0-f9a0bdf09a2a" providerId="AD" clId="Web-{2ED21F52-85F3-9322-CA4F-7AA7283CADA5}"/>
    <pc:docChg chg="modSld">
      <pc:chgData name="高見　吉忠" userId="S::tyannponn_gmail.com#ext#@msccnagasakiuac.onmicrosoft.com::51fed6a3-7d79-4460-8af0-f9a0bdf09a2a" providerId="AD" clId="Web-{2ED21F52-85F3-9322-CA4F-7AA7283CADA5}" dt="2026-05-25T15:05:42.278" v="50" actId="20577"/>
      <pc:docMkLst>
        <pc:docMk/>
      </pc:docMkLst>
      <pc:sldChg chg="modSp">
        <pc:chgData name="高見　吉忠" userId="S::tyannponn_gmail.com#ext#@msccnagasakiuac.onmicrosoft.com::51fed6a3-7d79-4460-8af0-f9a0bdf09a2a" providerId="AD" clId="Web-{2ED21F52-85F3-9322-CA4F-7AA7283CADA5}" dt="2026-05-25T15:05:42.278" v="50" actId="20577"/>
        <pc:sldMkLst>
          <pc:docMk/>
          <pc:sldMk cId="0" sldId="256"/>
        </pc:sldMkLst>
        <pc:spChg chg="mod">
          <ac:chgData name="高見　吉忠" userId="S::tyannponn_gmail.com#ext#@msccnagasakiuac.onmicrosoft.com::51fed6a3-7d79-4460-8af0-f9a0bdf09a2a" providerId="AD" clId="Web-{2ED21F52-85F3-9322-CA4F-7AA7283CADA5}" dt="2026-05-25T15:05:42.278" v="50" actId="20577"/>
          <ac:spMkLst>
            <pc:docMk/>
            <pc:sldMk cId="0" sldId="256"/>
            <ac:spMk id="130" creationId="{00000000-0000-0000-0000-000000000000}"/>
          </ac:spMkLst>
        </pc:spChg>
      </pc:sldChg>
      <pc:sldChg chg="modSp">
        <pc:chgData name="高見　吉忠" userId="S::tyannponn_gmail.com#ext#@msccnagasakiuac.onmicrosoft.com::51fed6a3-7d79-4460-8af0-f9a0bdf09a2a" providerId="AD" clId="Web-{2ED21F52-85F3-9322-CA4F-7AA7283CADA5}" dt="2026-05-25T15:04:41.122" v="39" actId="20577"/>
        <pc:sldMkLst>
          <pc:docMk/>
          <pc:sldMk cId="4185882432" sldId="262"/>
        </pc:sldMkLst>
        <pc:spChg chg="mod">
          <ac:chgData name="高見　吉忠" userId="S::tyannponn_gmail.com#ext#@msccnagasakiuac.onmicrosoft.com::51fed6a3-7d79-4460-8af0-f9a0bdf09a2a" providerId="AD" clId="Web-{2ED21F52-85F3-9322-CA4F-7AA7283CADA5}" dt="2026-05-25T14:59:20.560" v="15" actId="20577"/>
          <ac:spMkLst>
            <pc:docMk/>
            <pc:sldMk cId="4185882432" sldId="262"/>
            <ac:spMk id="147" creationId="{3DD5F323-66E8-95E3-2526-E3A44C1459DA}"/>
          </ac:spMkLst>
        </pc:spChg>
        <pc:spChg chg="mod">
          <ac:chgData name="高見　吉忠" userId="S::tyannponn_gmail.com#ext#@msccnagasakiuac.onmicrosoft.com::51fed6a3-7d79-4460-8af0-f9a0bdf09a2a" providerId="AD" clId="Web-{2ED21F52-85F3-9322-CA4F-7AA7283CADA5}" dt="2026-05-25T15:04:41.122" v="39" actId="20577"/>
          <ac:spMkLst>
            <pc:docMk/>
            <pc:sldMk cId="4185882432" sldId="262"/>
            <ac:spMk id="149" creationId="{59D7744C-DD6F-F379-E778-334B4828D833}"/>
          </ac:spMkLst>
        </pc:spChg>
      </pc:sldChg>
      <pc:sldChg chg="modSp">
        <pc:chgData name="高見　吉忠" userId="S::tyannponn_gmail.com#ext#@msccnagasakiuac.onmicrosoft.com::51fed6a3-7d79-4460-8af0-f9a0bdf09a2a" providerId="AD" clId="Web-{2ED21F52-85F3-9322-CA4F-7AA7283CADA5}" dt="2026-05-25T14:57:46.670" v="4" actId="20577"/>
        <pc:sldMkLst>
          <pc:docMk/>
          <pc:sldMk cId="1826684186" sldId="265"/>
        </pc:sldMkLst>
        <pc:spChg chg="mod">
          <ac:chgData name="高見　吉忠" userId="S::tyannponn_gmail.com#ext#@msccnagasakiuac.onmicrosoft.com::51fed6a3-7d79-4460-8af0-f9a0bdf09a2a" providerId="AD" clId="Web-{2ED21F52-85F3-9322-CA4F-7AA7283CADA5}" dt="2026-05-25T14:57:46.670" v="4" actId="20577"/>
          <ac:spMkLst>
            <pc:docMk/>
            <pc:sldMk cId="1826684186" sldId="265"/>
            <ac:spMk id="2" creationId="{B0079710-54A9-71BA-168A-5FB829ECBEDF}"/>
          </ac:spMkLst>
        </pc:spChg>
      </pc:sldChg>
    </pc:docChg>
  </pc:docChgLst>
  <pc:docChgLst>
    <pc:chgData name="高見　吉忠" userId="S::tyannponn_gmail.com#ext#@msccnagasakiuac.onmicrosoft.com::51fed6a3-7d79-4460-8af0-f9a0bdf09a2a" providerId="AD" clId="Web-{3A1703F3-2191-3A73-9472-0AC74FB3D219}"/>
    <pc:docChg chg="modSld">
      <pc:chgData name="高見　吉忠" userId="S::tyannponn_gmail.com#ext#@msccnagasakiuac.onmicrosoft.com::51fed6a3-7d79-4460-8af0-f9a0bdf09a2a" providerId="AD" clId="Web-{3A1703F3-2191-3A73-9472-0AC74FB3D219}" dt="2026-05-25T14:49:21.423" v="300" actId="20577"/>
      <pc:docMkLst>
        <pc:docMk/>
      </pc:docMkLst>
      <pc:sldChg chg="addSp delSp modSp">
        <pc:chgData name="高見　吉忠" userId="S::tyannponn_gmail.com#ext#@msccnagasakiuac.onmicrosoft.com::51fed6a3-7d79-4460-8af0-f9a0bdf09a2a" providerId="AD" clId="Web-{3A1703F3-2191-3A73-9472-0AC74FB3D219}" dt="2026-05-25T13:53:55.223" v="28" actId="20577"/>
        <pc:sldMkLst>
          <pc:docMk/>
          <pc:sldMk cId="0" sldId="259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3:53:55.223" v="28" actId="20577"/>
          <ac:spMkLst>
            <pc:docMk/>
            <pc:sldMk cId="0" sldId="259"/>
            <ac:spMk id="149" creationId="{00000000-0000-0000-0000-000000000000}"/>
          </ac:spMkLst>
        </pc:spChg>
        <pc:graphicFrameChg chg="add del mod">
          <ac:chgData name="高見　吉忠" userId="S::tyannponn_gmail.com#ext#@msccnagasakiuac.onmicrosoft.com::51fed6a3-7d79-4460-8af0-f9a0bdf09a2a" providerId="AD" clId="Web-{3A1703F3-2191-3A73-9472-0AC74FB3D219}" dt="2026-05-25T13:41:10.505" v="1"/>
          <ac:graphicFrameMkLst>
            <pc:docMk/>
            <pc:sldMk cId="0" sldId="259"/>
            <ac:graphicFrameMk id="3" creationId="{4A7A5472-0A48-6A27-807B-7ADF43DE515E}"/>
          </ac:graphicFrameMkLst>
        </pc:graphicFrameChg>
        <pc:graphicFrameChg chg="add del mod">
          <ac:chgData name="高見　吉忠" userId="S::tyannponn_gmail.com#ext#@msccnagasakiuac.onmicrosoft.com::51fed6a3-7d79-4460-8af0-f9a0bdf09a2a" providerId="AD" clId="Web-{3A1703F3-2191-3A73-9472-0AC74FB3D219}" dt="2026-05-25T13:42:14.368" v="3"/>
          <ac:graphicFrameMkLst>
            <pc:docMk/>
            <pc:sldMk cId="0" sldId="259"/>
            <ac:graphicFrameMk id="5" creationId="{A76802D0-91B0-176E-0817-6A43D7CDF1A7}"/>
          </ac:graphicFrameMkLst>
        </pc:graphicFrameChg>
        <pc:graphicFrameChg chg="add del mod">
          <ac:chgData name="高見　吉忠" userId="S::tyannponn_gmail.com#ext#@msccnagasakiuac.onmicrosoft.com::51fed6a3-7d79-4460-8af0-f9a0bdf09a2a" providerId="AD" clId="Web-{3A1703F3-2191-3A73-9472-0AC74FB3D219}" dt="2026-05-25T13:43:02.340" v="5"/>
          <ac:graphicFrameMkLst>
            <pc:docMk/>
            <pc:sldMk cId="0" sldId="259"/>
            <ac:graphicFrameMk id="7" creationId="{65F4D55F-F2F1-410B-6723-1B6AE4044F0B}"/>
          </ac:graphicFrameMkLst>
        </pc:graphicFrameChg>
      </pc:sldChg>
      <pc:sldChg chg="modSp">
        <pc:chgData name="高見　吉忠" userId="S::tyannponn_gmail.com#ext#@msccnagasakiuac.onmicrosoft.com::51fed6a3-7d79-4460-8af0-f9a0bdf09a2a" providerId="AD" clId="Web-{3A1703F3-2191-3A73-9472-0AC74FB3D219}" dt="2026-05-25T13:55:08.325" v="62" actId="20577"/>
        <pc:sldMkLst>
          <pc:docMk/>
          <pc:sldMk cId="2597675928" sldId="260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3:54:42.371" v="35" actId="20577"/>
          <ac:spMkLst>
            <pc:docMk/>
            <pc:sldMk cId="2597675928" sldId="260"/>
            <ac:spMk id="147" creationId="{BC503BBB-70D3-3AB5-8AF6-A35832853CA9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3:55:08.325" v="62" actId="20577"/>
          <ac:spMkLst>
            <pc:docMk/>
            <pc:sldMk cId="2597675928" sldId="260"/>
            <ac:spMk id="149" creationId="{4E39BE78-A66D-483B-C18F-62CC767F6018}"/>
          </ac:spMkLst>
        </pc:spChg>
      </pc:sldChg>
      <pc:sldChg chg="modSp">
        <pc:chgData name="高見　吉忠" userId="S::tyannponn_gmail.com#ext#@msccnagasakiuac.onmicrosoft.com::51fed6a3-7d79-4460-8af0-f9a0bdf09a2a" providerId="AD" clId="Web-{3A1703F3-2191-3A73-9472-0AC74FB3D219}" dt="2026-05-25T13:56:12.951" v="108" actId="20577"/>
        <pc:sldMkLst>
          <pc:docMk/>
          <pc:sldMk cId="3049630603" sldId="261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3:55:52.513" v="68" actId="20577"/>
          <ac:spMkLst>
            <pc:docMk/>
            <pc:sldMk cId="3049630603" sldId="261"/>
            <ac:spMk id="147" creationId="{9CB3F81B-2DDA-00A9-BBF0-3799753BC54F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3:56:12.951" v="108" actId="20577"/>
          <ac:spMkLst>
            <pc:docMk/>
            <pc:sldMk cId="3049630603" sldId="261"/>
            <ac:spMk id="149" creationId="{10407557-D889-9F9C-B0A1-16B464C246D8}"/>
          </ac:spMkLst>
        </pc:spChg>
      </pc:sldChg>
      <pc:sldChg chg="delSp modSp">
        <pc:chgData name="高見　吉忠" userId="S::tyannponn_gmail.com#ext#@msccnagasakiuac.onmicrosoft.com::51fed6a3-7d79-4460-8af0-f9a0bdf09a2a" providerId="AD" clId="Web-{3A1703F3-2191-3A73-9472-0AC74FB3D219}" dt="2026-05-25T14:49:21.423" v="300" actId="20577"/>
        <pc:sldMkLst>
          <pc:docMk/>
          <pc:sldMk cId="4185882432" sldId="262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3:57:05.656" v="115" actId="20577"/>
          <ac:spMkLst>
            <pc:docMk/>
            <pc:sldMk cId="4185882432" sldId="262"/>
            <ac:spMk id="147" creationId="{3DD5F323-66E8-95E3-2526-E3A44C1459DA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4:49:21.423" v="300" actId="20577"/>
          <ac:spMkLst>
            <pc:docMk/>
            <pc:sldMk cId="4185882432" sldId="262"/>
            <ac:spMk id="149" creationId="{59D7744C-DD6F-F379-E778-334B4828D833}"/>
          </ac:spMkLst>
        </pc:spChg>
        <pc:picChg chg="del">
          <ac:chgData name="高見　吉忠" userId="S::tyannponn_gmail.com#ext#@msccnagasakiuac.onmicrosoft.com::51fed6a3-7d79-4460-8af0-f9a0bdf09a2a" providerId="AD" clId="Web-{3A1703F3-2191-3A73-9472-0AC74FB3D219}" dt="2026-05-25T13:56:42.452" v="109"/>
          <ac:picMkLst>
            <pc:docMk/>
            <pc:sldMk cId="4185882432" sldId="262"/>
            <ac:picMk id="2" creationId="{3C8F905F-A6C8-BF28-66E9-78D69A7F9FA7}"/>
          </ac:picMkLst>
        </pc:picChg>
        <pc:picChg chg="del">
          <ac:chgData name="高見　吉忠" userId="S::tyannponn_gmail.com#ext#@msccnagasakiuac.onmicrosoft.com::51fed6a3-7d79-4460-8af0-f9a0bdf09a2a" providerId="AD" clId="Web-{3A1703F3-2191-3A73-9472-0AC74FB3D219}" dt="2026-05-25T13:56:44.858" v="110"/>
          <ac:picMkLst>
            <pc:docMk/>
            <pc:sldMk cId="4185882432" sldId="262"/>
            <ac:picMk id="3" creationId="{B9DBB1C6-852A-64F7-D99F-A267B6F25886}"/>
          </ac:picMkLst>
        </pc:picChg>
      </pc:sldChg>
      <pc:sldChg chg="modSp">
        <pc:chgData name="高見　吉忠" userId="S::tyannponn_gmail.com#ext#@msccnagasakiuac.onmicrosoft.com::51fed6a3-7d79-4460-8af0-f9a0bdf09a2a" providerId="AD" clId="Web-{3A1703F3-2191-3A73-9472-0AC74FB3D219}" dt="2026-05-25T13:59:53.657" v="168"/>
        <pc:sldMkLst>
          <pc:docMk/>
          <pc:sldMk cId="4140856329" sldId="263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3:58:15.010" v="135" actId="20577"/>
          <ac:spMkLst>
            <pc:docMk/>
            <pc:sldMk cId="4140856329" sldId="263"/>
            <ac:spMk id="147" creationId="{6325A1F1-DDE7-6CA0-1847-7AB1475B063E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3:59:53.657" v="168"/>
          <ac:spMkLst>
            <pc:docMk/>
            <pc:sldMk cId="4140856329" sldId="263"/>
            <ac:spMk id="149" creationId="{4FAC63AB-C371-A5BD-CEC6-C65C0FCA3688}"/>
          </ac:spMkLst>
        </pc:spChg>
      </pc:sldChg>
      <pc:sldChg chg="modSp">
        <pc:chgData name="高見　吉忠" userId="S::tyannponn_gmail.com#ext#@msccnagasakiuac.onmicrosoft.com::51fed6a3-7d79-4460-8af0-f9a0bdf09a2a" providerId="AD" clId="Web-{3A1703F3-2191-3A73-9472-0AC74FB3D219}" dt="2026-05-25T14:01:24.224" v="228"/>
        <pc:sldMkLst>
          <pc:docMk/>
          <pc:sldMk cId="1390753220" sldId="264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4:01:24.224" v="228"/>
          <ac:spMkLst>
            <pc:docMk/>
            <pc:sldMk cId="1390753220" sldId="264"/>
            <ac:spMk id="3" creationId="{AAF8D711-A87C-08E0-5182-FA48AF071734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4:00:32.003" v="176" actId="20577"/>
          <ac:spMkLst>
            <pc:docMk/>
            <pc:sldMk cId="1390753220" sldId="264"/>
            <ac:spMk id="147" creationId="{9AE9780F-F5D2-06E0-A324-27F5295781A0}"/>
          </ac:spMkLst>
        </pc:spChg>
      </pc:sldChg>
      <pc:sldChg chg="modSp">
        <pc:chgData name="高見　吉忠" userId="S::tyannponn_gmail.com#ext#@msccnagasakiuac.onmicrosoft.com::51fed6a3-7d79-4460-8af0-f9a0bdf09a2a" providerId="AD" clId="Web-{3A1703F3-2191-3A73-9472-0AC74FB3D219}" dt="2026-05-25T14:47:22.872" v="291" actId="14100"/>
        <pc:sldMkLst>
          <pc:docMk/>
          <pc:sldMk cId="1826684186" sldId="265"/>
        </pc:sldMkLst>
        <pc:spChg chg="mod">
          <ac:chgData name="高見　吉忠" userId="S::tyannponn_gmail.com#ext#@msccnagasakiuac.onmicrosoft.com::51fed6a3-7d79-4460-8af0-f9a0bdf09a2a" providerId="AD" clId="Web-{3A1703F3-2191-3A73-9472-0AC74FB3D219}" dt="2026-05-25T14:47:22.872" v="291" actId="14100"/>
          <ac:spMkLst>
            <pc:docMk/>
            <pc:sldMk cId="1826684186" sldId="265"/>
            <ac:spMk id="2" creationId="{B0079710-54A9-71BA-168A-5FB829ECBEDF}"/>
          </ac:spMkLst>
        </pc:spChg>
        <pc:spChg chg="mod">
          <ac:chgData name="高見　吉忠" userId="S::tyannponn_gmail.com#ext#@msccnagasakiuac.onmicrosoft.com::51fed6a3-7d79-4460-8af0-f9a0bdf09a2a" providerId="AD" clId="Web-{3A1703F3-2191-3A73-9472-0AC74FB3D219}" dt="2026-05-25T14:13:44.342" v="258" actId="20577"/>
          <ac:spMkLst>
            <pc:docMk/>
            <pc:sldMk cId="1826684186" sldId="265"/>
            <ac:spMk id="147" creationId="{97CE1097-1976-BA73-4350-48B5FA6BF883}"/>
          </ac:spMkLst>
        </pc:spChg>
      </pc:sldChg>
    </pc:docChg>
  </pc:docChgLst>
  <pc:docChgLst>
    <pc:chgData name="高見　吉忠" userId="S::tyannponn_gmail.com#ext#@msccnagasakiuac.onmicrosoft.com::51fed6a3-7d79-4460-8af0-f9a0bdf09a2a" providerId="AD" clId="Web-{4FEE536B-6F5B-2080-8B19-0FAF211BA871}"/>
    <pc:docChg chg="modSld">
      <pc:chgData name="高見　吉忠" userId="S::tyannponn_gmail.com#ext#@msccnagasakiuac.onmicrosoft.com::51fed6a3-7d79-4460-8af0-f9a0bdf09a2a" providerId="AD" clId="Web-{4FEE536B-6F5B-2080-8B19-0FAF211BA871}" dt="2026-05-25T15:40:23.775" v="181" actId="14100"/>
      <pc:docMkLst>
        <pc:docMk/>
      </pc:docMkLst>
      <pc:sldChg chg="addSp modSp">
        <pc:chgData name="高見　吉忠" userId="S::tyannponn_gmail.com#ext#@msccnagasakiuac.onmicrosoft.com::51fed6a3-7d79-4460-8af0-f9a0bdf09a2a" providerId="AD" clId="Web-{4FEE536B-6F5B-2080-8B19-0FAF211BA871}" dt="2026-05-25T15:39:38.586" v="172" actId="14100"/>
        <pc:sldMkLst>
          <pc:docMk/>
          <pc:sldMk cId="4185882432" sldId="262"/>
        </pc:sldMkLst>
        <pc:spChg chg="add mod">
          <ac:chgData name="高見　吉忠" userId="S::tyannponn_gmail.com#ext#@msccnagasakiuac.onmicrosoft.com::51fed6a3-7d79-4460-8af0-f9a0bdf09a2a" providerId="AD" clId="Web-{4FEE536B-6F5B-2080-8B19-0FAF211BA871}" dt="2026-05-25T15:39:38.586" v="172" actId="14100"/>
          <ac:spMkLst>
            <pc:docMk/>
            <pc:sldMk cId="4185882432" sldId="262"/>
            <ac:spMk id="2" creationId="{95D0165D-6857-5D2D-2319-B3052FA42018}"/>
          </ac:spMkLst>
        </pc:spChg>
        <pc:spChg chg="mod">
          <ac:chgData name="高見　吉忠" userId="S::tyannponn_gmail.com#ext#@msccnagasakiuac.onmicrosoft.com::51fed6a3-7d79-4460-8af0-f9a0bdf09a2a" providerId="AD" clId="Web-{4FEE536B-6F5B-2080-8B19-0FAF211BA871}" dt="2026-05-25T15:34:42.898" v="148" actId="20577"/>
          <ac:spMkLst>
            <pc:docMk/>
            <pc:sldMk cId="4185882432" sldId="262"/>
            <ac:spMk id="149" creationId="{59D7744C-DD6F-F379-E778-334B4828D833}"/>
          </ac:spMkLst>
        </pc:spChg>
      </pc:sldChg>
      <pc:sldChg chg="addSp modSp">
        <pc:chgData name="高見　吉忠" userId="S::tyannponn_gmail.com#ext#@msccnagasakiuac.onmicrosoft.com::51fed6a3-7d79-4460-8af0-f9a0bdf09a2a" providerId="AD" clId="Web-{4FEE536B-6F5B-2080-8B19-0FAF211BA871}" dt="2026-05-25T15:40:23.775" v="181" actId="14100"/>
        <pc:sldMkLst>
          <pc:docMk/>
          <pc:sldMk cId="1390753220" sldId="264"/>
        </pc:sldMkLst>
        <pc:spChg chg="add mod">
          <ac:chgData name="高見　吉忠" userId="S::tyannponn_gmail.com#ext#@msccnagasakiuac.onmicrosoft.com::51fed6a3-7d79-4460-8af0-f9a0bdf09a2a" providerId="AD" clId="Web-{4FEE536B-6F5B-2080-8B19-0FAF211BA871}" dt="2026-05-25T15:40:23.775" v="181" actId="14100"/>
          <ac:spMkLst>
            <pc:docMk/>
            <pc:sldMk cId="1390753220" sldId="264"/>
            <ac:spMk id="4" creationId="{FAA55118-5055-9FE9-5CF7-98D7246ADE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ad1e87ea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ad1e87ea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8125b27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8125b27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7770C72-5BF0-8281-7747-11900AE5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0EC5AAA7-AD4B-B05B-12B6-DF837CAB6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B37FFB35-7C58-62B7-DF60-F3C614811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13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E65B47-AC66-5316-0742-D6B20BB3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5BA33A7F-5694-F14C-AB1C-3C320E845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5ECF630F-7301-6F5A-9DB3-D4ED5E15B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242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C58FD33-106F-0598-2711-E7AEC0672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87C84C6A-4A98-9A39-D2B3-A7CBD6CD6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EDF5A921-B434-7C7E-4C66-07F7A4260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345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80F7C4E-44DB-922E-92BB-2DD40CC94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994F7256-CAF8-5F19-7859-EFCDB4943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67CE971D-5F40-A5AB-5863-8F6B57DB5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3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72E569A-7A6C-AAFC-870D-E2FDD8DB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B3671A7E-53BF-5316-F66D-7CCC3AAFA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2E70A95D-D129-9099-5FB4-1DA9BA4CB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450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E5062E2-6646-FF7C-3153-B92A7BE8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b3be7e1_0_5:notes">
            <a:extLst>
              <a:ext uri="{FF2B5EF4-FFF2-40B4-BE49-F238E27FC236}">
                <a16:creationId xmlns:a16="http://schemas.microsoft.com/office/drawing/2014/main" id="{320784C4-EDEE-0BB1-B54C-E257F0774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b3be7e1_0_5:notes">
            <a:extLst>
              <a:ext uri="{FF2B5EF4-FFF2-40B4-BE49-F238E27FC236}">
                <a16:creationId xmlns:a16="http://schemas.microsoft.com/office/drawing/2014/main" id="{3AB058E6-E69B-B821-B13E-271910946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36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293750" y="1308617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360"/>
              <a:t>データ分析で挑戦！「長崎県民の手取りを増やす」健康プロジェクト</a:t>
            </a:r>
            <a:endParaRPr sz="136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293750" y="2116616"/>
            <a:ext cx="85206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ja" sz="3120" b="1"/>
              <a:t>協会けんぽ保険料削減シミュレーション</a:t>
            </a:r>
            <a:endParaRPr sz="3120" b="1"/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293747" y="371778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altLang="en-US" sz="2000"/>
              <a:t>2026/9/〇〇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1"/>
          </p:nvPr>
        </p:nvSpPr>
        <p:spPr>
          <a:xfrm>
            <a:off x="281959" y="323869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長崎データ塾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38176"/>
          <a:stretch/>
        </p:blipFill>
        <p:spPr>
          <a:xfrm>
            <a:off x="303200" y="254175"/>
            <a:ext cx="8559026" cy="46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25" y="223150"/>
            <a:ext cx="8675151" cy="46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5245200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シミュレーションの目的は何か？  </a:t>
            </a:r>
            <a:endParaRPr lang="ja" altLang="en-US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  </a:t>
            </a: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保険料率の差は、単なる数字ではなく「県民の生活（手取り）」の差である。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全国トップレベルの健康優良県を目指すことは、県民の資産を守り、経済を活性化させることにつながる。</a:t>
            </a:r>
          </a:p>
          <a:p>
            <a:pPr>
              <a:spcBef>
                <a:spcPts val="1100"/>
              </a:spcBef>
            </a:pPr>
            <a:endParaRPr lang="ja" sz="1700" b="1">
              <a:solidFill>
                <a:srgbClr val="19191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DD87C83-51C6-0EFF-5ACE-7E29BDAD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BC503BBB-70D3-3AB5-8AF6-A35832853CA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誰が得をするのか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？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E39BE78-A66D-483B-C18F-62CC767F6018}"/>
              </a:ext>
            </a:extLst>
          </p:cNvPr>
          <p:cNvSpPr txBox="1"/>
          <p:nvPr/>
        </p:nvSpPr>
        <p:spPr>
          <a:xfrm>
            <a:off x="677486" y="1453100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従業員： 社会保険料の天引きが減り、実質手取りが増える。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事業主： 会社負担分の保険料が削減され、その余力を賃上げや設備投資へ転換できる。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協会けんぽ： 医療費の適正化により、長期的かつ健全な財政運営が可能になる。</a:t>
            </a:r>
          </a:p>
        </p:txBody>
      </p:sp>
    </p:spTree>
    <p:extLst>
      <p:ext uri="{BB962C8B-B14F-4D97-AF65-F5344CB8AC3E}">
        <p14:creationId xmlns:p14="http://schemas.microsoft.com/office/powerpoint/2010/main" val="259767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0D109E53-4488-5432-6CCB-0EF14ADD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CB3F81B-2DDA-00A9-BBF0-3799753BC5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健康経営」は明日からの経営を変える</a:t>
            </a:r>
            <a:endParaRPr lang="en-US" altLang="ja" sz="2250" b="1" err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10407557-D889-9F9C-B0A1-16B464C246D8}"/>
              </a:ext>
            </a:extLst>
          </p:cNvPr>
          <p:cNvSpPr txBox="1"/>
          <p:nvPr/>
        </p:nvSpPr>
        <p:spPr>
          <a:xfrm>
            <a:off x="677486" y="1283436"/>
            <a:ext cx="7786510" cy="3263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事業主へ： 「保険料は避けられない固定費」ではありません。「インセンティブ指標への取り組み」は、会社が納める保険料を能動的に引き下げるための「経営改善」です。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従業員へ： 「健診」はただの事務作業ではありません。将来の医療費支出を防ぎ、毎月の手取りを増やすための「一番身近な生活防衛」です。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共通認識： 会社と従業員が協力して指標を改善することが、直接的に両者の財布を潤す「賢い共同作業」です。</a:t>
            </a:r>
          </a:p>
        </p:txBody>
      </p:sp>
    </p:spTree>
    <p:extLst>
      <p:ext uri="{BB962C8B-B14F-4D97-AF65-F5344CB8AC3E}">
        <p14:creationId xmlns:p14="http://schemas.microsoft.com/office/powerpoint/2010/main" val="304963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C538B867-3966-5CA1-1A64-6D927615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3DD5F323-66E8-95E3-2526-E3A44C1459D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4.データ分析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59D7744C-DD6F-F379-E778-334B4828D833}"/>
              </a:ext>
            </a:extLst>
          </p:cNvPr>
          <p:cNvSpPr txBox="1"/>
          <p:nvPr/>
        </p:nvSpPr>
        <p:spPr>
          <a:xfrm>
            <a:off x="677486" y="1027343"/>
            <a:ext cx="7786510" cy="343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インセンティブの5つの指標が、各支部の保険料率（＝県の医療費）を決定しているか、都道府県別のデータを比較分析。</a:t>
            </a:r>
          </a:p>
          <a:p>
            <a:pPr>
              <a:spcBef>
                <a:spcPts val="1100"/>
              </a:spcBef>
            </a:pP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「長崎の伸び代」の可視化： 全国平均と長崎の乖離を項目ごとに抽出し、「どの指標を何％改善すれば、料率が全国トップレベルに近づくか」というシミュレーション。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（要検討）</a:t>
            </a:r>
            <a:r>
              <a:rPr lang="ja" sz="1700" b="1">
                <a:solidFill>
                  <a:srgbClr val="191919"/>
                </a:solidFill>
                <a:highlight>
                  <a:srgbClr val="FFFFFF"/>
                </a:highlight>
              </a:rPr>
              <a:t>「長崎県が全国平均（または1位）の指標レベルになったと仮定した場合、県全体で約〇〇億円の医療費抑制効果があり、それが保険料率の〇〇％低下（＝年間〇〇万円の事業所負担減）に直結する」</a:t>
            </a:r>
            <a:endParaRPr lang="ja"/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長崎県民の健康に影響のあるデータは。。。。</a:t>
            </a:r>
          </a:p>
          <a:p>
            <a:pPr>
              <a:spcBef>
                <a:spcPts val="1100"/>
              </a:spcBef>
            </a:pPr>
            <a:r>
              <a:rPr lang="ja" altLang="en-US" sz="1700" b="1">
                <a:solidFill>
                  <a:srgbClr val="191919"/>
                </a:solidFill>
                <a:highlight>
                  <a:srgbClr val="FFFFFF"/>
                </a:highlight>
              </a:rPr>
              <a:t>　従業員が入院した場合の企業損失は。。。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D0165D-6857-5D2D-2319-B3052FA42018}"/>
              </a:ext>
            </a:extLst>
          </p:cNvPr>
          <p:cNvSpPr txBox="1"/>
          <p:nvPr/>
        </p:nvSpPr>
        <p:spPr>
          <a:xfrm>
            <a:off x="932019" y="1445539"/>
            <a:ext cx="7520435" cy="3166824"/>
          </a:xfrm>
          <a:prstGeom prst="roundRect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1800" b="1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pPr algn="l"/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このスライドの時に、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・こういったデータを使ってこんな分析をして結果こうでしたと説明。</a:t>
            </a: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・プレゼン時に見せるデータの選定が必要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・データを見せながら説明する。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588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E1E6361-8CFC-5C2D-0FCA-00E66ED0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6325A1F1-DDE7-6CA0-1847-7AB1475B063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「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健康の収支バランス」改善アプローチ（ライフステージ</a:t>
            </a:r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）</a:t>
            </a:r>
            <a:endParaRPr lang="en-US" altLang="ja" sz="2250" b="1">
              <a:solidFill>
                <a:srgbClr val="191919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FAC63AB-C371-A5BD-CEC6-C65C0FCA3688}"/>
              </a:ext>
            </a:extLst>
          </p:cNvPr>
          <p:cNvSpPr txBox="1"/>
          <p:nvPr/>
        </p:nvSpPr>
        <p:spPr>
          <a:xfrm>
            <a:off x="546858" y="1054837"/>
            <a:ext cx="8284530" cy="327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1100"/>
              </a:spcBef>
            </a:pPr>
            <a:r>
              <a:rPr lang="ja" altLang="en-US" b="1">
                <a:solidFill>
                  <a:srgbClr val="191919"/>
                </a:solidFill>
                <a:highlight>
                  <a:srgbClr val="FFFFFF"/>
                </a:highlight>
              </a:rPr>
              <a:t>若年層（20代〜30代）： 「健康への貯金」期間。定期的な特定健診を通じ、生活習慣の基礎データを確認することで、将来の重症化リスクを未然に防ぎ、保険料率の安定に寄与する。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中高年層（40代〜60代）： 「健康のメンテナンス」期間。特定保健指導の積極的な活用とジェネリック医薬品の利用により、今現在の医療費を抑え、生涯を通じた「自己負担額」と「保険料負担額」の双方を最適化する。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特定健診・受診勧奨： 重症化を未然に防ぐ「最大の固定費削減策」。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特定保健指導・ジェネリック利用： 毎月の医療コストを最適化する「生活費の合理化策」。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結論： ライフステージごとに「今、取り組むべき優先項目」を明確化し、無駄な医療費を使わないことは『低コストな先回り投資』です。</a:t>
            </a:r>
          </a:p>
          <a:p>
            <a:pPr>
              <a:spcBef>
                <a:spcPts val="1100"/>
              </a:spcBef>
            </a:pPr>
            <a:r>
              <a:rPr lang="ja" b="1">
                <a:solidFill>
                  <a:srgbClr val="191919"/>
                </a:solidFill>
                <a:highlight>
                  <a:srgbClr val="FFFFFF"/>
                </a:highlight>
              </a:rPr>
              <a:t>賢く保険制度を活用することは、県全体の医療費を下げ、結果として「みんなの保険料」を下げる、最も再現性の高い経済合理的な行動である。</a:t>
            </a:r>
          </a:p>
        </p:txBody>
      </p:sp>
    </p:spTree>
    <p:extLst>
      <p:ext uri="{BB962C8B-B14F-4D97-AF65-F5344CB8AC3E}">
        <p14:creationId xmlns:p14="http://schemas.microsoft.com/office/powerpoint/2010/main" val="414085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EA84CB8D-E39F-8425-C99D-AC0DCF48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AE9780F-F5D2-06E0-A324-27F5295781A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７.シミュレーション・ダッシュボード（WEBで見える化）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8D711-A87C-08E0-5182-FA48AF071734}"/>
              </a:ext>
            </a:extLst>
          </p:cNvPr>
          <p:cNvSpPr txBox="1"/>
          <p:nvPr/>
        </p:nvSpPr>
        <p:spPr>
          <a:xfrm>
            <a:off x="671660" y="1475883"/>
            <a:ext cx="71643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800" b="1"/>
              <a:t>事業主へのツール実演： 「今の支払い額」を入力し、「全国1位の指標を達成した場合の会社・従業員それぞれの削減額」を表示。</a:t>
            </a:r>
          </a:p>
          <a:p>
            <a:r>
              <a:rPr lang="ja-JP" sz="1800" b="1"/>
              <a:t>事業主には「会社負担分の削減額」を、従業員には「毎月の手取り増加分」を明示し、「健康指標の改善が、来月の給与明細にどう響くか」を見える化。</a:t>
            </a:r>
          </a:p>
          <a:p>
            <a:pPr algn="ctr"/>
            <a:endParaRPr lang="en-US" sz="1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55118-5055-9FE9-5CF7-98D7246ADE3D}"/>
              </a:ext>
            </a:extLst>
          </p:cNvPr>
          <p:cNvSpPr txBox="1"/>
          <p:nvPr/>
        </p:nvSpPr>
        <p:spPr>
          <a:xfrm>
            <a:off x="876936" y="2354430"/>
            <a:ext cx="7961109" cy="34732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ja-JP" altLang="en-US" sz="1800" b="1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pPr algn="l"/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このスライドの時に、事業主へシミュレーターを使ってのフロー説明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・シミュ―レーターのフローの検討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・インセンティブについて説明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・健康に関すること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r>
              <a:rPr lang="ja-JP" altLang="en-US" sz="1800" b="1">
                <a:solidFill>
                  <a:schemeClr val="tx2">
                    <a:lumMod val="10000"/>
                  </a:schemeClr>
                </a:solidFill>
                <a:ea typeface="ＭＳ Ｐゴシック"/>
                <a:cs typeface="Arial"/>
              </a:rPr>
              <a:t>・従業員が休んだ際の企業損失について</a:t>
            </a:r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  <a:p>
            <a:endParaRPr lang="ja-JP" altLang="en-US" sz="1800" b="1" dirty="0">
              <a:solidFill>
                <a:schemeClr val="tx2">
                  <a:lumMod val="10000"/>
                </a:schemeClr>
              </a:solidFill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753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43DD0D7-8E9A-4269-735A-C8813F51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97CE1097-1976-BA73-4350-48B5FA6BF8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24825" y="408100"/>
            <a:ext cx="8308082" cy="6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l"/>
            <a:r>
              <a:rPr lang="en-US" altLang="ja" sz="2250" b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８. </a:t>
            </a:r>
            <a:r>
              <a:rPr lang="en-US" altLang="ja" sz="2250" b="1" err="1">
                <a:solidFill>
                  <a:srgbClr val="191919"/>
                </a:solidFill>
                <a:highlight>
                  <a:srgbClr val="FFFFFF"/>
                </a:highlight>
                <a:latin typeface="Arial"/>
                <a:cs typeface="Arial"/>
              </a:rPr>
              <a:t>まとめ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9710-54A9-71BA-168A-5FB829ECBEDF}"/>
              </a:ext>
            </a:extLst>
          </p:cNvPr>
          <p:cNvSpPr txBox="1"/>
          <p:nvPr/>
        </p:nvSpPr>
        <p:spPr>
          <a:xfrm>
            <a:off x="1035976" y="1169514"/>
            <a:ext cx="759115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ja-JP" sz="1600" b="1"/>
              <a:t>企業と従業員のための「健康経営」</a:t>
            </a:r>
            <a:endParaRPr lang="en-US"/>
          </a:p>
          <a:p>
            <a:pPr lvl="1"/>
            <a:endParaRPr lang="ja-JP" altLang="en-US" sz="1600" b="1"/>
          </a:p>
          <a:p>
            <a:pPr lvl="1"/>
            <a:r>
              <a:rPr lang="ja-JP" altLang="en-US" sz="1600" b="1"/>
              <a:t>　</a:t>
            </a:r>
            <a:r>
              <a:rPr lang="ja-JP" sz="1600" b="1"/>
              <a:t>社員の健康づくりは、単に病気をさせない</a:t>
            </a:r>
            <a:r>
              <a:rPr lang="en-US" altLang="ja-JP" sz="1600" b="1"/>
              <a:t>·</a:t>
            </a:r>
            <a:r>
              <a:rPr lang="ja-JP" sz="1600" b="1"/>
              <a:t>欠勤させないための「コスト」ではなく、仕事への意欲向上や職場での絆を強めるなど、一緒に成長することを促すための「投資」。</a:t>
            </a:r>
            <a:endParaRPr lang="en-US" altLang="ja-JP"/>
          </a:p>
          <a:p>
            <a:pPr lvl="1"/>
            <a:r>
              <a:rPr lang="ja-JP" altLang="en-US" sz="1600" b="1"/>
              <a:t>　</a:t>
            </a:r>
            <a:r>
              <a:rPr lang="ja-JP" sz="1600" b="1"/>
              <a:t>従業員が健康で長く働ける環境を整えることで、労働力の不足を防ぐことにもつながります。</a:t>
            </a:r>
            <a:endParaRPr lang="en-US"/>
          </a:p>
          <a:p>
            <a:pPr lvl="1"/>
            <a:endParaRPr lang="ja-JP" altLang="en-US" sz="1600" b="1"/>
          </a:p>
          <a:p>
            <a:pPr algn="ctr"/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1826684186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0CA508-3F56-4803-8CB9-73E41C67E0FF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0EBE91-0E0C-422B-A090-BCB667E011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935552-2CDD-4A13-A782-615F1C79C33A}">
  <ds:schemaRefs>
    <ds:schemaRef ds:uri="09145a60-8193-4ef9-9bfb-5be5473dd1fb"/>
    <ds:schemaRef ds:uri="cf6b417a-a01e-4c9e-86f7-df4e372b5e1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Shift</vt:lpstr>
      <vt:lpstr>データ分析で挑戦！「長崎県民の手取りを増やす」健康プロジェクト</vt:lpstr>
      <vt:lpstr>PowerPoint Presentation</vt:lpstr>
      <vt:lpstr>PowerPoint Presentation</vt:lpstr>
      <vt:lpstr>1. シミュレーションの目的は何か？  </vt:lpstr>
      <vt:lpstr>2. 誰が得をするのか？</vt:lpstr>
      <vt:lpstr>3. 「健康経営」は明日からの経営を変える</vt:lpstr>
      <vt:lpstr>4.データ分析</vt:lpstr>
      <vt:lpstr>5. 「健康の収支バランス」改善アプローチ（ライフステージ）</vt:lpstr>
      <vt:lpstr>７.シミュレーション・ダッシュボード（WEBで見える化）</vt:lpstr>
      <vt:lpstr>８. まとめ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99</cp:revision>
  <dcterms:modified xsi:type="dcterms:W3CDTF">2026-05-25T15:40:24Z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