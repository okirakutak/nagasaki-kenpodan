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C89958-DCF5-6111-017F-F79E4ACD7EE3}" v="21" dt="2026-07-12T09:22:10.439"/>
    <p1510:client id="{B2961C66-9DC8-C7A6-1E80-1DF0F0B920A9}" v="135" dt="2026-07-12T07:06:54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辻本　航" userId="S::aa84439411@ms.nagasaki-u.ac.jp::53dfa694-903e-47f9-bd5b-00db30ff12b2" providerId="AD" clId="Web-{92C89958-DCF5-6111-017F-F79E4ACD7EE3}"/>
    <pc:docChg chg="modSld">
      <pc:chgData name="辻本　航" userId="S::aa84439411@ms.nagasaki-u.ac.jp::53dfa694-903e-47f9-bd5b-00db30ff12b2" providerId="AD" clId="Web-{92C89958-DCF5-6111-017F-F79E4ACD7EE3}" dt="2026-07-12T09:22:10.439" v="20" actId="1076"/>
      <pc:docMkLst>
        <pc:docMk/>
      </pc:docMkLst>
      <pc:sldChg chg="modSp">
        <pc:chgData name="辻本　航" userId="S::aa84439411@ms.nagasaki-u.ac.jp::53dfa694-903e-47f9-bd5b-00db30ff12b2" providerId="AD" clId="Web-{92C89958-DCF5-6111-017F-F79E4ACD7EE3}" dt="2026-07-12T09:22:10.439" v="20" actId="1076"/>
        <pc:sldMkLst>
          <pc:docMk/>
          <pc:sldMk cId="3719430257" sldId="264"/>
        </pc:sldMkLst>
        <pc:spChg chg="mod">
          <ac:chgData name="辻本　航" userId="S::aa84439411@ms.nagasaki-u.ac.jp::53dfa694-903e-47f9-bd5b-00db30ff12b2" providerId="AD" clId="Web-{92C89958-DCF5-6111-017F-F79E4ACD7EE3}" dt="2026-07-12T09:22:10.439" v="20" actId="1076"/>
          <ac:spMkLst>
            <pc:docMk/>
            <pc:sldMk cId="3719430257" sldId="264"/>
            <ac:spMk id="3" creationId="{6DAA5608-679A-79A0-D327-6986AB3B4F5E}"/>
          </ac:spMkLst>
        </pc:spChg>
        <pc:picChg chg="mod">
          <ac:chgData name="辻本　航" userId="S::aa84439411@ms.nagasaki-u.ac.jp::53dfa694-903e-47f9-bd5b-00db30ff12b2" providerId="AD" clId="Web-{92C89958-DCF5-6111-017F-F79E4ACD7EE3}" dt="2026-07-12T09:22:08.142" v="19" actId="1076"/>
          <ac:picMkLst>
            <pc:docMk/>
            <pc:sldMk cId="3719430257" sldId="264"/>
            <ac:picMk id="4" creationId="{D6901E55-3733-D441-202D-B9C73F378D89}"/>
          </ac:picMkLst>
        </pc:picChg>
      </pc:sldChg>
    </pc:docChg>
  </pc:docChgLst>
  <pc:docChgLst>
    <pc:chgData name="辻本　航" userId="S::aa84439411@ms.nagasaki-u.ac.jp::53dfa694-903e-47f9-bd5b-00db30ff12b2" providerId="AD" clId="Web-{B2961C66-9DC8-C7A6-1E80-1DF0F0B920A9}"/>
    <pc:docChg chg="delSld modSld">
      <pc:chgData name="辻本　航" userId="S::aa84439411@ms.nagasaki-u.ac.jp::53dfa694-903e-47f9-bd5b-00db30ff12b2" providerId="AD" clId="Web-{B2961C66-9DC8-C7A6-1E80-1DF0F0B920A9}" dt="2026-07-12T07:06:54.876" v="93" actId="14100"/>
      <pc:docMkLst>
        <pc:docMk/>
      </pc:docMkLst>
      <pc:sldChg chg="del">
        <pc:chgData name="辻本　航" userId="S::aa84439411@ms.nagasaki-u.ac.jp::53dfa694-903e-47f9-bd5b-00db30ff12b2" providerId="AD" clId="Web-{B2961C66-9DC8-C7A6-1E80-1DF0F0B920A9}" dt="2026-07-12T07:00:25.034" v="1"/>
        <pc:sldMkLst>
          <pc:docMk/>
          <pc:sldMk cId="2578028069" sldId="259"/>
        </pc:sldMkLst>
      </pc:sldChg>
      <pc:sldChg chg="del">
        <pc:chgData name="辻本　航" userId="S::aa84439411@ms.nagasaki-u.ac.jp::53dfa694-903e-47f9-bd5b-00db30ff12b2" providerId="AD" clId="Web-{B2961C66-9DC8-C7A6-1E80-1DF0F0B920A9}" dt="2026-07-12T07:00:25.034" v="0"/>
        <pc:sldMkLst>
          <pc:docMk/>
          <pc:sldMk cId="374609056" sldId="261"/>
        </pc:sldMkLst>
      </pc:sldChg>
      <pc:sldChg chg="del">
        <pc:chgData name="辻本　航" userId="S::aa84439411@ms.nagasaki-u.ac.jp::53dfa694-903e-47f9-bd5b-00db30ff12b2" providerId="AD" clId="Web-{B2961C66-9DC8-C7A6-1E80-1DF0F0B920A9}" dt="2026-07-12T07:00:25.050" v="2"/>
        <pc:sldMkLst>
          <pc:docMk/>
          <pc:sldMk cId="4216289266" sldId="262"/>
        </pc:sldMkLst>
      </pc:sldChg>
      <pc:sldChg chg="addSp delSp modSp">
        <pc:chgData name="辻本　航" userId="S::aa84439411@ms.nagasaki-u.ac.jp::53dfa694-903e-47f9-bd5b-00db30ff12b2" providerId="AD" clId="Web-{B2961C66-9DC8-C7A6-1E80-1DF0F0B920A9}" dt="2026-07-12T07:06:30.922" v="92" actId="20577"/>
        <pc:sldMkLst>
          <pc:docMk/>
          <pc:sldMk cId="2123073485" sldId="263"/>
        </pc:sldMkLst>
        <pc:spChg chg="add del mod">
          <ac:chgData name="辻本　航" userId="S::aa84439411@ms.nagasaki-u.ac.jp::53dfa694-903e-47f9-bd5b-00db30ff12b2" providerId="AD" clId="Web-{B2961C66-9DC8-C7A6-1E80-1DF0F0B920A9}" dt="2026-07-12T07:02:45.445" v="28"/>
          <ac:spMkLst>
            <pc:docMk/>
            <pc:sldMk cId="2123073485" sldId="263"/>
            <ac:spMk id="2" creationId="{15FABAF6-689E-90ED-EE42-EF4D141F8266}"/>
          </ac:spMkLst>
        </pc:spChg>
        <pc:spChg chg="mod">
          <ac:chgData name="辻本　航" userId="S::aa84439411@ms.nagasaki-u.ac.jp::53dfa694-903e-47f9-bd5b-00db30ff12b2" providerId="AD" clId="Web-{B2961C66-9DC8-C7A6-1E80-1DF0F0B920A9}" dt="2026-07-12T07:05:19.294" v="79" actId="20577"/>
          <ac:spMkLst>
            <pc:docMk/>
            <pc:sldMk cId="2123073485" sldId="263"/>
            <ac:spMk id="3" creationId="{CBF4AE0D-CF4F-60DF-80F3-E754644DC760}"/>
          </ac:spMkLst>
        </pc:spChg>
        <pc:spChg chg="mod">
          <ac:chgData name="辻本　航" userId="S::aa84439411@ms.nagasaki-u.ac.jp::53dfa694-903e-47f9-bd5b-00db30ff12b2" providerId="AD" clId="Web-{B2961C66-9DC8-C7A6-1E80-1DF0F0B920A9}" dt="2026-07-12T07:06:30.922" v="92" actId="20577"/>
          <ac:spMkLst>
            <pc:docMk/>
            <pc:sldMk cId="2123073485" sldId="263"/>
            <ac:spMk id="10" creationId="{94BC08ED-14BC-FF07-5D0A-EC920EDF70AA}"/>
          </ac:spMkLst>
        </pc:spChg>
        <pc:picChg chg="mod">
          <ac:chgData name="辻本　航" userId="S::aa84439411@ms.nagasaki-u.ac.jp::53dfa694-903e-47f9-bd5b-00db30ff12b2" providerId="AD" clId="Web-{B2961C66-9DC8-C7A6-1E80-1DF0F0B920A9}" dt="2026-07-12T07:05:26.498" v="80" actId="1076"/>
          <ac:picMkLst>
            <pc:docMk/>
            <pc:sldMk cId="2123073485" sldId="263"/>
            <ac:picMk id="18" creationId="{7AA2DB6C-6D90-210F-524F-60A417F28989}"/>
          </ac:picMkLst>
        </pc:picChg>
      </pc:sldChg>
      <pc:sldChg chg="modSp">
        <pc:chgData name="辻本　航" userId="S::aa84439411@ms.nagasaki-u.ac.jp::53dfa694-903e-47f9-bd5b-00db30ff12b2" providerId="AD" clId="Web-{B2961C66-9DC8-C7A6-1E80-1DF0F0B920A9}" dt="2026-07-12T07:06:54.876" v="93" actId="14100"/>
        <pc:sldMkLst>
          <pc:docMk/>
          <pc:sldMk cId="3719430257" sldId="264"/>
        </pc:sldMkLst>
        <pc:spChg chg="mod">
          <ac:chgData name="辻本　航" userId="S::aa84439411@ms.nagasaki-u.ac.jp::53dfa694-903e-47f9-bd5b-00db30ff12b2" providerId="AD" clId="Web-{B2961C66-9DC8-C7A6-1E80-1DF0F0B920A9}" dt="2026-07-12T07:01:56.865" v="12" actId="20577"/>
          <ac:spMkLst>
            <pc:docMk/>
            <pc:sldMk cId="3719430257" sldId="264"/>
            <ac:spMk id="3" creationId="{6DAA5608-679A-79A0-D327-6986AB3B4F5E}"/>
          </ac:spMkLst>
        </pc:spChg>
        <pc:spChg chg="mod">
          <ac:chgData name="辻本　航" userId="S::aa84439411@ms.nagasaki-u.ac.jp::53dfa694-903e-47f9-bd5b-00db30ff12b2" providerId="AD" clId="Web-{B2961C66-9DC8-C7A6-1E80-1DF0F0B920A9}" dt="2026-07-12T07:00:48.629" v="7" actId="20577"/>
          <ac:spMkLst>
            <pc:docMk/>
            <pc:sldMk cId="3719430257" sldId="264"/>
            <ac:spMk id="10" creationId="{D081C71B-246D-EBD8-A85D-4543702CF923}"/>
          </ac:spMkLst>
        </pc:spChg>
        <pc:picChg chg="mod">
          <ac:chgData name="辻本　航" userId="S::aa84439411@ms.nagasaki-u.ac.jp::53dfa694-903e-47f9-bd5b-00db30ff12b2" providerId="AD" clId="Web-{B2961C66-9DC8-C7A6-1E80-1DF0F0B920A9}" dt="2026-07-12T07:06:54.876" v="93" actId="14100"/>
          <ac:picMkLst>
            <pc:docMk/>
            <pc:sldMk cId="3719430257" sldId="264"/>
            <ac:picMk id="4" creationId="{D6901E55-3733-D441-202D-B9C73F378D89}"/>
          </ac:picMkLst>
        </pc:picChg>
      </pc:sldChg>
    </pc:docChg>
  </pc:docChgLst>
  <pc:docChgLst>
    <pc:chgData name="加藤　空武" userId="S::polyline510_gmail.com#ext#@msccnagasakiuac.onmicrosoft.com::cb45b1e7-d79c-4ed4-a610-dbd868304ab6" providerId="AD" clId="Web-{D6F07AD4-3A10-70DE-CAC8-31D570BCE508}"/>
    <pc:docChg chg="addSld delSld modSld">
      <pc:chgData name="加藤　空武" userId="S::polyline510_gmail.com#ext#@msccnagasakiuac.onmicrosoft.com::cb45b1e7-d79c-4ed4-a610-dbd868304ab6" providerId="AD" clId="Web-{D6F07AD4-3A10-70DE-CAC8-31D570BCE508}" dt="2026-07-01T06:34:16.496" v="83" actId="1076"/>
      <pc:docMkLst>
        <pc:docMk/>
      </pc:docMkLst>
      <pc:sldChg chg="addSp delSp modSp">
        <pc:chgData name="加藤　空武" userId="S::polyline510_gmail.com#ext#@msccnagasakiuac.onmicrosoft.com::cb45b1e7-d79c-4ed4-a610-dbd868304ab6" providerId="AD" clId="Web-{D6F07AD4-3A10-70DE-CAC8-31D570BCE508}" dt="2026-07-01T06:34:16.496" v="83" actId="1076"/>
        <pc:sldMkLst>
          <pc:docMk/>
          <pc:sldMk cId="2128380218" sldId="256"/>
        </pc:sldMkLst>
        <pc:picChg chg="add mod">
          <ac:chgData name="加藤　空武" userId="S::polyline510_gmail.com#ext#@msccnagasakiuac.onmicrosoft.com::cb45b1e7-d79c-4ed4-a610-dbd868304ab6" providerId="AD" clId="Web-{D6F07AD4-3A10-70DE-CAC8-31D570BCE508}" dt="2026-07-01T06:34:16.496" v="83" actId="1076"/>
          <ac:picMkLst>
            <pc:docMk/>
            <pc:sldMk cId="2128380218" sldId="256"/>
            <ac:picMk id="6" creationId="{554C4F8C-DB0D-5A15-5025-000D8DAC6A7A}"/>
          </ac:picMkLst>
        </pc:picChg>
      </pc:sldChg>
      <pc:sldChg chg="modSp add replId">
        <pc:chgData name="加藤　空武" userId="S::polyline510_gmail.com#ext#@msccnagasakiuac.onmicrosoft.com::cb45b1e7-d79c-4ed4-a610-dbd868304ab6" providerId="AD" clId="Web-{D6F07AD4-3A10-70DE-CAC8-31D570BCE508}" dt="2026-07-01T06:33:53.402" v="78" actId="1076"/>
        <pc:sldMkLst>
          <pc:docMk/>
          <pc:sldMk cId="2661994324" sldId="257"/>
        </pc:sldMkLst>
        <pc:picChg chg="mod">
          <ac:chgData name="加藤　空武" userId="S::polyline510_gmail.com#ext#@msccnagasakiuac.onmicrosoft.com::cb45b1e7-d79c-4ed4-a610-dbd868304ab6" providerId="AD" clId="Web-{D6F07AD4-3A10-70DE-CAC8-31D570BCE508}" dt="2026-07-01T06:33:53.402" v="78" actId="1076"/>
          <ac:picMkLst>
            <pc:docMk/>
            <pc:sldMk cId="2661994324" sldId="257"/>
            <ac:picMk id="6" creationId="{7603B141-CDA9-EAA0-33FF-5DF08CF49171}"/>
          </ac:picMkLst>
        </pc:picChg>
      </pc:sldChg>
      <pc:sldChg chg="add replId">
        <pc:chgData name="加藤　空武" userId="S::polyline510_gmail.com#ext#@msccnagasakiuac.onmicrosoft.com::cb45b1e7-d79c-4ed4-a610-dbd868304ab6" providerId="AD" clId="Web-{D6F07AD4-3A10-70DE-CAC8-31D570BCE508}" dt="2026-07-01T06:33:59.574" v="79"/>
        <pc:sldMkLst>
          <pc:docMk/>
          <pc:sldMk cId="4254256565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4C4F8C-DB0D-5A15-5025-000D8DAC6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92286" y="-2017486"/>
            <a:ext cx="19376571" cy="1090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30308-B693-6B69-DFE4-64A890A40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03B141-CDA9-EAA0-33FF-5DF08CF4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258" y="4927600"/>
            <a:ext cx="5065485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9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965D1-0A07-B8AA-1D3C-D8E92B92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C2061D-AF9A-9A01-F282-A6759844E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258" y="4927600"/>
            <a:ext cx="5065485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56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CFB8-4A2E-7DB1-FC5D-D55C8D085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 descr="The graph shows a regression line plotting the per capita gross product of a prefecture against the specific screening rates, with values ranging from 40% to 75% in the y-axis, and per capita gross product values from 300,000 to 750,000 yen in the x-axis.&#10;&#10;AI 生成コンテンツは誤りを含む可能性があります。">
            <a:extLst>
              <a:ext uri="{FF2B5EF4-FFF2-40B4-BE49-F238E27FC236}">
                <a16:creationId xmlns:a16="http://schemas.microsoft.com/office/drawing/2014/main" id="{7AA2DB6C-6D90-210F-524F-60A417F28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46" y="246555"/>
            <a:ext cx="6856169" cy="588097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4BC08ED-14BC-FF07-5D0A-EC920EDF70AA}"/>
              </a:ext>
            </a:extLst>
          </p:cNvPr>
          <p:cNvSpPr txBox="1"/>
          <p:nvPr/>
        </p:nvSpPr>
        <p:spPr>
          <a:xfrm>
            <a:off x="-55516" y="6127525"/>
            <a:ext cx="632931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※1 </a:t>
            </a:r>
            <a:r>
              <a:rPr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「</a:t>
            </a:r>
            <a:r>
              <a:rPr lang="en-US" altLang="ja-JP" sz="1100" err="1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単年度の県民一人あたり県内総生産」を「県民の生産性」とみなす</a:t>
            </a:r>
            <a:endParaRPr lang="en-US" altLang="ja-JP" sz="1100">
              <a:solidFill>
                <a:schemeClr val="tx1">
                  <a:lumMod val="65000"/>
                  <a:lumOff val="35000"/>
                </a:schemeClr>
              </a:solidFill>
              <a:ea typeface="ＭＳ Ｐゴシック"/>
            </a:endParaRPr>
          </a:p>
          <a:p>
            <a:r>
              <a:rPr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※2 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令和</a:t>
            </a:r>
            <a:r>
              <a:rPr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2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年～</a:t>
            </a:r>
            <a:r>
              <a:rPr kumimoji="1"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4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年データの単回帰分析による</a:t>
            </a:r>
            <a:endParaRPr lang="en-US" altLang="ja-JP" sz="1100">
              <a:solidFill>
                <a:schemeClr val="tx1">
                  <a:lumMod val="65000"/>
                  <a:lumOff val="35000"/>
                </a:schemeClr>
              </a:solidFill>
              <a:ea typeface="ＭＳ Ｐゴシック"/>
            </a:endParaRPr>
          </a:p>
          <a:p>
            <a:r>
              <a:rPr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※3 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東京都は本社が集中しており、経済的特性が他自治体と異なる</a:t>
            </a:r>
            <a:r>
              <a:rPr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ものとして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、除外して分析</a:t>
            </a:r>
            <a:endParaRPr kumimoji="1" lang="en-US" altLang="ja-JP" sz="1100">
              <a:solidFill>
                <a:schemeClr val="tx1">
                  <a:lumMod val="65000"/>
                  <a:lumOff val="35000"/>
                </a:schemeClr>
              </a:solidFill>
              <a:ea typeface="ＭＳ Ｐゴシック"/>
            </a:endParaRPr>
          </a:p>
          <a:p>
            <a:r>
              <a:rPr kumimoji="1"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※</a:t>
            </a:r>
            <a:r>
              <a:rPr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4</a:t>
            </a:r>
            <a:r>
              <a:rPr kumimoji="1"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 p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値は</a:t>
            </a:r>
            <a:r>
              <a:rPr kumimoji="1"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0.0048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と有意</a:t>
            </a:r>
            <a:r>
              <a:rPr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な一方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、因果関係を保証するものではない</a:t>
            </a:r>
            <a:endParaRPr lang="ja-JP" altLang="en-US" sz="1100">
              <a:solidFill>
                <a:schemeClr val="tx1">
                  <a:lumMod val="65000"/>
                  <a:lumOff val="35000"/>
                </a:schemeClr>
              </a:solidFill>
              <a:ea typeface="ＭＳ Ｐゴシック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F4AE0D-CF4F-60DF-80F3-E754644DC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7849" y="1845945"/>
            <a:ext cx="597790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>
                <a:ea typeface="ＭＳ Ｐゴシック"/>
              </a:rPr>
              <a:t>特定検診</a:t>
            </a:r>
            <a:r>
              <a:rPr lang="ja-JP" altLang="en-US">
                <a:ea typeface="ＭＳ Ｐゴシック"/>
              </a:rPr>
              <a:t>受診率が</a:t>
            </a:r>
            <a:r>
              <a:rPr lang="en-US" altLang="ja-JP" b="1">
                <a:ea typeface="ＭＳ Ｐゴシック"/>
              </a:rPr>
              <a:t>10%</a:t>
            </a:r>
            <a:r>
              <a:rPr lang="ja-JP" altLang="en-US">
                <a:ea typeface="ＭＳ Ｐゴシック"/>
              </a:rPr>
              <a:t>高いと</a:t>
            </a:r>
            <a:br>
              <a:rPr lang="en-US" altLang="ja-JP"/>
            </a:br>
            <a:r>
              <a:rPr lang="ja-JP" altLang="en-US">
                <a:ea typeface="+mn-lt"/>
                <a:cs typeface="+mn-lt"/>
              </a:rPr>
              <a:t>県民</a:t>
            </a:r>
            <a:r>
              <a:rPr lang="ja-JP" altLang="en-US">
                <a:ea typeface="ＭＳ Ｐゴシック"/>
              </a:rPr>
              <a:t>の生産性</a:t>
            </a:r>
            <a:r>
              <a:rPr lang="ja-JP" altLang="en-US" sz="18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※1</a:t>
            </a:r>
            <a:r>
              <a:rPr lang="ja-JP" altLang="en-US">
                <a:ea typeface="ＭＳ Ｐゴシック"/>
              </a:rPr>
              <a:t>が</a:t>
            </a:r>
            <a:br>
              <a:rPr lang="en-US" altLang="ja-JP"/>
            </a:br>
            <a:r>
              <a:rPr lang="ja-JP" altLang="en-US" sz="4800" b="1">
                <a:solidFill>
                  <a:schemeClr val="tx2">
                    <a:lumMod val="50000"/>
                    <a:lumOff val="50000"/>
                  </a:schemeClr>
                </a:solidFill>
                <a:ea typeface="ＭＳ Ｐゴシック"/>
              </a:rPr>
              <a:t>約</a:t>
            </a:r>
            <a:r>
              <a:rPr lang="en-US" altLang="ja-JP" sz="9600" b="1">
                <a:solidFill>
                  <a:schemeClr val="tx2">
                    <a:lumMod val="50000"/>
                    <a:lumOff val="50000"/>
                  </a:schemeClr>
                </a:solidFill>
                <a:ea typeface="ＭＳ Ｐゴシック"/>
              </a:rPr>
              <a:t>20</a:t>
            </a:r>
            <a:r>
              <a:rPr lang="ja-JP" altLang="en-US" sz="4800" b="1">
                <a:solidFill>
                  <a:schemeClr val="tx2">
                    <a:lumMod val="50000"/>
                    <a:lumOff val="50000"/>
                  </a:schemeClr>
                </a:solidFill>
                <a:ea typeface="ＭＳ Ｐゴシック"/>
              </a:rPr>
              <a:t>万円分高い</a:t>
            </a:r>
            <a:br>
              <a:rPr lang="en-US" altLang="ja-JP" sz="5400" b="1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US" altLang="ja-JP" sz="20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※2 ※3</a:t>
            </a:r>
            <a:r>
              <a:rPr lang="ja-JP" altLang="en-US" sz="9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 </a:t>
            </a:r>
            <a:r>
              <a:rPr lang="en-US" altLang="ja-JP" sz="20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※4</a:t>
            </a:r>
            <a:endParaRPr lang="ja-JP" altLang="en-US" sz="5400" b="1">
              <a:solidFill>
                <a:schemeClr val="tx1">
                  <a:lumMod val="65000"/>
                  <a:lumOff val="35000"/>
                </a:schemeClr>
              </a:solidFill>
              <a:ea typeface="ＭＳ Ｐゴシック"/>
            </a:endParaRPr>
          </a:p>
        </p:txBody>
      </p:sp>
      <p:pic>
        <p:nvPicPr>
          <p:cNvPr id="20" name="Picture 5">
            <a:extLst>
              <a:ext uri="{FF2B5EF4-FFF2-40B4-BE49-F238E27FC236}">
                <a16:creationId xmlns:a16="http://schemas.microsoft.com/office/drawing/2014/main" id="{6153DD58-2DD8-021A-352C-DF11928FA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52" t="33352" r="33352" b="33352"/>
          <a:stretch>
            <a:fillRect/>
          </a:stretch>
        </p:blipFill>
        <p:spPr>
          <a:xfrm>
            <a:off x="10439401" y="5876410"/>
            <a:ext cx="1686560" cy="94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73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48AF-BA22-3225-8D49-19EA03C8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081C71B-246D-EBD8-A85D-4543702CF923}"/>
              </a:ext>
            </a:extLst>
          </p:cNvPr>
          <p:cNvSpPr txBox="1"/>
          <p:nvPr/>
        </p:nvSpPr>
        <p:spPr>
          <a:xfrm>
            <a:off x="-55516" y="6278881"/>
            <a:ext cx="6329316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en-US" altLang="ja-JP" sz="1100">
                <a:solidFill>
                  <a:schemeClr val="tx1">
                    <a:lumMod val="65000"/>
                    <a:lumOff val="35000"/>
                  </a:schemeClr>
                </a:solidFill>
              </a:rPr>
              <a:t>※1 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令和</a:t>
            </a:r>
            <a:r>
              <a:rPr lang="en-US" altLang="ja-JP" sz="11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年～</a:t>
            </a:r>
            <a:r>
              <a:rPr kumimoji="1" lang="en-US" altLang="ja-JP" sz="110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年データの単回帰分析による</a:t>
            </a:r>
            <a:endParaRPr kumimoji="1" lang="en-US" altLang="ja-JP" sz="11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kumimoji="1"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※2 p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値は</a:t>
            </a:r>
            <a:r>
              <a:rPr kumimoji="1" lang="en-US" alt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0.0009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と</a:t>
            </a:r>
            <a:r>
              <a:rPr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有意</a:t>
            </a:r>
            <a:r>
              <a:rPr lang="ja-JP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な一方</a:t>
            </a:r>
            <a:r>
              <a:rPr kumimoji="1" lang="ja-JP" altLang="en-US" sz="11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、因果関係を保証するものではない</a:t>
            </a:r>
            <a:endParaRPr lang="ja-JP" altLang="en-US" sz="1100">
              <a:solidFill>
                <a:schemeClr val="tx1">
                  <a:lumMod val="65000"/>
                  <a:lumOff val="35000"/>
                </a:schemeClr>
              </a:solidFill>
              <a:ea typeface="ＭＳ Ｐゴシック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AA5608-679A-79A0-D327-6986AB3B4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5413" y="1853202"/>
            <a:ext cx="6058988" cy="44239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</a:rPr>
              <a:t>特定検診受診率が</a:t>
            </a:r>
            <a:r>
              <a:rPr lang="en-US" altLang="ja-JP" b="1">
                <a:ea typeface="ＭＳ Ｐゴシック"/>
              </a:rPr>
              <a:t>10%</a:t>
            </a:r>
            <a:r>
              <a:rPr lang="ja-JP" altLang="en-US">
                <a:ea typeface="ＭＳ Ｐゴシック"/>
              </a:rPr>
              <a:t>高いと</a:t>
            </a:r>
            <a:br>
              <a:rPr lang="en-US" altLang="ja-JP" dirty="0"/>
            </a:br>
            <a:r>
              <a:rPr lang="ja-JP" altLang="en-US">
                <a:ea typeface="ＭＳ Ｐゴシック"/>
              </a:rPr>
              <a:t>協会けんぽの保険料率が</a:t>
            </a:r>
            <a:br>
              <a:rPr lang="en-US" altLang="ja-JP" dirty="0"/>
            </a:br>
            <a:r>
              <a:rPr lang="ja-JP" altLang="en-US" sz="5400" b="1">
                <a:solidFill>
                  <a:schemeClr val="tx2">
                    <a:lumMod val="50000"/>
                    <a:lumOff val="50000"/>
                  </a:schemeClr>
                </a:solidFill>
                <a:ea typeface="ＭＳ Ｐゴシック"/>
              </a:rPr>
              <a:t>約</a:t>
            </a:r>
            <a:r>
              <a:rPr lang="ja-JP" altLang="en-US" sz="9600" b="1">
                <a:solidFill>
                  <a:schemeClr val="tx2">
                    <a:lumMod val="50000"/>
                    <a:lumOff val="50000"/>
                  </a:schemeClr>
                </a:solidFill>
                <a:ea typeface="ＭＳ Ｐゴシック"/>
              </a:rPr>
              <a:t>0.1</a:t>
            </a:r>
            <a:r>
              <a:rPr lang="en-US" altLang="ja-JP" sz="9600" b="1">
                <a:solidFill>
                  <a:schemeClr val="tx2">
                    <a:lumMod val="50000"/>
                    <a:lumOff val="50000"/>
                  </a:schemeClr>
                </a:solidFill>
                <a:ea typeface="ＭＳ Ｐゴシック"/>
              </a:rPr>
              <a:t>1</a:t>
            </a:r>
            <a:r>
              <a:rPr lang="en-US" altLang="ja-JP" sz="5400" b="1">
                <a:solidFill>
                  <a:schemeClr val="tx2">
                    <a:lumMod val="50000"/>
                    <a:lumOff val="50000"/>
                  </a:schemeClr>
                </a:solidFill>
                <a:ea typeface="ＭＳ Ｐゴシック"/>
              </a:rPr>
              <a:t>%</a:t>
            </a:r>
            <a:r>
              <a:rPr lang="ja-JP" altLang="en-US" sz="5400" b="1">
                <a:solidFill>
                  <a:schemeClr val="tx2">
                    <a:lumMod val="50000"/>
                    <a:lumOff val="50000"/>
                  </a:schemeClr>
                </a:solidFill>
                <a:ea typeface="ＭＳ Ｐゴシック"/>
              </a:rPr>
              <a:t>少ない</a:t>
            </a:r>
            <a:br>
              <a:rPr lang="en-US" altLang="ja-JP" sz="5400" b="1" dirty="0"/>
            </a:br>
            <a:r>
              <a:rPr lang="en-US" altLang="ja-JP" sz="200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/>
              </a:rPr>
              <a:t>※1 ※2</a:t>
            </a:r>
            <a:endParaRPr lang="ja-JP" altLang="en-US" sz="5400" b="1">
              <a:solidFill>
                <a:schemeClr val="tx1">
                  <a:lumMod val="65000"/>
                  <a:lumOff val="35000"/>
                </a:schemeClr>
              </a:solidFill>
              <a:ea typeface="ＭＳ Ｐゴシック"/>
            </a:endParaRPr>
          </a:p>
        </p:txBody>
      </p:sp>
      <p:pic>
        <p:nvPicPr>
          <p:cNvPr id="4" name="図 3" descr="The graph depicts a regression line illustrating the relationship between observed values and subsequent insurance premium rates, with specific rates plotted for various health examination percentages.&#10;&#10;AI 生成コンテンツは誤りを含む可能性があります。">
            <a:extLst>
              <a:ext uri="{FF2B5EF4-FFF2-40B4-BE49-F238E27FC236}">
                <a16:creationId xmlns:a16="http://schemas.microsoft.com/office/drawing/2014/main" id="{D6901E55-3733-D441-202D-B9C73F378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77" y="234874"/>
            <a:ext cx="5974706" cy="6042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CD8F3D-85F3-CCA1-657C-8A30CA1959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52" t="33352" r="33352" b="33352"/>
          <a:stretch>
            <a:fillRect/>
          </a:stretch>
        </p:blipFill>
        <p:spPr>
          <a:xfrm>
            <a:off x="10439401" y="5876410"/>
            <a:ext cx="1686560" cy="94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30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2FB80-6361-3AC7-DD66-DC8D8FD5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5C6DF5F-5759-819B-478C-2F0EC555E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258" y="4927600"/>
            <a:ext cx="5065485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64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6b417a-a01e-4c9e-86f7-df4e372b5e16" xsi:nil="true"/>
    <lcf76f155ced4ddcb4097134ff3c332f xmlns="09145a60-8193-4ef9-9bfb-5be5473dd1f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91FBE46F30B9645A363559095358883" ma:contentTypeVersion="11" ma:contentTypeDescription="新しいドキュメントを作成します。" ma:contentTypeScope="" ma:versionID="63749f3fb80612aed3e029516aacef76">
  <xsd:schema xmlns:xsd="http://www.w3.org/2001/XMLSchema" xmlns:xs="http://www.w3.org/2001/XMLSchema" xmlns:p="http://schemas.microsoft.com/office/2006/metadata/properties" xmlns:ns2="09145a60-8193-4ef9-9bfb-5be5473dd1fb" xmlns:ns3="cf6b417a-a01e-4c9e-86f7-df4e372b5e16" targetNamespace="http://schemas.microsoft.com/office/2006/metadata/properties" ma:root="true" ma:fieldsID="8a2785a53d636fbd340ca71639342d5d" ns2:_="" ns3:_="">
    <xsd:import namespace="09145a60-8193-4ef9-9bfb-5be5473dd1fb"/>
    <xsd:import namespace="cf6b417a-a01e-4c9e-86f7-df4e372b5e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45a60-8193-4ef9-9bfb-5be5473dd1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5dbca49-9807-4b4a-a9f6-911112dc69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417a-a01e-4c9e-86f7-df4e372b5e1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51dec24-8445-4afc-ac2b-de950df422a4}" ma:internalName="TaxCatchAll" ma:showField="CatchAllData" ma:web="cf6b417a-a01e-4c9e-86f7-df4e372b5e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C25405-EE92-4E4C-9535-1554B16119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26B179-B446-4924-8DF4-82912AF6C57A}">
  <ds:schemaRefs>
    <ds:schemaRef ds:uri="09145a60-8193-4ef9-9bfb-5be5473dd1fb"/>
    <ds:schemaRef ds:uri="cf6b417a-a01e-4c9e-86f7-df4e372b5e16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03490AA-F5A7-406D-B1C7-79F67BCF28E7}">
  <ds:schemaRefs>
    <ds:schemaRef ds:uri="09145a60-8193-4ef9-9bfb-5be5473dd1fb"/>
    <ds:schemaRef ds:uri="cf6b417a-a01e-4c9e-86f7-df4e372b5e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</cp:revision>
  <dcterms:created xsi:type="dcterms:W3CDTF">2026-07-01T06:27:05Z</dcterms:created>
  <dcterms:modified xsi:type="dcterms:W3CDTF">2026-07-12T09:22:13Z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0x010100791FBE46F30B9645A363559095358883</vt:lpwstr>
  </property>
  <property fmtid="{D5CDD505-2E9C-101B-9397-08002B2CF9AE}" pid="3" name="MediaServiceImageTags">
    <vt:lpwstr/>
  </property>
</Properties>
</file>