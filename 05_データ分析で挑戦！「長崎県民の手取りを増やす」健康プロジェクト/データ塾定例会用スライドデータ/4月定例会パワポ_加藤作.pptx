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0"/>
  </p:notesMasterIdLst>
  <p:sldIdLst>
    <p:sldId id="256" r:id="rId5"/>
    <p:sldId id="261" r:id="rId6"/>
    <p:sldId id="265" r:id="rId7"/>
    <p:sldId id="266" r:id="rId8"/>
    <p:sldId id="267" r:id="rId9"/>
    <p:sldId id="276" r:id="rId10"/>
    <p:sldId id="268" r:id="rId11"/>
    <p:sldId id="272" r:id="rId12"/>
    <p:sldId id="273" r:id="rId13"/>
    <p:sldId id="257" r:id="rId14"/>
    <p:sldId id="274" r:id="rId15"/>
    <p:sldId id="290" r:id="rId16"/>
    <p:sldId id="292" r:id="rId17"/>
    <p:sldId id="277" r:id="rId18"/>
    <p:sldId id="283" r:id="rId19"/>
    <p:sldId id="279" r:id="rId20"/>
    <p:sldId id="291" r:id="rId21"/>
    <p:sldId id="280" r:id="rId22"/>
    <p:sldId id="281" r:id="rId23"/>
    <p:sldId id="286" r:id="rId24"/>
    <p:sldId id="285" r:id="rId25"/>
    <p:sldId id="287" r:id="rId26"/>
    <p:sldId id="288" r:id="rId27"/>
    <p:sldId id="289" r:id="rId28"/>
    <p:sldId id="264" r:id="rId2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C36173-2C86-3CA8-C9E3-00E4A967B4D6}" v="46" dt="2026-04-13T08:40:13.797"/>
    <p1510:client id="{4485A375-DABE-269C-7852-31D6340E1D46}" v="817" dt="2026-04-12T10:42:15.999"/>
    <p1510:client id="{8B1AAC1F-12B1-C1C0-A4DF-FFA5552E1F63}" v="86" dt="2026-04-11T11:17:52.806"/>
    <p1510:client id="{A16BAD93-4AAE-D7A4-F6B9-447B7A2D3509}" v="31" dt="2026-04-13T07:50:16.008"/>
    <p1510:client id="{C8221F54-1EC7-8A53-4635-0CCE87B82ACE}" v="1501" dt="2026-04-12T08:46:47.5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加藤　空武" userId="S::polyline510_gmail.com#ext#@msccnagasakiuac.onmicrosoft.com::cb45b1e7-d79c-4ed4-a610-dbd868304ab6" providerId="AD" clId="Web-{4485A375-DABE-269C-7852-31D6340E1D46}"/>
    <pc:docChg chg="addSld delSld modSld sldOrd">
      <pc:chgData name="加藤　空武" userId="S::polyline510_gmail.com#ext#@msccnagasakiuac.onmicrosoft.com::cb45b1e7-d79c-4ed4-a610-dbd868304ab6" providerId="AD" clId="Web-{4485A375-DABE-269C-7852-31D6340E1D46}" dt="2026-04-12T10:42:15.999" v="575" actId="1076"/>
      <pc:docMkLst>
        <pc:docMk/>
      </pc:docMkLst>
      <pc:sldChg chg="modSp">
        <pc:chgData name="加藤　空武" userId="S::polyline510_gmail.com#ext#@msccnagasakiuac.onmicrosoft.com::cb45b1e7-d79c-4ed4-a610-dbd868304ab6" providerId="AD" clId="Web-{4485A375-DABE-269C-7852-31D6340E1D46}" dt="2026-04-12T09:26:50.485" v="385" actId="14100"/>
        <pc:sldMkLst>
          <pc:docMk/>
          <pc:sldMk cId="2128380218" sldId="256"/>
        </pc:sldMkLst>
        <pc:spChg chg="mod">
          <ac:chgData name="加藤　空武" userId="S::polyline510_gmail.com#ext#@msccnagasakiuac.onmicrosoft.com::cb45b1e7-d79c-4ed4-a610-dbd868304ab6" providerId="AD" clId="Web-{4485A375-DABE-269C-7852-31D6340E1D46}" dt="2026-04-12T09:26:50.485" v="385" actId="14100"/>
          <ac:spMkLst>
            <pc:docMk/>
            <pc:sldMk cId="2128380218" sldId="256"/>
            <ac:spMk id="5" creationId="{E0E69ABE-16A8-397C-B657-0FF98A9CFFB7}"/>
          </ac:spMkLst>
        </pc:spChg>
        <pc:picChg chg="ord">
          <ac:chgData name="加藤　空武" userId="S::polyline510_gmail.com#ext#@msccnagasakiuac.onmicrosoft.com::cb45b1e7-d79c-4ed4-a610-dbd868304ab6" providerId="AD" clId="Web-{4485A375-DABE-269C-7852-31D6340E1D46}" dt="2026-04-12T09:12:43.604" v="194"/>
          <ac:picMkLst>
            <pc:docMk/>
            <pc:sldMk cId="2128380218" sldId="256"/>
            <ac:picMk id="6" creationId="{012FD0B5-1287-59B0-5AE1-CEF21AD5BAD4}"/>
          </ac:picMkLst>
        </pc:picChg>
      </pc:sldChg>
      <pc:sldChg chg="modSp">
        <pc:chgData name="加藤　空武" userId="S::polyline510_gmail.com#ext#@msccnagasakiuac.onmicrosoft.com::cb45b1e7-d79c-4ed4-a610-dbd868304ab6" providerId="AD" clId="Web-{4485A375-DABE-269C-7852-31D6340E1D46}" dt="2026-04-12T09:12:35.009" v="193" actId="20577"/>
        <pc:sldMkLst>
          <pc:docMk/>
          <pc:sldMk cId="2068672579" sldId="261"/>
        </pc:sldMkLst>
        <pc:spChg chg="mod">
          <ac:chgData name="加藤　空武" userId="S::polyline510_gmail.com#ext#@msccnagasakiuac.onmicrosoft.com::cb45b1e7-d79c-4ed4-a610-dbd868304ab6" providerId="AD" clId="Web-{4485A375-DABE-269C-7852-31D6340E1D46}" dt="2026-04-12T09:12:35.009" v="193" actId="20577"/>
          <ac:spMkLst>
            <pc:docMk/>
            <pc:sldMk cId="2068672579" sldId="261"/>
            <ac:spMk id="2" creationId="{B0C34A1A-9D15-92C2-B5CD-21B5D795AB1B}"/>
          </ac:spMkLst>
        </pc:spChg>
      </pc:sldChg>
      <pc:sldChg chg="delSp del">
        <pc:chgData name="加藤　空武" userId="S::polyline510_gmail.com#ext#@msccnagasakiuac.onmicrosoft.com::cb45b1e7-d79c-4ed4-a610-dbd868304ab6" providerId="AD" clId="Web-{4485A375-DABE-269C-7852-31D6340E1D46}" dt="2026-04-12T09:05:42.558" v="51"/>
        <pc:sldMkLst>
          <pc:docMk/>
          <pc:sldMk cId="2690753077" sldId="262"/>
        </pc:sldMkLst>
        <pc:spChg chg="del">
          <ac:chgData name="加藤　空武" userId="S::polyline510_gmail.com#ext#@msccnagasakiuac.onmicrosoft.com::cb45b1e7-d79c-4ed4-a610-dbd868304ab6" providerId="AD" clId="Web-{4485A375-DABE-269C-7852-31D6340E1D46}" dt="2026-04-12T09:05:40.104" v="50"/>
          <ac:spMkLst>
            <pc:docMk/>
            <pc:sldMk cId="2690753077" sldId="262"/>
            <ac:spMk id="2" creationId="{1C00BF1C-324D-206D-BE4D-FED144603EBA}"/>
          </ac:spMkLst>
        </pc:spChg>
      </pc:sldChg>
      <pc:sldChg chg="del">
        <pc:chgData name="加藤　空武" userId="S::polyline510_gmail.com#ext#@msccnagasakiuac.onmicrosoft.com::cb45b1e7-d79c-4ed4-a610-dbd868304ab6" providerId="AD" clId="Web-{4485A375-DABE-269C-7852-31D6340E1D46}" dt="2026-04-12T09:06:04.499" v="53"/>
        <pc:sldMkLst>
          <pc:docMk/>
          <pc:sldMk cId="534398968" sldId="263"/>
        </pc:sldMkLst>
      </pc:sldChg>
      <pc:sldChg chg="addSp delSp modSp add del">
        <pc:chgData name="加藤　空武" userId="S::polyline510_gmail.com#ext#@msccnagasakiuac.onmicrosoft.com::cb45b1e7-d79c-4ed4-a610-dbd868304ab6" providerId="AD" clId="Web-{4485A375-DABE-269C-7852-31D6340E1D46}" dt="2026-04-12T09:24:13.634" v="368" actId="1076"/>
        <pc:sldMkLst>
          <pc:docMk/>
          <pc:sldMk cId="1997359232" sldId="264"/>
        </pc:sldMkLst>
        <pc:spChg chg="del mod">
          <ac:chgData name="加藤　空武" userId="S::polyline510_gmail.com#ext#@msccnagasakiuac.onmicrosoft.com::cb45b1e7-d79c-4ed4-a610-dbd868304ab6" providerId="AD" clId="Web-{4485A375-DABE-269C-7852-31D6340E1D46}" dt="2026-04-12T09:07:40.310" v="69"/>
          <ac:spMkLst>
            <pc:docMk/>
            <pc:sldMk cId="1997359232" sldId="264"/>
            <ac:spMk id="2" creationId="{C6171D30-E2D7-8C64-8B36-244FDA773860}"/>
          </ac:spMkLst>
        </pc:spChg>
        <pc:spChg chg="add del mod">
          <ac:chgData name="加藤　空武" userId="S::polyline510_gmail.com#ext#@msccnagasakiuac.onmicrosoft.com::cb45b1e7-d79c-4ed4-a610-dbd868304ab6" providerId="AD" clId="Web-{4485A375-DABE-269C-7852-31D6340E1D46}" dt="2026-04-12T09:15:25.898" v="244"/>
          <ac:spMkLst>
            <pc:docMk/>
            <pc:sldMk cId="1997359232" sldId="264"/>
            <ac:spMk id="3" creationId="{65ACBD6F-391D-8802-E711-362DB5FB2466}"/>
          </ac:spMkLst>
        </pc:spChg>
        <pc:spChg chg="add mod">
          <ac:chgData name="加藤　空武" userId="S::polyline510_gmail.com#ext#@msccnagasakiuac.onmicrosoft.com::cb45b1e7-d79c-4ed4-a610-dbd868304ab6" providerId="AD" clId="Web-{4485A375-DABE-269C-7852-31D6340E1D46}" dt="2026-04-12T09:24:13.634" v="367" actId="1076"/>
          <ac:spMkLst>
            <pc:docMk/>
            <pc:sldMk cId="1997359232" sldId="264"/>
            <ac:spMk id="4" creationId="{CE115930-3D40-9751-9CE7-ECF043253E25}"/>
          </ac:spMkLst>
        </pc:spChg>
        <pc:spChg chg="del mod">
          <ac:chgData name="加藤　空武" userId="S::polyline510_gmail.com#ext#@msccnagasakiuac.onmicrosoft.com::cb45b1e7-d79c-4ed4-a610-dbd868304ab6" providerId="AD" clId="Web-{4485A375-DABE-269C-7852-31D6340E1D46}" dt="2026-04-12T09:19:10.148" v="300"/>
          <ac:spMkLst>
            <pc:docMk/>
            <pc:sldMk cId="1997359232" sldId="264"/>
            <ac:spMk id="5" creationId="{EB715A5B-9D51-34D0-C48E-8E696BFA42B4}"/>
          </ac:spMkLst>
        </pc:spChg>
        <pc:spChg chg="add mod">
          <ac:chgData name="加藤　空武" userId="S::polyline510_gmail.com#ext#@msccnagasakiuac.onmicrosoft.com::cb45b1e7-d79c-4ed4-a610-dbd868304ab6" providerId="AD" clId="Web-{4485A375-DABE-269C-7852-31D6340E1D46}" dt="2026-04-12T09:24:13.634" v="368" actId="1076"/>
          <ac:spMkLst>
            <pc:docMk/>
            <pc:sldMk cId="1997359232" sldId="264"/>
            <ac:spMk id="6" creationId="{E0C828FC-F321-3E43-F4AB-0C69AFEDB295}"/>
          </ac:spMkLst>
        </pc:spChg>
      </pc:sldChg>
      <pc:sldChg chg="modSp">
        <pc:chgData name="加藤　空武" userId="S::polyline510_gmail.com#ext#@msccnagasakiuac.onmicrosoft.com::cb45b1e7-d79c-4ed4-a610-dbd868304ab6" providerId="AD" clId="Web-{4485A375-DABE-269C-7852-31D6340E1D46}" dt="2026-04-12T09:35:14.068" v="468" actId="20577"/>
        <pc:sldMkLst>
          <pc:docMk/>
          <pc:sldMk cId="962304605" sldId="273"/>
        </pc:sldMkLst>
        <pc:spChg chg="mod">
          <ac:chgData name="加藤　空武" userId="S::polyline510_gmail.com#ext#@msccnagasakiuac.onmicrosoft.com::cb45b1e7-d79c-4ed4-a610-dbd868304ab6" providerId="AD" clId="Web-{4485A375-DABE-269C-7852-31D6340E1D46}" dt="2026-04-12T09:35:02.114" v="466" actId="20577"/>
          <ac:spMkLst>
            <pc:docMk/>
            <pc:sldMk cId="962304605" sldId="273"/>
            <ac:spMk id="2" creationId="{E7A83179-7728-52C3-A72A-15B146BA5697}"/>
          </ac:spMkLst>
        </pc:spChg>
        <pc:spChg chg="mod">
          <ac:chgData name="加藤　空武" userId="S::polyline510_gmail.com#ext#@msccnagasakiuac.onmicrosoft.com::cb45b1e7-d79c-4ed4-a610-dbd868304ab6" providerId="AD" clId="Web-{4485A375-DABE-269C-7852-31D6340E1D46}" dt="2026-04-12T09:35:14.068" v="468" actId="20577"/>
          <ac:spMkLst>
            <pc:docMk/>
            <pc:sldMk cId="962304605" sldId="273"/>
            <ac:spMk id="4" creationId="{6EC1D0B2-44B9-82E8-FCAD-4A6223C51AE7}"/>
          </ac:spMkLst>
        </pc:spChg>
      </pc:sldChg>
      <pc:sldChg chg="modSp">
        <pc:chgData name="加藤　空武" userId="S::polyline510_gmail.com#ext#@msccnagasakiuac.onmicrosoft.com::cb45b1e7-d79c-4ed4-a610-dbd868304ab6" providerId="AD" clId="Web-{4485A375-DABE-269C-7852-31D6340E1D46}" dt="2026-04-12T09:04:39.576" v="41" actId="1076"/>
        <pc:sldMkLst>
          <pc:docMk/>
          <pc:sldMk cId="3272875069" sldId="277"/>
        </pc:sldMkLst>
        <pc:spChg chg="mod">
          <ac:chgData name="加藤　空武" userId="S::polyline510_gmail.com#ext#@msccnagasakiuac.onmicrosoft.com::cb45b1e7-d79c-4ed4-a610-dbd868304ab6" providerId="AD" clId="Web-{4485A375-DABE-269C-7852-31D6340E1D46}" dt="2026-04-12T09:04:39.576" v="41" actId="1076"/>
          <ac:spMkLst>
            <pc:docMk/>
            <pc:sldMk cId="3272875069" sldId="277"/>
            <ac:spMk id="7" creationId="{95F58708-68AB-9253-5A3D-2F0C052C5394}"/>
          </ac:spMkLst>
        </pc:spChg>
      </pc:sldChg>
      <pc:sldChg chg="delSp modSp modNotes">
        <pc:chgData name="加藤　空武" userId="S::polyline510_gmail.com#ext#@msccnagasakiuac.onmicrosoft.com::cb45b1e7-d79c-4ed4-a610-dbd868304ab6" providerId="AD" clId="Web-{4485A375-DABE-269C-7852-31D6340E1D46}" dt="2026-04-12T09:15:02.193" v="240"/>
        <pc:sldMkLst>
          <pc:docMk/>
          <pc:sldMk cId="3310419161" sldId="279"/>
        </pc:sldMkLst>
        <pc:spChg chg="del mod">
          <ac:chgData name="加藤　空武" userId="S::polyline510_gmail.com#ext#@msccnagasakiuac.onmicrosoft.com::cb45b1e7-d79c-4ed4-a610-dbd868304ab6" providerId="AD" clId="Web-{4485A375-DABE-269C-7852-31D6340E1D46}" dt="2026-04-12T09:13:29.858" v="202"/>
          <ac:spMkLst>
            <pc:docMk/>
            <pc:sldMk cId="3310419161" sldId="279"/>
            <ac:spMk id="2" creationId="{9DCF8226-EEE6-AEB4-6C02-00C85BD44AFB}"/>
          </ac:spMkLst>
        </pc:spChg>
        <pc:spChg chg="mod">
          <ac:chgData name="加藤　空武" userId="S::polyline510_gmail.com#ext#@msccnagasakiuac.onmicrosoft.com::cb45b1e7-d79c-4ed4-a610-dbd868304ab6" providerId="AD" clId="Web-{4485A375-DABE-269C-7852-31D6340E1D46}" dt="2026-04-12T09:15:02.193" v="240"/>
          <ac:spMkLst>
            <pc:docMk/>
            <pc:sldMk cId="3310419161" sldId="279"/>
            <ac:spMk id="6" creationId="{578C07D7-570B-5C39-DEA3-A853AA2104DA}"/>
          </ac:spMkLst>
        </pc:spChg>
      </pc:sldChg>
      <pc:sldChg chg="delSp modSp">
        <pc:chgData name="加藤　空武" userId="S::polyline510_gmail.com#ext#@msccnagasakiuac.onmicrosoft.com::cb45b1e7-d79c-4ed4-a610-dbd868304ab6" providerId="AD" clId="Web-{4485A375-DABE-269C-7852-31D6340E1D46}" dt="2026-04-12T10:42:15.999" v="575" actId="1076"/>
        <pc:sldMkLst>
          <pc:docMk/>
          <pc:sldMk cId="1767007160" sldId="281"/>
        </pc:sldMkLst>
        <pc:spChg chg="mod">
          <ac:chgData name="加藤　空武" userId="S::polyline510_gmail.com#ext#@msccnagasakiuac.onmicrosoft.com::cb45b1e7-d79c-4ed4-a610-dbd868304ab6" providerId="AD" clId="Web-{4485A375-DABE-269C-7852-31D6340E1D46}" dt="2026-04-12T10:42:15.999" v="575" actId="1076"/>
          <ac:spMkLst>
            <pc:docMk/>
            <pc:sldMk cId="1767007160" sldId="281"/>
            <ac:spMk id="3" creationId="{559BB178-EF37-D5A3-8EF0-4DBE7294F367}"/>
          </ac:spMkLst>
        </pc:spChg>
        <pc:spChg chg="del mod">
          <ac:chgData name="加藤　空武" userId="S::polyline510_gmail.com#ext#@msccnagasakiuac.onmicrosoft.com::cb45b1e7-d79c-4ed4-a610-dbd868304ab6" providerId="AD" clId="Web-{4485A375-DABE-269C-7852-31D6340E1D46}" dt="2026-04-12T10:41:39.824" v="549"/>
          <ac:spMkLst>
            <pc:docMk/>
            <pc:sldMk cId="1767007160" sldId="281"/>
            <ac:spMk id="5" creationId="{F3118B84-224E-5D99-7720-C46F490E46C0}"/>
          </ac:spMkLst>
        </pc:spChg>
      </pc:sldChg>
      <pc:sldChg chg="delSp modSp del">
        <pc:chgData name="加藤　空武" userId="S::polyline510_gmail.com#ext#@msccnagasakiuac.onmicrosoft.com::cb45b1e7-d79c-4ed4-a610-dbd868304ab6" providerId="AD" clId="Web-{4485A375-DABE-269C-7852-31D6340E1D46}" dt="2026-04-12T09:05:53.997" v="52"/>
        <pc:sldMkLst>
          <pc:docMk/>
          <pc:sldMk cId="529690156" sldId="284"/>
        </pc:sldMkLst>
        <pc:spChg chg="del mod">
          <ac:chgData name="加藤　空武" userId="S::polyline510_gmail.com#ext#@msccnagasakiuac.onmicrosoft.com::cb45b1e7-d79c-4ed4-a610-dbd868304ab6" providerId="AD" clId="Web-{4485A375-DABE-269C-7852-31D6340E1D46}" dt="2026-04-12T09:00:12.055" v="4"/>
          <ac:spMkLst>
            <pc:docMk/>
            <pc:sldMk cId="529690156" sldId="284"/>
            <ac:spMk id="3" creationId="{C14EDBD8-DEF7-C381-0F1A-2FBE808C411C}"/>
          </ac:spMkLst>
        </pc:spChg>
      </pc:sldChg>
      <pc:sldChg chg="addSp delSp modSp modNotes">
        <pc:chgData name="加藤　空武" userId="S::polyline510_gmail.com#ext#@msccnagasakiuac.onmicrosoft.com::cb45b1e7-d79c-4ed4-a610-dbd868304ab6" providerId="AD" clId="Web-{4485A375-DABE-269C-7852-31D6340E1D46}" dt="2026-04-12T09:06:50.569" v="63"/>
        <pc:sldMkLst>
          <pc:docMk/>
          <pc:sldMk cId="3055768602" sldId="285"/>
        </pc:sldMkLst>
        <pc:spChg chg="add del">
          <ac:chgData name="加藤　空武" userId="S::polyline510_gmail.com#ext#@msccnagasakiuac.onmicrosoft.com::cb45b1e7-d79c-4ed4-a610-dbd868304ab6" providerId="AD" clId="Web-{4485A375-DABE-269C-7852-31D6340E1D46}" dt="2026-04-12T09:01:06.275" v="19"/>
          <ac:spMkLst>
            <pc:docMk/>
            <pc:sldMk cId="3055768602" sldId="285"/>
            <ac:spMk id="3" creationId="{54DDA68F-E1D6-CA72-D66B-AD3125F3F0BE}"/>
          </ac:spMkLst>
        </pc:spChg>
        <pc:spChg chg="add del mod">
          <ac:chgData name="加藤　空武" userId="S::polyline510_gmail.com#ext#@msccnagasakiuac.onmicrosoft.com::cb45b1e7-d79c-4ed4-a610-dbd868304ab6" providerId="AD" clId="Web-{4485A375-DABE-269C-7852-31D6340E1D46}" dt="2026-04-12T09:05:18.475" v="49" actId="20577"/>
          <ac:spMkLst>
            <pc:docMk/>
            <pc:sldMk cId="3055768602" sldId="285"/>
            <ac:spMk id="5" creationId="{3CDC0F46-D886-1732-1CD9-940EF902E24E}"/>
          </ac:spMkLst>
        </pc:spChg>
        <pc:spChg chg="mod">
          <ac:chgData name="加藤　空武" userId="S::polyline510_gmail.com#ext#@msccnagasakiuac.onmicrosoft.com::cb45b1e7-d79c-4ed4-a610-dbd868304ab6" providerId="AD" clId="Web-{4485A375-DABE-269C-7852-31D6340E1D46}" dt="2026-04-12T09:01:34.119" v="24" actId="1076"/>
          <ac:spMkLst>
            <pc:docMk/>
            <pc:sldMk cId="3055768602" sldId="285"/>
            <ac:spMk id="6" creationId="{A6B05015-2AA5-1AF3-D1DB-431F330B5292}"/>
          </ac:spMkLst>
        </pc:spChg>
        <pc:spChg chg="add del mod">
          <ac:chgData name="加藤　空武" userId="S::polyline510_gmail.com#ext#@msccnagasakiuac.onmicrosoft.com::cb45b1e7-d79c-4ed4-a610-dbd868304ab6" providerId="AD" clId="Web-{4485A375-DABE-269C-7852-31D6340E1D46}" dt="2026-04-12T09:06:50.569" v="63"/>
          <ac:spMkLst>
            <pc:docMk/>
            <pc:sldMk cId="3055768602" sldId="285"/>
            <ac:spMk id="9" creationId="{F6585349-59E9-620C-13F8-2CFFB39735FF}"/>
          </ac:spMkLst>
        </pc:spChg>
        <pc:graphicFrameChg chg="add del">
          <ac:chgData name="加藤　空武" userId="S::polyline510_gmail.com#ext#@msccnagasakiuac.onmicrosoft.com::cb45b1e7-d79c-4ed4-a610-dbd868304ab6" providerId="AD" clId="Web-{4485A375-DABE-269C-7852-31D6340E1D46}" dt="2026-04-12T09:01:06.275" v="18"/>
          <ac:graphicFrameMkLst>
            <pc:docMk/>
            <pc:sldMk cId="3055768602" sldId="285"/>
            <ac:graphicFrameMk id="8" creationId="{B9E74CBD-68D3-FB10-B77F-1D2491E34E14}"/>
          </ac:graphicFrameMkLst>
        </pc:graphicFrameChg>
      </pc:sldChg>
      <pc:sldChg chg="modSp add replId">
        <pc:chgData name="加藤　空武" userId="S::polyline510_gmail.com#ext#@msccnagasakiuac.onmicrosoft.com::cb45b1e7-d79c-4ed4-a610-dbd868304ab6" providerId="AD" clId="Web-{4485A375-DABE-269C-7852-31D6340E1D46}" dt="2026-04-12T09:23:58.570" v="366" actId="1076"/>
        <pc:sldMkLst>
          <pc:docMk/>
          <pc:sldMk cId="448620885" sldId="286"/>
        </pc:sldMkLst>
        <pc:spChg chg="mod">
          <ac:chgData name="加藤　空武" userId="S::polyline510_gmail.com#ext#@msccnagasakiuac.onmicrosoft.com::cb45b1e7-d79c-4ed4-a610-dbd868304ab6" providerId="AD" clId="Web-{4485A375-DABE-269C-7852-31D6340E1D46}" dt="2026-04-12T09:23:15.458" v="358" actId="20577"/>
          <ac:spMkLst>
            <pc:docMk/>
            <pc:sldMk cId="448620885" sldId="286"/>
            <ac:spMk id="4" creationId="{9FE6F032-1507-D311-BC2C-5013D2DB40BF}"/>
          </ac:spMkLst>
        </pc:spChg>
        <pc:spChg chg="mod">
          <ac:chgData name="加藤　空武" userId="S::polyline510_gmail.com#ext#@msccnagasakiuac.onmicrosoft.com::cb45b1e7-d79c-4ed4-a610-dbd868304ab6" providerId="AD" clId="Web-{4485A375-DABE-269C-7852-31D6340E1D46}" dt="2026-04-12T09:11:25.287" v="143"/>
          <ac:spMkLst>
            <pc:docMk/>
            <pc:sldMk cId="448620885" sldId="286"/>
            <ac:spMk id="5" creationId="{34093DC1-5AFD-D2B5-FC72-F48C5DC3AB69}"/>
          </ac:spMkLst>
        </pc:spChg>
        <pc:spChg chg="mod">
          <ac:chgData name="加藤　空武" userId="S::polyline510_gmail.com#ext#@msccnagasakiuac.onmicrosoft.com::cb45b1e7-d79c-4ed4-a610-dbd868304ab6" providerId="AD" clId="Web-{4485A375-DABE-269C-7852-31D6340E1D46}" dt="2026-04-12T09:23:58.570" v="366" actId="1076"/>
          <ac:spMkLst>
            <pc:docMk/>
            <pc:sldMk cId="448620885" sldId="286"/>
            <ac:spMk id="6" creationId="{11375285-89DB-B6C8-B61B-17E48AAC882F}"/>
          </ac:spMkLst>
        </pc:spChg>
      </pc:sldChg>
      <pc:sldChg chg="add del replId">
        <pc:chgData name="加藤　空武" userId="S::polyline510_gmail.com#ext#@msccnagasakiuac.onmicrosoft.com::cb45b1e7-d79c-4ed4-a610-dbd868304ab6" providerId="AD" clId="Web-{4485A375-DABE-269C-7852-31D6340E1D46}" dt="2026-04-12T09:10:06.422" v="128"/>
        <pc:sldMkLst>
          <pc:docMk/>
          <pc:sldMk cId="1009077621" sldId="287"/>
        </pc:sldMkLst>
      </pc:sldChg>
      <pc:sldChg chg="modSp add ord replId">
        <pc:chgData name="加藤　空武" userId="S::polyline510_gmail.com#ext#@msccnagasakiuac.onmicrosoft.com::cb45b1e7-d79c-4ed4-a610-dbd868304ab6" providerId="AD" clId="Web-{4485A375-DABE-269C-7852-31D6340E1D46}" dt="2026-04-12T09:37:21.699" v="511" actId="1076"/>
        <pc:sldMkLst>
          <pc:docMk/>
          <pc:sldMk cId="1788467687" sldId="287"/>
        </pc:sldMkLst>
        <pc:spChg chg="mod">
          <ac:chgData name="加藤　空武" userId="S::polyline510_gmail.com#ext#@msccnagasakiuac.onmicrosoft.com::cb45b1e7-d79c-4ed4-a610-dbd868304ab6" providerId="AD" clId="Web-{4485A375-DABE-269C-7852-31D6340E1D46}" dt="2026-04-12T09:15:36.290" v="247" actId="20577"/>
          <ac:spMkLst>
            <pc:docMk/>
            <pc:sldMk cId="1788467687" sldId="287"/>
            <ac:spMk id="4" creationId="{E5C990B5-78A9-15E5-0D79-2A8CAC04C652}"/>
          </ac:spMkLst>
        </pc:spChg>
        <pc:spChg chg="mod">
          <ac:chgData name="加藤　空武" userId="S::polyline510_gmail.com#ext#@msccnagasakiuac.onmicrosoft.com::cb45b1e7-d79c-4ed4-a610-dbd868304ab6" providerId="AD" clId="Web-{4485A375-DABE-269C-7852-31D6340E1D46}" dt="2026-04-12T09:16:10.198" v="249" actId="20577"/>
          <ac:spMkLst>
            <pc:docMk/>
            <pc:sldMk cId="1788467687" sldId="287"/>
            <ac:spMk id="5" creationId="{75282D61-D34B-5102-72C6-D45A3E2123EC}"/>
          </ac:spMkLst>
        </pc:spChg>
        <pc:spChg chg="mod">
          <ac:chgData name="加藤　空武" userId="S::polyline510_gmail.com#ext#@msccnagasakiuac.onmicrosoft.com::cb45b1e7-d79c-4ed4-a610-dbd868304ab6" providerId="AD" clId="Web-{4485A375-DABE-269C-7852-31D6340E1D46}" dt="2026-04-12T09:37:21.699" v="511" actId="1076"/>
          <ac:spMkLst>
            <pc:docMk/>
            <pc:sldMk cId="1788467687" sldId="287"/>
            <ac:spMk id="6" creationId="{437BEF48-9F64-6CBF-C46D-4F025201980A}"/>
          </ac:spMkLst>
        </pc:spChg>
      </pc:sldChg>
      <pc:sldChg chg="add del replId">
        <pc:chgData name="加藤　空武" userId="S::polyline510_gmail.com#ext#@msccnagasakiuac.onmicrosoft.com::cb45b1e7-d79c-4ed4-a610-dbd868304ab6" providerId="AD" clId="Web-{4485A375-DABE-269C-7852-31D6340E1D46}" dt="2026-04-12T09:10:02.969" v="127"/>
        <pc:sldMkLst>
          <pc:docMk/>
          <pc:sldMk cId="75883648" sldId="288"/>
        </pc:sldMkLst>
      </pc:sldChg>
      <pc:sldChg chg="modSp add replId">
        <pc:chgData name="加藤　空武" userId="S::polyline510_gmail.com#ext#@msccnagasakiuac.onmicrosoft.com::cb45b1e7-d79c-4ed4-a610-dbd868304ab6" providerId="AD" clId="Web-{4485A375-DABE-269C-7852-31D6340E1D46}" dt="2026-04-12T09:18:45.225" v="298" actId="20577"/>
        <pc:sldMkLst>
          <pc:docMk/>
          <pc:sldMk cId="1854223767" sldId="288"/>
        </pc:sldMkLst>
        <pc:spChg chg="mod">
          <ac:chgData name="加藤　空武" userId="S::polyline510_gmail.com#ext#@msccnagasakiuac.onmicrosoft.com::cb45b1e7-d79c-4ed4-a610-dbd868304ab6" providerId="AD" clId="Web-{4485A375-DABE-269C-7852-31D6340E1D46}" dt="2026-04-12T09:17:35.580" v="275" actId="20577"/>
          <ac:spMkLst>
            <pc:docMk/>
            <pc:sldMk cId="1854223767" sldId="288"/>
            <ac:spMk id="4" creationId="{AFBD3A94-B5B1-77ED-9218-EB2940AEC918}"/>
          </ac:spMkLst>
        </pc:spChg>
        <pc:spChg chg="mod">
          <ac:chgData name="加藤　空武" userId="S::polyline510_gmail.com#ext#@msccnagasakiuac.onmicrosoft.com::cb45b1e7-d79c-4ed4-a610-dbd868304ab6" providerId="AD" clId="Web-{4485A375-DABE-269C-7852-31D6340E1D46}" dt="2026-04-12T09:18:45.225" v="298" actId="20577"/>
          <ac:spMkLst>
            <pc:docMk/>
            <pc:sldMk cId="1854223767" sldId="288"/>
            <ac:spMk id="6" creationId="{125F386B-EF84-0781-8051-F0099F0F1778}"/>
          </ac:spMkLst>
        </pc:spChg>
      </pc:sldChg>
      <pc:sldChg chg="modSp add replId">
        <pc:chgData name="加藤　空武" userId="S::polyline510_gmail.com#ext#@msccnagasakiuac.onmicrosoft.com::cb45b1e7-d79c-4ed4-a610-dbd868304ab6" providerId="AD" clId="Web-{4485A375-DABE-269C-7852-31D6340E1D46}" dt="2026-04-12T09:29:05.349" v="416" actId="20577"/>
        <pc:sldMkLst>
          <pc:docMk/>
          <pc:sldMk cId="1323820525" sldId="289"/>
        </pc:sldMkLst>
        <pc:spChg chg="mod">
          <ac:chgData name="加藤　空武" userId="S::polyline510_gmail.com#ext#@msccnagasakiuac.onmicrosoft.com::cb45b1e7-d79c-4ed4-a610-dbd868304ab6" providerId="AD" clId="Web-{4485A375-DABE-269C-7852-31D6340E1D46}" dt="2026-04-12T09:29:05.349" v="416" actId="20577"/>
          <ac:spMkLst>
            <pc:docMk/>
            <pc:sldMk cId="1323820525" sldId="289"/>
            <ac:spMk id="6" creationId="{A3482720-AF6E-E7A2-A6AB-767E3325CC5E}"/>
          </ac:spMkLst>
        </pc:spChg>
      </pc:sldChg>
      <pc:sldChg chg="delSp modSp add ord replId">
        <pc:chgData name="加藤　空武" userId="S::polyline510_gmail.com#ext#@msccnagasakiuac.onmicrosoft.com::cb45b1e7-d79c-4ed4-a610-dbd868304ab6" providerId="AD" clId="Web-{4485A375-DABE-269C-7852-31D6340E1D46}" dt="2026-04-12T10:39:24.976" v="514" actId="20577"/>
        <pc:sldMkLst>
          <pc:docMk/>
          <pc:sldMk cId="790485207" sldId="290"/>
        </pc:sldMkLst>
        <pc:spChg chg="del">
          <ac:chgData name="加藤　空武" userId="S::polyline510_gmail.com#ext#@msccnagasakiuac.onmicrosoft.com::cb45b1e7-d79c-4ed4-a610-dbd868304ab6" providerId="AD" clId="Web-{4485A375-DABE-269C-7852-31D6340E1D46}" dt="2026-04-12T09:34:10.001" v="453"/>
          <ac:spMkLst>
            <pc:docMk/>
            <pc:sldMk cId="790485207" sldId="290"/>
            <ac:spMk id="4" creationId="{5221B81C-095B-08FC-4095-E798405732C1}"/>
          </ac:spMkLst>
        </pc:spChg>
        <pc:spChg chg="del">
          <ac:chgData name="加藤　空武" userId="S::polyline510_gmail.com#ext#@msccnagasakiuac.onmicrosoft.com::cb45b1e7-d79c-4ed4-a610-dbd868304ab6" providerId="AD" clId="Web-{4485A375-DABE-269C-7852-31D6340E1D46}" dt="2026-04-12T09:34:14.877" v="454"/>
          <ac:spMkLst>
            <pc:docMk/>
            <pc:sldMk cId="790485207" sldId="290"/>
            <ac:spMk id="5" creationId="{4DF6BEE1-8935-4B9D-5F70-2854520D2573}"/>
          </ac:spMkLst>
        </pc:spChg>
        <pc:spChg chg="mod">
          <ac:chgData name="加藤　空武" userId="S::polyline510_gmail.com#ext#@msccnagasakiuac.onmicrosoft.com::cb45b1e7-d79c-4ed4-a610-dbd868304ab6" providerId="AD" clId="Web-{4485A375-DABE-269C-7852-31D6340E1D46}" dt="2026-04-12T10:39:24.976" v="514" actId="20577"/>
          <ac:spMkLst>
            <pc:docMk/>
            <pc:sldMk cId="790485207" sldId="290"/>
            <ac:spMk id="7" creationId="{71185703-7250-D917-7A43-1C56D480993C}"/>
          </ac:spMkLst>
        </pc:spChg>
      </pc:sldChg>
      <pc:sldChg chg="modSp add replId">
        <pc:chgData name="加藤　空武" userId="S::polyline510_gmail.com#ext#@msccnagasakiuac.onmicrosoft.com::cb45b1e7-d79c-4ed4-a610-dbd868304ab6" providerId="AD" clId="Web-{4485A375-DABE-269C-7852-31D6340E1D46}" dt="2026-04-12T10:41:28.308" v="547" actId="20577"/>
        <pc:sldMkLst>
          <pc:docMk/>
          <pc:sldMk cId="1004639518" sldId="291"/>
        </pc:sldMkLst>
        <pc:spChg chg="mod">
          <ac:chgData name="加藤　空武" userId="S::polyline510_gmail.com#ext#@msccnagasakiuac.onmicrosoft.com::cb45b1e7-d79c-4ed4-a610-dbd868304ab6" providerId="AD" clId="Web-{4485A375-DABE-269C-7852-31D6340E1D46}" dt="2026-04-12T10:41:28.308" v="547" actId="20577"/>
          <ac:spMkLst>
            <pc:docMk/>
            <pc:sldMk cId="1004639518" sldId="291"/>
            <ac:spMk id="6" creationId="{A244E767-3C8C-DBCE-A3C0-047F1255F4D1}"/>
          </ac:spMkLst>
        </pc:spChg>
      </pc:sldChg>
    </pc:docChg>
  </pc:docChgLst>
  <pc:docChgLst>
    <pc:chgData name="加藤　空武" userId="S::polyline510_gmail.com#ext#@msccnagasakiuac.onmicrosoft.com::cb45b1e7-d79c-4ed4-a610-dbd868304ab6" providerId="AD" clId="Web-{2BC36173-2C86-3CA8-C9E3-00E4A967B4D6}"/>
    <pc:docChg chg="modSld sldOrd">
      <pc:chgData name="加藤　空武" userId="S::polyline510_gmail.com#ext#@msccnagasakiuac.onmicrosoft.com::cb45b1e7-d79c-4ed4-a610-dbd868304ab6" providerId="AD" clId="Web-{2BC36173-2C86-3CA8-C9E3-00E4A967B4D6}" dt="2026-04-13T08:21:37.757" v="31" actId="20577"/>
      <pc:docMkLst>
        <pc:docMk/>
      </pc:docMkLst>
      <pc:sldChg chg="modSp">
        <pc:chgData name="加藤　空武" userId="S::polyline510_gmail.com#ext#@msccnagasakiuac.onmicrosoft.com::cb45b1e7-d79c-4ed4-a610-dbd868304ab6" providerId="AD" clId="Web-{2BC36173-2C86-3CA8-C9E3-00E4A967B4D6}" dt="2026-04-13T08:21:37.757" v="31" actId="20577"/>
        <pc:sldMkLst>
          <pc:docMk/>
          <pc:sldMk cId="962304605" sldId="273"/>
        </pc:sldMkLst>
        <pc:spChg chg="mod">
          <ac:chgData name="加藤　空武" userId="S::polyline510_gmail.com#ext#@msccnagasakiuac.onmicrosoft.com::cb45b1e7-d79c-4ed4-a610-dbd868304ab6" providerId="AD" clId="Web-{2BC36173-2C86-3CA8-C9E3-00E4A967B4D6}" dt="2026-04-13T08:20:42.787" v="22" actId="20577"/>
          <ac:spMkLst>
            <pc:docMk/>
            <pc:sldMk cId="962304605" sldId="273"/>
            <ac:spMk id="2" creationId="{E7A83179-7728-52C3-A72A-15B146BA5697}"/>
          </ac:spMkLst>
        </pc:spChg>
        <pc:spChg chg="mod">
          <ac:chgData name="加藤　空武" userId="S::polyline510_gmail.com#ext#@msccnagasakiuac.onmicrosoft.com::cb45b1e7-d79c-4ed4-a610-dbd868304ab6" providerId="AD" clId="Web-{2BC36173-2C86-3CA8-C9E3-00E4A967B4D6}" dt="2026-04-13T08:21:37.757" v="31" actId="20577"/>
          <ac:spMkLst>
            <pc:docMk/>
            <pc:sldMk cId="962304605" sldId="273"/>
            <ac:spMk id="4" creationId="{6EC1D0B2-44B9-82E8-FCAD-4A6223C51AE7}"/>
          </ac:spMkLst>
        </pc:spChg>
      </pc:sldChg>
      <pc:sldChg chg="modSp">
        <pc:chgData name="加藤　空武" userId="S::polyline510_gmail.com#ext#@msccnagasakiuac.onmicrosoft.com::cb45b1e7-d79c-4ed4-a610-dbd868304ab6" providerId="AD" clId="Web-{2BC36173-2C86-3CA8-C9E3-00E4A967B4D6}" dt="2026-04-13T08:20:01.693" v="1" actId="20577"/>
        <pc:sldMkLst>
          <pc:docMk/>
          <pc:sldMk cId="3055768602" sldId="285"/>
        </pc:sldMkLst>
        <pc:spChg chg="mod">
          <ac:chgData name="加藤　空武" userId="S::polyline510_gmail.com#ext#@msccnagasakiuac.onmicrosoft.com::cb45b1e7-d79c-4ed4-a610-dbd868304ab6" providerId="AD" clId="Web-{2BC36173-2C86-3CA8-C9E3-00E4A967B4D6}" dt="2026-04-13T08:20:01.693" v="1" actId="20577"/>
          <ac:spMkLst>
            <pc:docMk/>
            <pc:sldMk cId="3055768602" sldId="285"/>
            <ac:spMk id="4" creationId="{553EC63F-11EE-A09B-CFF9-47B27EB5297F}"/>
          </ac:spMkLst>
        </pc:spChg>
      </pc:sldChg>
      <pc:sldChg chg="ord">
        <pc:chgData name="加藤　空武" userId="S::polyline510_gmail.com#ext#@msccnagasakiuac.onmicrosoft.com::cb45b1e7-d79c-4ed4-a610-dbd868304ab6" providerId="AD" clId="Web-{2BC36173-2C86-3CA8-C9E3-00E4A967B4D6}" dt="2026-04-13T08:20:10.225" v="2"/>
        <pc:sldMkLst>
          <pc:docMk/>
          <pc:sldMk cId="448620885" sldId="286"/>
        </pc:sldMkLst>
      </pc:sldChg>
    </pc:docChg>
  </pc:docChgLst>
  <pc:docChgLst>
    <pc:chgData name="加藤　空武" userId="S::polyline510_gmail.com#ext#@msccnagasakiuac.onmicrosoft.com::cb45b1e7-d79c-4ed4-a610-dbd868304ab6" providerId="AD" clId="Web-{A16BAD93-4AAE-D7A4-F6B9-447B7A2D3509}"/>
    <pc:docChg chg="addSld modSld">
      <pc:chgData name="加藤　空武" userId="S::polyline510_gmail.com#ext#@msccnagasakiuac.onmicrosoft.com::cb45b1e7-d79c-4ed4-a610-dbd868304ab6" providerId="AD" clId="Web-{A16BAD93-4AAE-D7A4-F6B9-447B7A2D3509}" dt="2026-04-13T07:57:27.035" v="31"/>
      <pc:docMkLst>
        <pc:docMk/>
      </pc:docMkLst>
      <pc:sldChg chg="modSp">
        <pc:chgData name="加藤　空武" userId="S::polyline510_gmail.com#ext#@msccnagasakiuac.onmicrosoft.com::cb45b1e7-d79c-4ed4-a610-dbd868304ab6" providerId="AD" clId="Web-{A16BAD93-4AAE-D7A4-F6B9-447B7A2D3509}" dt="2026-04-13T07:47:42.266" v="8" actId="20577"/>
        <pc:sldMkLst>
          <pc:docMk/>
          <pc:sldMk cId="1956730433" sldId="257"/>
        </pc:sldMkLst>
        <pc:spChg chg="mod">
          <ac:chgData name="加藤　空武" userId="S::polyline510_gmail.com#ext#@msccnagasakiuac.onmicrosoft.com::cb45b1e7-d79c-4ed4-a610-dbd868304ab6" providerId="AD" clId="Web-{A16BAD93-4AAE-D7A4-F6B9-447B7A2D3509}" dt="2026-04-13T07:47:42.266" v="8" actId="20577"/>
          <ac:spMkLst>
            <pc:docMk/>
            <pc:sldMk cId="1956730433" sldId="257"/>
            <ac:spMk id="7" creationId="{EF455548-B641-1DC9-0569-8EB240EF735F}"/>
          </ac:spMkLst>
        </pc:spChg>
      </pc:sldChg>
      <pc:sldChg chg="modSp">
        <pc:chgData name="加藤　空武" userId="S::polyline510_gmail.com#ext#@msccnagasakiuac.onmicrosoft.com::cb45b1e7-d79c-4ed4-a610-dbd868304ab6" providerId="AD" clId="Web-{A16BAD93-4AAE-D7A4-F6B9-447B7A2D3509}" dt="2026-04-13T07:47:00.373" v="5" actId="20577"/>
        <pc:sldMkLst>
          <pc:docMk/>
          <pc:sldMk cId="3272875069" sldId="277"/>
        </pc:sldMkLst>
        <pc:spChg chg="mod">
          <ac:chgData name="加藤　空武" userId="S::polyline510_gmail.com#ext#@msccnagasakiuac.onmicrosoft.com::cb45b1e7-d79c-4ed4-a610-dbd868304ab6" providerId="AD" clId="Web-{A16BAD93-4AAE-D7A4-F6B9-447B7A2D3509}" dt="2026-04-13T07:47:00.373" v="5" actId="20577"/>
          <ac:spMkLst>
            <pc:docMk/>
            <pc:sldMk cId="3272875069" sldId="277"/>
            <ac:spMk id="7" creationId="{95F58708-68AB-9253-5A3D-2F0C052C5394}"/>
          </ac:spMkLst>
        </pc:spChg>
      </pc:sldChg>
      <pc:sldChg chg="modNotes">
        <pc:chgData name="加藤　空武" userId="S::polyline510_gmail.com#ext#@msccnagasakiuac.onmicrosoft.com::cb45b1e7-d79c-4ed4-a610-dbd868304ab6" providerId="AD" clId="Web-{A16BAD93-4AAE-D7A4-F6B9-447B7A2D3509}" dt="2026-04-13T07:51:06.151" v="22"/>
        <pc:sldMkLst>
          <pc:docMk/>
          <pc:sldMk cId="2240011944" sldId="280"/>
        </pc:sldMkLst>
      </pc:sldChg>
      <pc:sldChg chg="modNotes">
        <pc:chgData name="加藤　空武" userId="S::polyline510_gmail.com#ext#@msccnagasakiuac.onmicrosoft.com::cb45b1e7-d79c-4ed4-a610-dbd868304ab6" providerId="AD" clId="Web-{A16BAD93-4AAE-D7A4-F6B9-447B7A2D3509}" dt="2026-04-13T07:57:27.035" v="31"/>
        <pc:sldMkLst>
          <pc:docMk/>
          <pc:sldMk cId="790485207" sldId="290"/>
        </pc:sldMkLst>
      </pc:sldChg>
      <pc:sldChg chg="modSp">
        <pc:chgData name="加藤　空武" userId="S::polyline510_gmail.com#ext#@msccnagasakiuac.onmicrosoft.com::cb45b1e7-d79c-4ed4-a610-dbd868304ab6" providerId="AD" clId="Web-{A16BAD93-4AAE-D7A4-F6B9-447B7A2D3509}" dt="2026-04-13T07:50:15.571" v="12" actId="20577"/>
        <pc:sldMkLst>
          <pc:docMk/>
          <pc:sldMk cId="1004639518" sldId="291"/>
        </pc:sldMkLst>
        <pc:spChg chg="mod">
          <ac:chgData name="加藤　空武" userId="S::polyline510_gmail.com#ext#@msccnagasakiuac.onmicrosoft.com::cb45b1e7-d79c-4ed4-a610-dbd868304ab6" providerId="AD" clId="Web-{A16BAD93-4AAE-D7A4-F6B9-447B7A2D3509}" dt="2026-04-13T07:50:15.571" v="12" actId="20577"/>
          <ac:spMkLst>
            <pc:docMk/>
            <pc:sldMk cId="1004639518" sldId="291"/>
            <ac:spMk id="6" creationId="{A244E767-3C8C-DBCE-A3C0-047F1255F4D1}"/>
          </ac:spMkLst>
        </pc:spChg>
      </pc:sldChg>
      <pc:sldChg chg="modSp add replId">
        <pc:chgData name="加藤　空武" userId="S::polyline510_gmail.com#ext#@msccnagasakiuac.onmicrosoft.com::cb45b1e7-d79c-4ed4-a610-dbd868304ab6" providerId="AD" clId="Web-{A16BAD93-4AAE-D7A4-F6B9-447B7A2D3509}" dt="2026-04-13T07:46:48.591" v="4" actId="20577"/>
        <pc:sldMkLst>
          <pc:docMk/>
          <pc:sldMk cId="2777693288" sldId="292"/>
        </pc:sldMkLst>
        <pc:spChg chg="mod">
          <ac:chgData name="加藤　空武" userId="S::polyline510_gmail.com#ext#@msccnagasakiuac.onmicrosoft.com::cb45b1e7-d79c-4ed4-a610-dbd868304ab6" providerId="AD" clId="Web-{A16BAD93-4AAE-D7A4-F6B9-447B7A2D3509}" dt="2026-04-13T07:46:48.591" v="4" actId="20577"/>
          <ac:spMkLst>
            <pc:docMk/>
            <pc:sldMk cId="2777693288" sldId="292"/>
            <ac:spMk id="7" creationId="{FB9544B5-D270-72B9-58F5-4D54B24620AC}"/>
          </ac:spMkLst>
        </pc:spChg>
      </pc:sldChg>
    </pc:docChg>
  </pc:docChgLst>
  <pc:docChgLst>
    <pc:chgData name="加藤　空武" userId="S::polyline510_gmail.com#ext#@msccnagasakiuac.onmicrosoft.com::cb45b1e7-d79c-4ed4-a610-dbd868304ab6" providerId="AD" clId="Web-{C8221F54-1EC7-8A53-4635-0CCE87B82ACE}"/>
    <pc:docChg chg="addSld delSld modSld sldOrd">
      <pc:chgData name="加藤　空武" userId="S::polyline510_gmail.com#ext#@msccnagasakiuac.onmicrosoft.com::cb45b1e7-d79c-4ed4-a610-dbd868304ab6" providerId="AD" clId="Web-{C8221F54-1EC7-8A53-4635-0CCE87B82ACE}" dt="2026-04-12T08:46:47.583" v="1169"/>
      <pc:docMkLst>
        <pc:docMk/>
      </pc:docMkLst>
      <pc:sldChg chg="addSp delSp modSp addAnim delAnim">
        <pc:chgData name="加藤　空武" userId="S::polyline510_gmail.com#ext#@msccnagasakiuac.onmicrosoft.com::cb45b1e7-d79c-4ed4-a610-dbd868304ab6" providerId="AD" clId="Web-{C8221F54-1EC7-8A53-4635-0CCE87B82ACE}" dt="2026-04-11T13:46:21.852" v="1036" actId="14100"/>
        <pc:sldMkLst>
          <pc:docMk/>
          <pc:sldMk cId="2128380218" sldId="256"/>
        </pc:sldMkLst>
        <pc:spChg chg="add mod">
          <ac:chgData name="加藤　空武" userId="S::polyline510_gmail.com#ext#@msccnagasakiuac.onmicrosoft.com::cb45b1e7-d79c-4ed4-a610-dbd868304ab6" providerId="AD" clId="Web-{C8221F54-1EC7-8A53-4635-0CCE87B82ACE}" dt="2026-04-11T13:45:55.036" v="1034" actId="1076"/>
          <ac:spMkLst>
            <pc:docMk/>
            <pc:sldMk cId="2128380218" sldId="256"/>
            <ac:spMk id="5" creationId="{E0E69ABE-16A8-397C-B657-0FF98A9CFFB7}"/>
          </ac:spMkLst>
        </pc:spChg>
        <pc:picChg chg="add mod">
          <ac:chgData name="加藤　空武" userId="S::polyline510_gmail.com#ext#@msccnagasakiuac.onmicrosoft.com::cb45b1e7-d79c-4ed4-a610-dbd868304ab6" providerId="AD" clId="Web-{C8221F54-1EC7-8A53-4635-0CCE87B82ACE}" dt="2026-04-11T13:46:21.852" v="1036" actId="14100"/>
          <ac:picMkLst>
            <pc:docMk/>
            <pc:sldMk cId="2128380218" sldId="256"/>
            <ac:picMk id="6" creationId="{012FD0B5-1287-59B0-5AE1-CEF21AD5BAD4}"/>
          </ac:picMkLst>
        </pc:picChg>
      </pc:sldChg>
      <pc:sldChg chg="addSp delSp modSp add replId">
        <pc:chgData name="加藤　空武" userId="S::polyline510_gmail.com#ext#@msccnagasakiuac.onmicrosoft.com::cb45b1e7-d79c-4ed4-a610-dbd868304ab6" providerId="AD" clId="Web-{C8221F54-1EC7-8A53-4635-0CCE87B82ACE}" dt="2026-04-11T13:50:41.297" v="1083" actId="20577"/>
        <pc:sldMkLst>
          <pc:docMk/>
          <pc:sldMk cId="1956730433" sldId="257"/>
        </pc:sldMkLst>
        <pc:spChg chg="add mod">
          <ac:chgData name="加藤　空武" userId="S::polyline510_gmail.com#ext#@msccnagasakiuac.onmicrosoft.com::cb45b1e7-d79c-4ed4-a610-dbd868304ab6" providerId="AD" clId="Web-{C8221F54-1EC7-8A53-4635-0CCE87B82ACE}" dt="2026-04-11T11:54:47.214" v="217" actId="20577"/>
          <ac:spMkLst>
            <pc:docMk/>
            <pc:sldMk cId="1956730433" sldId="257"/>
            <ac:spMk id="4" creationId="{7D3BBEEB-1761-294C-F051-1395DC05A3D0}"/>
          </ac:spMkLst>
        </pc:spChg>
        <pc:spChg chg="add del mod">
          <ac:chgData name="加藤　空武" userId="S::polyline510_gmail.com#ext#@msccnagasakiuac.onmicrosoft.com::cb45b1e7-d79c-4ed4-a610-dbd868304ab6" providerId="AD" clId="Web-{C8221F54-1EC7-8A53-4635-0CCE87B82ACE}" dt="2026-04-11T11:54:13.901" v="209" actId="20577"/>
          <ac:spMkLst>
            <pc:docMk/>
            <pc:sldMk cId="1956730433" sldId="257"/>
            <ac:spMk id="5" creationId="{B8C975CD-B492-B64C-80E2-26D47FB6863F}"/>
          </ac:spMkLst>
        </pc:spChg>
        <pc:spChg chg="add mod">
          <ac:chgData name="加藤　空武" userId="S::polyline510_gmail.com#ext#@msccnagasakiuac.onmicrosoft.com::cb45b1e7-d79c-4ed4-a610-dbd868304ab6" providerId="AD" clId="Web-{C8221F54-1EC7-8A53-4635-0CCE87B82ACE}" dt="2026-04-11T13:50:41.297" v="1083" actId="20577"/>
          <ac:spMkLst>
            <pc:docMk/>
            <pc:sldMk cId="1956730433" sldId="257"/>
            <ac:spMk id="7" creationId="{EF455548-B641-1DC9-0569-8EB240EF735F}"/>
          </ac:spMkLst>
        </pc:spChg>
      </pc:sldChg>
      <pc:sldChg chg="addSp delSp modSp add del replId">
        <pc:chgData name="加藤　空武" userId="S::polyline510_gmail.com#ext#@msccnagasakiuac.onmicrosoft.com::cb45b1e7-d79c-4ed4-a610-dbd868304ab6" providerId="AD" clId="Web-{C8221F54-1EC7-8A53-4635-0CCE87B82ACE}" dt="2026-04-12T08:46:45.708" v="1168"/>
        <pc:sldMkLst>
          <pc:docMk/>
          <pc:sldMk cId="2103255562" sldId="259"/>
        </pc:sldMkLst>
        <pc:spChg chg="del">
          <ac:chgData name="加藤　空武" userId="S::polyline510_gmail.com#ext#@msccnagasakiuac.onmicrosoft.com::cb45b1e7-d79c-4ed4-a610-dbd868304ab6" providerId="AD" clId="Web-{C8221F54-1EC7-8A53-4635-0CCE87B82ACE}" dt="2026-04-12T08:42:57.987" v="1106"/>
          <ac:spMkLst>
            <pc:docMk/>
            <pc:sldMk cId="2103255562" sldId="259"/>
            <ac:spMk id="2" creationId="{98F508BB-123B-667A-B360-6E2B8C8C314E}"/>
          </ac:spMkLst>
        </pc:spChg>
        <pc:spChg chg="add del mod">
          <ac:chgData name="加藤　空武" userId="S::polyline510_gmail.com#ext#@msccnagasakiuac.onmicrosoft.com::cb45b1e7-d79c-4ed4-a610-dbd868304ab6" providerId="AD" clId="Web-{C8221F54-1EC7-8A53-4635-0CCE87B82ACE}" dt="2026-04-12T08:45:18.989" v="1128"/>
          <ac:spMkLst>
            <pc:docMk/>
            <pc:sldMk cId="2103255562" sldId="259"/>
            <ac:spMk id="3" creationId="{D6D6EF85-7291-A14F-F810-E0909E1FF783}"/>
          </ac:spMkLst>
        </pc:spChg>
        <pc:spChg chg="add mod">
          <ac:chgData name="加藤　空武" userId="S::polyline510_gmail.com#ext#@msccnagasakiuac.onmicrosoft.com::cb45b1e7-d79c-4ed4-a610-dbd868304ab6" providerId="AD" clId="Web-{C8221F54-1EC7-8A53-4635-0CCE87B82ACE}" dt="2026-04-12T08:45:55.739" v="1154" actId="1076"/>
          <ac:spMkLst>
            <pc:docMk/>
            <pc:sldMk cId="2103255562" sldId="259"/>
            <ac:spMk id="4" creationId="{AD8EF817-CD87-3A44-C509-752874914322}"/>
          </ac:spMkLst>
        </pc:spChg>
        <pc:graphicFrameChg chg="mod modGraphic">
          <ac:chgData name="加藤　空武" userId="S::polyline510_gmail.com#ext#@msccnagasakiuac.onmicrosoft.com::cb45b1e7-d79c-4ed4-a610-dbd868304ab6" providerId="AD" clId="Web-{C8221F54-1EC7-8A53-4635-0CCE87B82ACE}" dt="2026-04-12T08:44:58.270" v="1122" actId="1076"/>
          <ac:graphicFrameMkLst>
            <pc:docMk/>
            <pc:sldMk cId="2103255562" sldId="259"/>
            <ac:graphicFrameMk id="6" creationId="{A99AD3CA-6BDD-184F-5EDC-03DFB17396F9}"/>
          </ac:graphicFrameMkLst>
        </pc:graphicFrameChg>
      </pc:sldChg>
      <pc:sldChg chg="modSp add ord replId">
        <pc:chgData name="加藤　空武" userId="S::polyline510_gmail.com#ext#@msccnagasakiuac.onmicrosoft.com::cb45b1e7-d79c-4ed4-a610-dbd868304ab6" providerId="AD" clId="Web-{C8221F54-1EC7-8A53-4635-0CCE87B82ACE}" dt="2026-04-11T13:43:16.377" v="1033" actId="20577"/>
        <pc:sldMkLst>
          <pc:docMk/>
          <pc:sldMk cId="2068672579" sldId="261"/>
        </pc:sldMkLst>
        <pc:spChg chg="mod">
          <ac:chgData name="加藤　空武" userId="S::polyline510_gmail.com#ext#@msccnagasakiuac.onmicrosoft.com::cb45b1e7-d79c-4ed4-a610-dbd868304ab6" providerId="AD" clId="Web-{C8221F54-1EC7-8A53-4635-0CCE87B82ACE}" dt="2026-04-11T13:43:16.377" v="1033" actId="20577"/>
          <ac:spMkLst>
            <pc:docMk/>
            <pc:sldMk cId="2068672579" sldId="261"/>
            <ac:spMk id="2" creationId="{B0C34A1A-9D15-92C2-B5CD-21B5D795AB1B}"/>
          </ac:spMkLst>
        </pc:spChg>
      </pc:sldChg>
      <pc:sldChg chg="addSp delSp modSp add replId">
        <pc:chgData name="加藤　空武" userId="S::polyline510_gmail.com#ext#@msccnagasakiuac.onmicrosoft.com::cb45b1e7-d79c-4ed4-a610-dbd868304ab6" providerId="AD" clId="Web-{C8221F54-1EC7-8A53-4635-0CCE87B82ACE}" dt="2026-04-11T11:10:34.707" v="94"/>
        <pc:sldMkLst>
          <pc:docMk/>
          <pc:sldMk cId="1002534485" sldId="265"/>
        </pc:sldMkLst>
        <pc:picChg chg="add mod ord">
          <ac:chgData name="加藤　空武" userId="S::polyline510_gmail.com#ext#@msccnagasakiuac.onmicrosoft.com::cb45b1e7-d79c-4ed4-a610-dbd868304ab6" providerId="AD" clId="Web-{C8221F54-1EC7-8A53-4635-0CCE87B82ACE}" dt="2026-04-11T11:10:34.707" v="94"/>
          <ac:picMkLst>
            <pc:docMk/>
            <pc:sldMk cId="1002534485" sldId="265"/>
            <ac:picMk id="3" creationId="{5D16907B-2B5D-DF6E-0076-CC5AA61CF8DB}"/>
          </ac:picMkLst>
        </pc:picChg>
      </pc:sldChg>
      <pc:sldChg chg="addSp delSp modSp add replId">
        <pc:chgData name="加藤　空武" userId="S::polyline510_gmail.com#ext#@msccnagasakiuac.onmicrosoft.com::cb45b1e7-d79c-4ed4-a610-dbd868304ab6" providerId="AD" clId="Web-{C8221F54-1EC7-8A53-4635-0CCE87B82ACE}" dt="2026-04-11T11:11:58.663" v="106" actId="1076"/>
        <pc:sldMkLst>
          <pc:docMk/>
          <pc:sldMk cId="119163108" sldId="266"/>
        </pc:sldMkLst>
        <pc:spChg chg="add mod">
          <ac:chgData name="加藤　空武" userId="S::polyline510_gmail.com#ext#@msccnagasakiuac.onmicrosoft.com::cb45b1e7-d79c-4ed4-a610-dbd868304ab6" providerId="AD" clId="Web-{C8221F54-1EC7-8A53-4635-0CCE87B82ACE}" dt="2026-04-11T11:11:58.663" v="106" actId="1076"/>
          <ac:spMkLst>
            <pc:docMk/>
            <pc:sldMk cId="119163108" sldId="266"/>
            <ac:spMk id="4" creationId="{7A0761F4-628E-0B70-6C2C-78B0BE747C86}"/>
          </ac:spMkLst>
        </pc:spChg>
      </pc:sldChg>
      <pc:sldChg chg="addSp delSp modSp add replId">
        <pc:chgData name="加藤　空武" userId="S::polyline510_gmail.com#ext#@msccnagasakiuac.onmicrosoft.com::cb45b1e7-d79c-4ed4-a610-dbd868304ab6" providerId="AD" clId="Web-{C8221F54-1EC7-8A53-4635-0CCE87B82ACE}" dt="2026-04-11T11:21:47.361" v="153" actId="1076"/>
        <pc:sldMkLst>
          <pc:docMk/>
          <pc:sldMk cId="2948662418" sldId="267"/>
        </pc:sldMkLst>
        <pc:picChg chg="add mod">
          <ac:chgData name="加藤　空武" userId="S::polyline510_gmail.com#ext#@msccnagasakiuac.onmicrosoft.com::cb45b1e7-d79c-4ed4-a610-dbd868304ab6" providerId="AD" clId="Web-{C8221F54-1EC7-8A53-4635-0CCE87B82ACE}" dt="2026-04-11T11:21:47.361" v="153" actId="1076"/>
          <ac:picMkLst>
            <pc:docMk/>
            <pc:sldMk cId="2948662418" sldId="267"/>
            <ac:picMk id="2" creationId="{4334813E-0EEF-4E4E-0200-B044ABA994F1}"/>
          </ac:picMkLst>
        </pc:picChg>
      </pc:sldChg>
      <pc:sldChg chg="addSp delSp modSp add replId">
        <pc:chgData name="加藤　空武" userId="S::polyline510_gmail.com#ext#@msccnagasakiuac.onmicrosoft.com::cb45b1e7-d79c-4ed4-a610-dbd868304ab6" providerId="AD" clId="Web-{C8221F54-1EC7-8A53-4635-0CCE87B82ACE}" dt="2026-04-11T13:38:08.280" v="995" actId="20577"/>
        <pc:sldMkLst>
          <pc:docMk/>
          <pc:sldMk cId="4204184140" sldId="268"/>
        </pc:sldMkLst>
        <pc:spChg chg="add mod">
          <ac:chgData name="加藤　空武" userId="S::polyline510_gmail.com#ext#@msccnagasakiuac.onmicrosoft.com::cb45b1e7-d79c-4ed4-a610-dbd868304ab6" providerId="AD" clId="Web-{C8221F54-1EC7-8A53-4635-0CCE87B82ACE}" dt="2026-04-11T13:38:08.280" v="995" actId="20577"/>
          <ac:spMkLst>
            <pc:docMk/>
            <pc:sldMk cId="4204184140" sldId="268"/>
            <ac:spMk id="4" creationId="{FD7D66B4-CF74-20B0-891B-7EB86953475B}"/>
          </ac:spMkLst>
        </pc:spChg>
      </pc:sldChg>
      <pc:sldChg chg="delSp modSp del">
        <pc:chgData name="加藤　空武" userId="S::polyline510_gmail.com#ext#@msccnagasakiuac.onmicrosoft.com::cb45b1e7-d79c-4ed4-a610-dbd868304ab6" providerId="AD" clId="Web-{C8221F54-1EC7-8A53-4635-0CCE87B82ACE}" dt="2026-04-12T08:46:47.583" v="1169"/>
        <pc:sldMkLst>
          <pc:docMk/>
          <pc:sldMk cId="1005972758" sldId="270"/>
        </pc:sldMkLst>
      </pc:sldChg>
      <pc:sldChg chg="addSp delSp modSp add replId addAnim delAnim modAnim">
        <pc:chgData name="加藤　空武" userId="S::polyline510_gmail.com#ext#@msccnagasakiuac.onmicrosoft.com::cb45b1e7-d79c-4ed4-a610-dbd868304ab6" providerId="AD" clId="Web-{C8221F54-1EC7-8A53-4635-0CCE87B82ACE}" dt="2026-04-11T13:38:24.577" v="996"/>
        <pc:sldMkLst>
          <pc:docMk/>
          <pc:sldMk cId="2210959157" sldId="272"/>
        </pc:sldMkLst>
        <pc:picChg chg="add mod">
          <ac:chgData name="加藤　空武" userId="S::polyline510_gmail.com#ext#@msccnagasakiuac.onmicrosoft.com::cb45b1e7-d79c-4ed4-a610-dbd868304ab6" providerId="AD" clId="Web-{C8221F54-1EC7-8A53-4635-0CCE87B82ACE}" dt="2026-04-11T11:17:07.435" v="137"/>
          <ac:picMkLst>
            <pc:docMk/>
            <pc:sldMk cId="2210959157" sldId="272"/>
            <ac:picMk id="2" creationId="{57BBB229-7CD7-6424-A6D3-0C9CD00591EB}"/>
          </ac:picMkLst>
        </pc:picChg>
      </pc:sldChg>
      <pc:sldChg chg="addSp delSp modSp add ord replId">
        <pc:chgData name="加藤　空武" userId="S::polyline510_gmail.com#ext#@msccnagasakiuac.onmicrosoft.com::cb45b1e7-d79c-4ed4-a610-dbd868304ab6" providerId="AD" clId="Web-{C8221F54-1EC7-8A53-4635-0CCE87B82ACE}" dt="2026-04-11T12:53:59.704" v="505" actId="14100"/>
        <pc:sldMkLst>
          <pc:docMk/>
          <pc:sldMk cId="962304605" sldId="273"/>
        </pc:sldMkLst>
        <pc:spChg chg="add mod">
          <ac:chgData name="加藤　空武" userId="S::polyline510_gmail.com#ext#@msccnagasakiuac.onmicrosoft.com::cb45b1e7-d79c-4ed4-a610-dbd868304ab6" providerId="AD" clId="Web-{C8221F54-1EC7-8A53-4635-0CCE87B82ACE}" dt="2026-04-11T12:53:59.704" v="505" actId="14100"/>
          <ac:spMkLst>
            <pc:docMk/>
            <pc:sldMk cId="962304605" sldId="273"/>
            <ac:spMk id="2" creationId="{E7A83179-7728-52C3-A72A-15B146BA5697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1:55:29.559" v="226" actId="1076"/>
          <ac:spMkLst>
            <pc:docMk/>
            <pc:sldMk cId="962304605" sldId="273"/>
            <ac:spMk id="4" creationId="{6EC1D0B2-44B9-82E8-FCAD-4A6223C51AE7}"/>
          </ac:spMkLst>
        </pc:spChg>
      </pc:sldChg>
      <pc:sldChg chg="addSp delSp modSp add replId">
        <pc:chgData name="加藤　空武" userId="S::polyline510_gmail.com#ext#@msccnagasakiuac.onmicrosoft.com::cb45b1e7-d79c-4ed4-a610-dbd868304ab6" providerId="AD" clId="Web-{C8221F54-1EC7-8A53-4635-0CCE87B82ACE}" dt="2026-04-11T13:58:26.217" v="1103" actId="20577"/>
        <pc:sldMkLst>
          <pc:docMk/>
          <pc:sldMk cId="2772175194" sldId="274"/>
        </pc:sldMkLst>
        <pc:spChg chg="add mod">
          <ac:chgData name="加藤　空武" userId="S::polyline510_gmail.com#ext#@msccnagasakiuac.onmicrosoft.com::cb45b1e7-d79c-4ed4-a610-dbd868304ab6" providerId="AD" clId="Web-{C8221F54-1EC7-8A53-4635-0CCE87B82ACE}" dt="2026-04-11T13:05:23.613" v="621" actId="1076"/>
          <ac:spMkLst>
            <pc:docMk/>
            <pc:sldMk cId="2772175194" sldId="274"/>
            <ac:spMk id="3" creationId="{D9D4320E-5300-5052-B26B-5ECE4CB6D0A6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3:58:26.217" v="1103" actId="20577"/>
          <ac:spMkLst>
            <pc:docMk/>
            <pc:sldMk cId="2772175194" sldId="274"/>
            <ac:spMk id="5" creationId="{F240E518-5C1D-7C91-C859-7DB0FB80D0BC}"/>
          </ac:spMkLst>
        </pc:spChg>
        <pc:spChg chg="add mod">
          <ac:chgData name="加藤　空武" userId="S::polyline510_gmail.com#ext#@msccnagasakiuac.onmicrosoft.com::cb45b1e7-d79c-4ed4-a610-dbd868304ab6" providerId="AD" clId="Web-{C8221F54-1EC7-8A53-4635-0CCE87B82ACE}" dt="2026-04-11T13:05:12.268" v="620" actId="1076"/>
          <ac:spMkLst>
            <pc:docMk/>
            <pc:sldMk cId="2772175194" sldId="274"/>
            <ac:spMk id="10" creationId="{B1526903-70AF-FB7B-AA8B-285650F8E1F5}"/>
          </ac:spMkLst>
        </pc:spChg>
      </pc:sldChg>
      <pc:sldChg chg="modSp add replId">
        <pc:chgData name="加藤　空武" userId="S::polyline510_gmail.com#ext#@msccnagasakiuac.onmicrosoft.com::cb45b1e7-d79c-4ed4-a610-dbd868304ab6" providerId="AD" clId="Web-{C8221F54-1EC7-8A53-4635-0CCE87B82ACE}" dt="2026-04-11T13:47:34.267" v="1051" actId="1076"/>
        <pc:sldMkLst>
          <pc:docMk/>
          <pc:sldMk cId="4251093649" sldId="276"/>
        </pc:sldMkLst>
        <pc:picChg chg="mod">
          <ac:chgData name="加藤　空武" userId="S::polyline510_gmail.com#ext#@msccnagasakiuac.onmicrosoft.com::cb45b1e7-d79c-4ed4-a610-dbd868304ab6" providerId="AD" clId="Web-{C8221F54-1EC7-8A53-4635-0CCE87B82ACE}" dt="2026-04-11T13:47:34.267" v="1051" actId="1076"/>
          <ac:picMkLst>
            <pc:docMk/>
            <pc:sldMk cId="4251093649" sldId="276"/>
            <ac:picMk id="3" creationId="{80B9C306-BD01-E921-C410-C43AA7C7607B}"/>
          </ac:picMkLst>
        </pc:picChg>
      </pc:sldChg>
      <pc:sldChg chg="addSp delSp modSp add replId">
        <pc:chgData name="加藤　空武" userId="S::polyline510_gmail.com#ext#@msccnagasakiuac.onmicrosoft.com::cb45b1e7-d79c-4ed4-a610-dbd868304ab6" providerId="AD" clId="Web-{C8221F54-1EC7-8A53-4635-0CCE87B82ACE}" dt="2026-04-11T13:36:21.717" v="994" actId="20577"/>
        <pc:sldMkLst>
          <pc:docMk/>
          <pc:sldMk cId="3272875069" sldId="277"/>
        </pc:sldMkLst>
        <pc:spChg chg="mod">
          <ac:chgData name="加藤　空武" userId="S::polyline510_gmail.com#ext#@msccnagasakiuac.onmicrosoft.com::cb45b1e7-d79c-4ed4-a610-dbd868304ab6" providerId="AD" clId="Web-{C8221F54-1EC7-8A53-4635-0CCE87B82ACE}" dt="2026-04-11T13:05:50.693" v="625" actId="1076"/>
          <ac:spMkLst>
            <pc:docMk/>
            <pc:sldMk cId="3272875069" sldId="277"/>
            <ac:spMk id="4" creationId="{B10E6EC1-E5AC-3B7F-F1BA-9E044179E120}"/>
          </ac:spMkLst>
        </pc:spChg>
        <pc:spChg chg="add mod">
          <ac:chgData name="加藤　空武" userId="S::polyline510_gmail.com#ext#@msccnagasakiuac.onmicrosoft.com::cb45b1e7-d79c-4ed4-a610-dbd868304ab6" providerId="AD" clId="Web-{C8221F54-1EC7-8A53-4635-0CCE87B82ACE}" dt="2026-04-11T13:36:21.717" v="994" actId="20577"/>
          <ac:spMkLst>
            <pc:docMk/>
            <pc:sldMk cId="3272875069" sldId="277"/>
            <ac:spMk id="7" creationId="{95F58708-68AB-9253-5A3D-2F0C052C5394}"/>
          </ac:spMkLst>
        </pc:spChg>
      </pc:sldChg>
      <pc:sldChg chg="addSp delSp modSp add replId">
        <pc:chgData name="加藤　空武" userId="S::polyline510_gmail.com#ext#@msccnagasakiuac.onmicrosoft.com::cb45b1e7-d79c-4ed4-a610-dbd868304ab6" providerId="AD" clId="Web-{C8221F54-1EC7-8A53-4635-0CCE87B82ACE}" dt="2026-04-11T13:42:28.642" v="1032" actId="20577"/>
        <pc:sldMkLst>
          <pc:docMk/>
          <pc:sldMk cId="3310419161" sldId="279"/>
        </pc:sldMkLst>
        <pc:spChg chg="mod">
          <ac:chgData name="加藤　空武" userId="S::polyline510_gmail.com#ext#@msccnagasakiuac.onmicrosoft.com::cb45b1e7-d79c-4ed4-a610-dbd868304ab6" providerId="AD" clId="Web-{C8221F54-1EC7-8A53-4635-0CCE87B82ACE}" dt="2026-04-11T13:42:28.642" v="1032" actId="20577"/>
          <ac:spMkLst>
            <pc:docMk/>
            <pc:sldMk cId="3310419161" sldId="279"/>
            <ac:spMk id="5" creationId="{0F3CF067-C32C-C9DD-10C8-FDA4646EE876}"/>
          </ac:spMkLst>
        </pc:spChg>
        <pc:spChg chg="add mod">
          <ac:chgData name="加藤　空武" userId="S::polyline510_gmail.com#ext#@msccnagasakiuac.onmicrosoft.com::cb45b1e7-d79c-4ed4-a610-dbd868304ab6" providerId="AD" clId="Web-{C8221F54-1EC7-8A53-4635-0CCE87B82ACE}" dt="2026-04-11T13:41:21.079" v="1030" actId="1076"/>
          <ac:spMkLst>
            <pc:docMk/>
            <pc:sldMk cId="3310419161" sldId="279"/>
            <ac:spMk id="6" creationId="{578C07D7-570B-5C39-DEA3-A853AA2104DA}"/>
          </ac:spMkLst>
        </pc:spChg>
      </pc:sldChg>
      <pc:sldChg chg="addSp delSp modSp add replId">
        <pc:chgData name="加藤　空武" userId="S::polyline510_gmail.com#ext#@msccnagasakiuac.onmicrosoft.com::cb45b1e7-d79c-4ed4-a610-dbd868304ab6" providerId="AD" clId="Web-{C8221F54-1EC7-8A53-4635-0CCE87B82ACE}" dt="2026-04-11T13:32:59.354" v="974" actId="20577"/>
        <pc:sldMkLst>
          <pc:docMk/>
          <pc:sldMk cId="2240011944" sldId="280"/>
        </pc:sldMkLst>
        <pc:spChg chg="mod">
          <ac:chgData name="加藤　空武" userId="S::polyline510_gmail.com#ext#@msccnagasakiuac.onmicrosoft.com::cb45b1e7-d79c-4ed4-a610-dbd868304ab6" providerId="AD" clId="Web-{C8221F54-1EC7-8A53-4635-0CCE87B82ACE}" dt="2026-04-11T12:59:20.320" v="547" actId="20577"/>
          <ac:spMkLst>
            <pc:docMk/>
            <pc:sldMk cId="2240011944" sldId="280"/>
            <ac:spMk id="4" creationId="{D92ADFA4-8687-F8AA-32CF-BBA55E00FC1E}"/>
          </ac:spMkLst>
        </pc:spChg>
        <pc:spChg chg="add del mod">
          <ac:chgData name="加藤　空武" userId="S::polyline510_gmail.com#ext#@msccnagasakiuac.onmicrosoft.com::cb45b1e7-d79c-4ed4-a610-dbd868304ab6" providerId="AD" clId="Web-{C8221F54-1EC7-8A53-4635-0CCE87B82ACE}" dt="2026-04-11T13:32:59.354" v="974" actId="20577"/>
          <ac:spMkLst>
            <pc:docMk/>
            <pc:sldMk cId="2240011944" sldId="280"/>
            <ac:spMk id="5" creationId="{65DDD83C-6B4A-1ECD-99E7-32BAE3BD83DB}"/>
          </ac:spMkLst>
        </pc:spChg>
        <pc:picChg chg="add mod modCrop">
          <ac:chgData name="加藤　空武" userId="S::polyline510_gmail.com#ext#@msccnagasakiuac.onmicrosoft.com::cb45b1e7-d79c-4ed4-a610-dbd868304ab6" providerId="AD" clId="Web-{C8221F54-1EC7-8A53-4635-0CCE87B82ACE}" dt="2026-04-11T13:31:58.712" v="964" actId="1076"/>
          <ac:picMkLst>
            <pc:docMk/>
            <pc:sldMk cId="2240011944" sldId="280"/>
            <ac:picMk id="2" creationId="{6937F6E5-F48B-189D-DFFC-F79869040896}"/>
          </ac:picMkLst>
        </pc:picChg>
      </pc:sldChg>
      <pc:sldChg chg="addSp delSp modSp add replId">
        <pc:chgData name="加藤　空武" userId="S::polyline510_gmail.com#ext#@msccnagasakiuac.onmicrosoft.com::cb45b1e7-d79c-4ed4-a610-dbd868304ab6" providerId="AD" clId="Web-{C8221F54-1EC7-8A53-4635-0CCE87B82ACE}" dt="2026-04-12T08:42:16.690" v="1105" actId="20577"/>
        <pc:sldMkLst>
          <pc:docMk/>
          <pc:sldMk cId="1767007160" sldId="281"/>
        </pc:sldMkLst>
        <pc:spChg chg="add mod">
          <ac:chgData name="加藤　空武" userId="S::polyline510_gmail.com#ext#@msccnagasakiuac.onmicrosoft.com::cb45b1e7-d79c-4ed4-a610-dbd868304ab6" providerId="AD" clId="Web-{C8221F54-1EC7-8A53-4635-0CCE87B82ACE}" dt="2026-04-12T08:42:16.690" v="1105" actId="20577"/>
          <ac:spMkLst>
            <pc:docMk/>
            <pc:sldMk cId="1767007160" sldId="281"/>
            <ac:spMk id="3" creationId="{559BB178-EF37-D5A3-8EF0-4DBE7294F367}"/>
          </ac:spMkLst>
        </pc:spChg>
      </pc:sldChg>
      <pc:sldChg chg="addSp delSp modSp add replId addAnim delAnim modAnim modNotes">
        <pc:chgData name="加藤　空武" userId="S::polyline510_gmail.com#ext#@msccnagasakiuac.onmicrosoft.com::cb45b1e7-d79c-4ed4-a610-dbd868304ab6" providerId="AD" clId="Web-{C8221F54-1EC7-8A53-4635-0CCE87B82ACE}" dt="2026-04-11T13:40:03.781" v="1004"/>
        <pc:sldMkLst>
          <pc:docMk/>
          <pc:sldMk cId="2388015662" sldId="283"/>
        </pc:sldMkLst>
        <pc:spChg chg="add mod">
          <ac:chgData name="加藤　空武" userId="S::polyline510_gmail.com#ext#@msccnagasakiuac.onmicrosoft.com::cb45b1e7-d79c-4ed4-a610-dbd868304ab6" providerId="AD" clId="Web-{C8221F54-1EC7-8A53-4635-0CCE87B82ACE}" dt="2026-04-11T13:23:06.492" v="911" actId="1076"/>
          <ac:spMkLst>
            <pc:docMk/>
            <pc:sldMk cId="2388015662" sldId="283"/>
            <ac:spMk id="2" creationId="{002F0ED3-1662-D31E-982B-D4876FAE3EC8}"/>
          </ac:spMkLst>
        </pc:spChg>
        <pc:spChg chg="add mod">
          <ac:chgData name="加藤　空武" userId="S::polyline510_gmail.com#ext#@msccnagasakiuac.onmicrosoft.com::cb45b1e7-d79c-4ed4-a610-dbd868304ab6" providerId="AD" clId="Web-{C8221F54-1EC7-8A53-4635-0CCE87B82ACE}" dt="2026-04-11T13:23:05.273" v="910" actId="1076"/>
          <ac:spMkLst>
            <pc:docMk/>
            <pc:sldMk cId="2388015662" sldId="283"/>
            <ac:spMk id="3" creationId="{D32F26F2-BB03-9E7B-D871-A2B1B17404AC}"/>
          </ac:spMkLst>
        </pc:spChg>
        <pc:spChg chg="ord">
          <ac:chgData name="加藤　空武" userId="S::polyline510_gmail.com#ext#@msccnagasakiuac.onmicrosoft.com::cb45b1e7-d79c-4ed4-a610-dbd868304ab6" providerId="AD" clId="Web-{C8221F54-1EC7-8A53-4635-0CCE87B82ACE}" dt="2026-04-11T13:22:28.396" v="899"/>
          <ac:spMkLst>
            <pc:docMk/>
            <pc:sldMk cId="2388015662" sldId="283"/>
            <ac:spMk id="8" creationId="{48A3C3FE-60A1-78BA-0581-4EEB980AA792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3:24:12.588" v="931" actId="1076"/>
          <ac:spMkLst>
            <pc:docMk/>
            <pc:sldMk cId="2388015662" sldId="283"/>
            <ac:spMk id="12" creationId="{F459AB70-3695-BDAD-01BE-4AF6781879A1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3:21:41.285" v="892" actId="1076"/>
          <ac:spMkLst>
            <pc:docMk/>
            <pc:sldMk cId="2388015662" sldId="283"/>
            <ac:spMk id="15" creationId="{99B07402-2288-505B-D65B-C38E618725DF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3:21:48.019" v="894" actId="1076"/>
          <ac:spMkLst>
            <pc:docMk/>
            <pc:sldMk cId="2388015662" sldId="283"/>
            <ac:spMk id="16" creationId="{10AFC1B3-10BD-F4A3-3843-E2C729CA1913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3:21:46.691" v="893" actId="1076"/>
          <ac:spMkLst>
            <pc:docMk/>
            <pc:sldMk cId="2388015662" sldId="283"/>
            <ac:spMk id="17" creationId="{D1917F2F-EEA5-6379-A0AF-8154129F1394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3:23:13.117" v="912" actId="1076"/>
          <ac:spMkLst>
            <pc:docMk/>
            <pc:sldMk cId="2388015662" sldId="283"/>
            <ac:spMk id="18" creationId="{54B1F2CA-9AED-B0D1-B4EF-C121C68F119C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3:23:15.101" v="913" actId="1076"/>
          <ac:spMkLst>
            <pc:docMk/>
            <pc:sldMk cId="2388015662" sldId="283"/>
            <ac:spMk id="19" creationId="{C3C9BE25-48CD-7381-A293-F302C2FAEFCF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3:23:17.414" v="914" actId="1076"/>
          <ac:spMkLst>
            <pc:docMk/>
            <pc:sldMk cId="2388015662" sldId="283"/>
            <ac:spMk id="20" creationId="{BB5BBBFD-CA22-A070-3FF9-3DA4C1EEBAB1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3:22:50.085" v="905" actId="1076"/>
          <ac:spMkLst>
            <pc:docMk/>
            <pc:sldMk cId="2388015662" sldId="283"/>
            <ac:spMk id="21" creationId="{26DFBB49-93CD-5375-C387-E2D1EC02A0D6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3:22:54.413" v="907" actId="1076"/>
          <ac:spMkLst>
            <pc:docMk/>
            <pc:sldMk cId="2388015662" sldId="283"/>
            <ac:spMk id="22" creationId="{500C0026-5AFA-8976-CAC1-22D56D299E32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3:22:57.335" v="908" actId="1076"/>
          <ac:spMkLst>
            <pc:docMk/>
            <pc:sldMk cId="2388015662" sldId="283"/>
            <ac:spMk id="23" creationId="{28C6A390-FF05-CEA8-2658-97F952DD143F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3:22:52.288" v="906" actId="1076"/>
          <ac:spMkLst>
            <pc:docMk/>
            <pc:sldMk cId="2388015662" sldId="283"/>
            <ac:spMk id="24" creationId="{67CE12CA-1AC2-2608-A7D1-9770DC26710F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1T13:23:02.679" v="909" actId="1076"/>
          <ac:spMkLst>
            <pc:docMk/>
            <pc:sldMk cId="2388015662" sldId="283"/>
            <ac:spMk id="26" creationId="{E876E87D-FABF-8971-C765-DDAFD6E9EA06}"/>
          </ac:spMkLst>
        </pc:spChg>
        <pc:grpChg chg="add">
          <ac:chgData name="加藤　空武" userId="S::polyline510_gmail.com#ext#@msccnagasakiuac.onmicrosoft.com::cb45b1e7-d79c-4ed4-a610-dbd868304ab6" providerId="AD" clId="Web-{C8221F54-1EC7-8A53-4635-0CCE87B82ACE}" dt="2026-04-11T13:23:30.961" v="915"/>
          <ac:grpSpMkLst>
            <pc:docMk/>
            <pc:sldMk cId="2388015662" sldId="283"/>
            <ac:grpSpMk id="7" creationId="{9803C820-458E-8B81-0501-84AF06F4B07D}"/>
          </ac:grpSpMkLst>
        </pc:grpChg>
        <pc:grpChg chg="add mod">
          <ac:chgData name="加藤　空武" userId="S::polyline510_gmail.com#ext#@msccnagasakiuac.onmicrosoft.com::cb45b1e7-d79c-4ed4-a610-dbd868304ab6" providerId="AD" clId="Web-{C8221F54-1EC7-8A53-4635-0CCE87B82ACE}" dt="2026-04-11T13:25:04.167" v="940" actId="1076"/>
          <ac:grpSpMkLst>
            <pc:docMk/>
            <pc:sldMk cId="2388015662" sldId="283"/>
            <ac:grpSpMk id="13" creationId="{C0393E77-824B-04CD-35CB-31D63D58CF11}"/>
          </ac:grpSpMkLst>
        </pc:grpChg>
        <pc:grpChg chg="add mod">
          <ac:chgData name="加藤　空武" userId="S::polyline510_gmail.com#ext#@msccnagasakiuac.onmicrosoft.com::cb45b1e7-d79c-4ed4-a610-dbd868304ab6" providerId="AD" clId="Web-{C8221F54-1EC7-8A53-4635-0CCE87B82ACE}" dt="2026-04-11T13:25:07.995" v="941" actId="1076"/>
          <ac:grpSpMkLst>
            <pc:docMk/>
            <pc:sldMk cId="2388015662" sldId="283"/>
            <ac:grpSpMk id="14" creationId="{005443F3-A4C1-0232-1D6A-C1D7B30DF6C6}"/>
          </ac:grpSpMkLst>
        </pc:grpChg>
        <pc:grpChg chg="add mod">
          <ac:chgData name="加藤　空武" userId="S::polyline510_gmail.com#ext#@msccnagasakiuac.onmicrosoft.com::cb45b1e7-d79c-4ed4-a610-dbd868304ab6" providerId="AD" clId="Web-{C8221F54-1EC7-8A53-4635-0CCE87B82ACE}" dt="2026-04-11T13:25:10.386" v="942" actId="1076"/>
          <ac:grpSpMkLst>
            <pc:docMk/>
            <pc:sldMk cId="2388015662" sldId="283"/>
            <ac:grpSpMk id="28" creationId="{B6DA32DD-F083-4BCF-C5D5-89846E766FC3}"/>
          </ac:grpSpMkLst>
        </pc:grpChg>
        <pc:grpChg chg="add">
          <ac:chgData name="加藤　空武" userId="S::polyline510_gmail.com#ext#@msccnagasakiuac.onmicrosoft.com::cb45b1e7-d79c-4ed4-a610-dbd868304ab6" providerId="AD" clId="Web-{C8221F54-1EC7-8A53-4635-0CCE87B82ACE}" dt="2026-04-11T13:23:41.696" v="919"/>
          <ac:grpSpMkLst>
            <pc:docMk/>
            <pc:sldMk cId="2388015662" sldId="283"/>
            <ac:grpSpMk id="29" creationId="{E918E79C-9590-9D63-D39D-CFCF24CBD122}"/>
          </ac:grpSpMkLst>
        </pc:grpChg>
      </pc:sldChg>
      <pc:sldChg chg="delSp add replId">
        <pc:chgData name="加藤　空武" userId="S::polyline510_gmail.com#ext#@msccnagasakiuac.onmicrosoft.com::cb45b1e7-d79c-4ed4-a610-dbd868304ab6" providerId="AD" clId="Web-{C8221F54-1EC7-8A53-4635-0CCE87B82ACE}" dt="2026-04-12T08:45:15.161" v="1127"/>
        <pc:sldMkLst>
          <pc:docMk/>
          <pc:sldMk cId="529690156" sldId="284"/>
        </pc:sldMkLst>
        <pc:spChg chg="del">
          <ac:chgData name="加藤　空武" userId="S::polyline510_gmail.com#ext#@msccnagasakiuac.onmicrosoft.com::cb45b1e7-d79c-4ed4-a610-dbd868304ab6" providerId="AD" clId="Web-{C8221F54-1EC7-8A53-4635-0CCE87B82ACE}" dt="2026-04-12T08:45:15.161" v="1127"/>
          <ac:spMkLst>
            <pc:docMk/>
            <pc:sldMk cId="529690156" sldId="284"/>
            <ac:spMk id="4" creationId="{45FAD584-BB8C-FAB1-CE49-5A301122225D}"/>
          </ac:spMkLst>
        </pc:spChg>
      </pc:sldChg>
      <pc:sldChg chg="addSp delSp modSp add replId">
        <pc:chgData name="加藤　空武" userId="S::polyline510_gmail.com#ext#@msccnagasakiuac.onmicrosoft.com::cb45b1e7-d79c-4ed4-a610-dbd868304ab6" providerId="AD" clId="Web-{C8221F54-1EC7-8A53-4635-0CCE87B82ACE}" dt="2026-04-12T08:46:38.161" v="1167" actId="20577"/>
        <pc:sldMkLst>
          <pc:docMk/>
          <pc:sldMk cId="3055768602" sldId="285"/>
        </pc:sldMkLst>
        <pc:spChg chg="del mod">
          <ac:chgData name="加藤　空武" userId="S::polyline510_gmail.com#ext#@msccnagasakiuac.onmicrosoft.com::cb45b1e7-d79c-4ed4-a610-dbd868304ab6" providerId="AD" clId="Web-{C8221F54-1EC7-8A53-4635-0CCE87B82ACE}" dt="2026-04-12T08:46:25.521" v="1159"/>
          <ac:spMkLst>
            <pc:docMk/>
            <pc:sldMk cId="3055768602" sldId="285"/>
            <ac:spMk id="3" creationId="{EBBCECBE-DB81-A388-726B-2F5C39B7AE95}"/>
          </ac:spMkLst>
        </pc:spChg>
        <pc:spChg chg="mod">
          <ac:chgData name="加藤　空武" userId="S::polyline510_gmail.com#ext#@msccnagasakiuac.onmicrosoft.com::cb45b1e7-d79c-4ed4-a610-dbd868304ab6" providerId="AD" clId="Web-{C8221F54-1EC7-8A53-4635-0CCE87B82ACE}" dt="2026-04-12T08:46:38.161" v="1167" actId="20577"/>
          <ac:spMkLst>
            <pc:docMk/>
            <pc:sldMk cId="3055768602" sldId="285"/>
            <ac:spMk id="4" creationId="{553EC63F-11EE-A09B-CFF9-47B27EB5297F}"/>
          </ac:spMkLst>
        </pc:spChg>
        <pc:spChg chg="add mod">
          <ac:chgData name="加藤　空武" userId="S::polyline510_gmail.com#ext#@msccnagasakiuac.onmicrosoft.com::cb45b1e7-d79c-4ed4-a610-dbd868304ab6" providerId="AD" clId="Web-{C8221F54-1EC7-8A53-4635-0CCE87B82ACE}" dt="2026-04-12T08:46:32.677" v="1162" actId="20577"/>
          <ac:spMkLst>
            <pc:docMk/>
            <pc:sldMk cId="3055768602" sldId="285"/>
            <ac:spMk id="6" creationId="{A6B05015-2AA5-1AF3-D1DB-431F330B5292}"/>
          </ac:spMkLst>
        </pc:spChg>
      </pc:sldChg>
    </pc:docChg>
  </pc:docChgLst>
  <pc:docChgLst>
    <pc:chgData name="高見　吉忠" userId="S::tyannponn_gmail.com#ext#@msccnagasakiuac.onmicrosoft.com::51fed6a3-7d79-4460-8af0-f9a0bdf09a2a" providerId="AD" clId="Web-{8B1AAC1F-12B1-C1C0-A4DF-FFA5552E1F63}"/>
    <pc:docChg chg="addSld modSld">
      <pc:chgData name="高見　吉忠" userId="S::tyannponn_gmail.com#ext#@msccnagasakiuac.onmicrosoft.com::51fed6a3-7d79-4460-8af0-f9a0bdf09a2a" providerId="AD" clId="Web-{8B1AAC1F-12B1-C1C0-A4DF-FFA5552E1F63}" dt="2026-04-11T11:17:52.806" v="81" actId="1076"/>
      <pc:docMkLst>
        <pc:docMk/>
      </pc:docMkLst>
      <pc:sldChg chg="addSp delSp modSp">
        <pc:chgData name="高見　吉忠" userId="S::tyannponn_gmail.com#ext#@msccnagasakiuac.onmicrosoft.com::51fed6a3-7d79-4460-8af0-f9a0bdf09a2a" providerId="AD" clId="Web-{8B1AAC1F-12B1-C1C0-A4DF-FFA5552E1F63}" dt="2026-04-11T11:03:45.487" v="4"/>
        <pc:sldMkLst>
          <pc:docMk/>
          <pc:sldMk cId="1956730433" sldId="257"/>
        </pc:sldMkLst>
      </pc:sldChg>
      <pc:sldChg chg="addSp delSp modSp">
        <pc:chgData name="高見　吉忠" userId="S::tyannponn_gmail.com#ext#@msccnagasakiuac.onmicrosoft.com::51fed6a3-7d79-4460-8af0-f9a0bdf09a2a" providerId="AD" clId="Web-{8B1AAC1F-12B1-C1C0-A4DF-FFA5552E1F63}" dt="2026-04-11T11:04:04.722" v="7"/>
        <pc:sldMkLst>
          <pc:docMk/>
          <pc:sldMk cId="2068672579" sldId="261"/>
        </pc:sldMkLst>
        <pc:spChg chg="del">
          <ac:chgData name="高見　吉忠" userId="S::tyannponn_gmail.com#ext#@msccnagasakiuac.onmicrosoft.com::51fed6a3-7d79-4460-8af0-f9a0bdf09a2a" providerId="AD" clId="Web-{8B1AAC1F-12B1-C1C0-A4DF-FFA5552E1F63}" dt="2026-04-11T11:03:59.518" v="5"/>
          <ac:spMkLst>
            <pc:docMk/>
            <pc:sldMk cId="2068672579" sldId="261"/>
            <ac:spMk id="2" creationId="{B0C34A1A-9D15-92C2-B5CD-21B5D795AB1B}"/>
          </ac:spMkLst>
        </pc:spChg>
      </pc:sldChg>
      <pc:sldChg chg="addSp modSp add replId">
        <pc:chgData name="高見　吉忠" userId="S::tyannponn_gmail.com#ext#@msccnagasakiuac.onmicrosoft.com::51fed6a3-7d79-4460-8af0-f9a0bdf09a2a" providerId="AD" clId="Web-{8B1AAC1F-12B1-C1C0-A4DF-FFA5552E1F63}" dt="2026-04-11T11:12:26.202" v="62"/>
        <pc:sldMkLst>
          <pc:docMk/>
          <pc:sldMk cId="1997359232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C2A7C-0350-493C-B626-DCA7CF0B27F7}" type="datetimeFigureOut">
              <a:t>4/13/2026</a:t>
            </a:fld>
            <a:endParaRPr kumimoji="1"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/>
              <a:t>Click to edit Master text styles</a:t>
            </a:r>
          </a:p>
          <a:p>
            <a:pPr lvl="1"/>
            <a:r>
              <a:rPr kumimoji="1" lang="en-US"/>
              <a:t>Second level</a:t>
            </a:r>
          </a:p>
          <a:p>
            <a:pPr lvl="2"/>
            <a:r>
              <a:rPr kumimoji="1" lang="en-US"/>
              <a:t>Third level</a:t>
            </a:r>
          </a:p>
          <a:p>
            <a:pPr lvl="3"/>
            <a:r>
              <a:rPr kumimoji="1" lang="en-US"/>
              <a:t>Fourth level</a:t>
            </a:r>
          </a:p>
          <a:p>
            <a:pPr lvl="4"/>
            <a:r>
              <a:rPr kumimoji="1"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010EC-D661-4214-ABDB-088B4360FE80}" type="slidenum">
              <a:t>‹#›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59133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>
                <a:ea typeface="游ゴシック"/>
                <a:cs typeface="Calibri"/>
              </a:rPr>
              <a:t>まぁ、いわゆるシェンロン頼みになるかと思うんです。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010EC-D661-4214-ABDB-088B4360FE80}" type="slidenum">
              <a:rPr lang="en-US"/>
              <a:t>12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4121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1">
                <a:solidFill>
                  <a:srgbClr val="233A44"/>
                </a:solidFill>
                <a:ea typeface="游ゴシック"/>
              </a:rPr>
              <a:t>インセンティブの</a:t>
            </a:r>
            <a:r>
              <a:rPr lang="en-US" b="1">
                <a:solidFill>
                  <a:srgbClr val="233A44"/>
                </a:solidFill>
              </a:rPr>
              <a:t>5</a:t>
            </a:r>
            <a:r>
              <a:rPr lang="ja-JP" altLang="en-US" b="1">
                <a:solidFill>
                  <a:srgbClr val="233A44"/>
                </a:solidFill>
                <a:ea typeface="游ゴシック"/>
              </a:rPr>
              <a:t>つの指標（特定健診、保健指導、後発医薬品など）は、「将来の医療費を下げるための行動</a:t>
            </a:r>
            <a:r>
              <a:rPr lang="en-US" b="1">
                <a:solidFill>
                  <a:srgbClr val="233A44"/>
                </a:solidFill>
              </a:rPr>
              <a:t>」。</a:t>
            </a:r>
            <a:endParaRPr lang="en-US" altLang="ja-JP">
              <a:solidFill>
                <a:srgbClr val="000000"/>
              </a:solidFill>
              <a:ea typeface="Calibri" panose="020F0502020204030204"/>
            </a:endParaRPr>
          </a:p>
          <a:p>
            <a:r>
              <a:rPr lang="ja-JP" altLang="en-US" b="1">
                <a:solidFill>
                  <a:srgbClr val="233A44"/>
                </a:solidFill>
                <a:ea typeface="游ゴシック"/>
              </a:rPr>
              <a:t>「インセンティブの順位が上がる（＝県民が健康になる・ジェネリックを使う）」ことは、必然的に「ベースとなる医療費が下がる」ことにつながる</a:t>
            </a:r>
            <a:r>
              <a:rPr lang="en-US" b="1">
                <a:solidFill>
                  <a:srgbClr val="233A44"/>
                </a:solidFill>
              </a:rPr>
              <a:t>。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ja-JP" altLang="en-US" b="1">
                <a:solidFill>
                  <a:srgbClr val="233A44"/>
                </a:solidFill>
                <a:ea typeface="游ゴシック"/>
              </a:rPr>
              <a:t>「インセンティブの点数計算」という計算から「インセンティブ指標を改善した先にある、保険料率（全国</a:t>
            </a:r>
            <a:r>
              <a:rPr lang="en-US" b="1">
                <a:solidFill>
                  <a:srgbClr val="233A44"/>
                </a:solidFill>
              </a:rPr>
              <a:t>1</a:t>
            </a:r>
            <a:r>
              <a:rPr lang="ja-JP" altLang="en-US" b="1">
                <a:solidFill>
                  <a:srgbClr val="233A44"/>
                </a:solidFill>
                <a:ea typeface="游ゴシック"/>
              </a:rPr>
              <a:t>位の水準等）」をゴールとして提示する。</a:t>
            </a:r>
            <a:endParaRPr lang="en-US" altLang="ja-JP" dirty="0">
              <a:ea typeface="游ゴシック"/>
            </a:endParaRPr>
          </a:p>
          <a:p>
            <a:r>
              <a:rPr lang="ja-JP" altLang="en-US" b="1">
                <a:solidFill>
                  <a:srgbClr val="233A44"/>
                </a:solidFill>
              </a:rPr>
              <a:t>点数と保険料率の相関関係の確認</a:t>
            </a:r>
            <a:r>
              <a:rPr lang="en-US" b="1">
                <a:solidFill>
                  <a:srgbClr val="233A44"/>
                </a:solidFill>
              </a:rPr>
              <a:t>。</a:t>
            </a:r>
            <a:endParaRPr lang="en-US" dirty="0"/>
          </a:p>
          <a:p>
            <a:endParaRPr lang="en-US" dirty="0"/>
          </a:p>
          <a:p>
            <a:pPr algn="ctr"/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010EC-D661-4214-ABDB-088B4360FE80}" type="slidenum">
              <a:t>15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100453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1">
                <a:solidFill>
                  <a:srgbClr val="233A44"/>
                </a:solidFill>
                <a:ea typeface="游ゴシック"/>
              </a:rPr>
              <a:t>「インセンティブの順位が上がる（＝県民が健康になる・ジェネリックを使う）」ことは、必然的に「ベースとなる医療費が下がる」ことにつながる</a:t>
            </a:r>
            <a:r>
              <a:rPr lang="en-US" b="1">
                <a:solidFill>
                  <a:srgbClr val="233A44"/>
                </a:solidFill>
              </a:rPr>
              <a:t>。</a:t>
            </a:r>
            <a:r>
              <a:rPr lang="en-US" dirty="0">
                <a:solidFill>
                  <a:srgbClr val="444444"/>
                </a:solidFill>
              </a:rPr>
              <a:t> </a:t>
            </a:r>
            <a:endParaRPr lang="en-US" altLang="ja-JP" dirty="0">
              <a:ea typeface="游ゴシック"/>
              <a:cs typeface="Calibri"/>
            </a:endParaRPr>
          </a:p>
          <a:p>
            <a:r>
              <a:rPr lang="ja-JP" altLang="en-US" b="1">
                <a:solidFill>
                  <a:srgbClr val="233A44"/>
                </a:solidFill>
                <a:ea typeface="游ゴシック"/>
              </a:rPr>
              <a:t>「インセンティブの点数計算」という計算から「インセンティブ指標を改善した先にある、保険料率（全国</a:t>
            </a:r>
            <a:r>
              <a:rPr lang="en-US" b="1">
                <a:solidFill>
                  <a:srgbClr val="233A44"/>
                </a:solidFill>
              </a:rPr>
              <a:t>1</a:t>
            </a:r>
            <a:r>
              <a:rPr lang="ja-JP" altLang="en-US" b="1">
                <a:solidFill>
                  <a:srgbClr val="233A44"/>
                </a:solidFill>
                <a:ea typeface="游ゴシック"/>
              </a:rPr>
              <a:t>位の水準等）」をゴールとして提示する。</a:t>
            </a:r>
            <a:r>
              <a:rPr lang="en-US" dirty="0">
                <a:solidFill>
                  <a:srgbClr val="444444"/>
                </a:solidFill>
              </a:rPr>
              <a:t> </a:t>
            </a:r>
            <a:endParaRPr lang="en-US" altLang="ja-JP" dirty="0"/>
          </a:p>
          <a:p>
            <a:r>
              <a:rPr lang="ja-JP" altLang="en-US" b="1">
                <a:solidFill>
                  <a:srgbClr val="233A44"/>
                </a:solidFill>
                <a:ea typeface="游ゴシック"/>
              </a:rPr>
              <a:t>点数と保険料率の相関関係の確認</a:t>
            </a:r>
            <a:r>
              <a:rPr lang="en-US" b="1">
                <a:solidFill>
                  <a:srgbClr val="233A44"/>
                </a:solidFill>
              </a:rPr>
              <a:t>。</a:t>
            </a:r>
            <a:r>
              <a:rPr lang="en-US" dirty="0">
                <a:solidFill>
                  <a:srgbClr val="444444"/>
                </a:solidFill>
              </a:rPr>
              <a:t>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010EC-D661-4214-ABDB-088B4360FE80}" type="slidenum">
              <a:rPr lang="en-US"/>
              <a:t>16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215348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D54C0-9C78-92DE-6A26-CE17AA8DB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749750-FCC5-89E2-33CF-44530821F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96D4D5-DBB3-12DC-D3FA-C55D3209B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b="1">
                <a:solidFill>
                  <a:srgbClr val="233A44"/>
                </a:solidFill>
                <a:ea typeface="游ゴシック"/>
              </a:rPr>
              <a:t>「インセンティブの順位が上がる（＝県民が健康になる・ジェネリックを使う）」ことは、必然的に「ベースとなる医療費が下がる」ことにつながる</a:t>
            </a:r>
            <a:r>
              <a:rPr lang="en-US" b="1">
                <a:solidFill>
                  <a:srgbClr val="233A44"/>
                </a:solidFill>
              </a:rPr>
              <a:t>。</a:t>
            </a:r>
            <a:r>
              <a:rPr lang="en-US" dirty="0">
                <a:solidFill>
                  <a:srgbClr val="444444"/>
                </a:solidFill>
              </a:rPr>
              <a:t> </a:t>
            </a:r>
            <a:endParaRPr lang="en-US" altLang="ja-JP" dirty="0">
              <a:ea typeface="游ゴシック"/>
              <a:cs typeface="Calibri"/>
            </a:endParaRPr>
          </a:p>
          <a:p>
            <a:r>
              <a:rPr lang="ja-JP" altLang="en-US" b="1">
                <a:solidFill>
                  <a:srgbClr val="233A44"/>
                </a:solidFill>
                <a:ea typeface="游ゴシック"/>
              </a:rPr>
              <a:t>「インセンティブの点数計算」という計算から「インセンティブ指標を改善した先にある、保険料率（全国</a:t>
            </a:r>
            <a:r>
              <a:rPr lang="en-US" b="1">
                <a:solidFill>
                  <a:srgbClr val="233A44"/>
                </a:solidFill>
              </a:rPr>
              <a:t>1</a:t>
            </a:r>
            <a:r>
              <a:rPr lang="ja-JP" altLang="en-US" b="1">
                <a:solidFill>
                  <a:srgbClr val="233A44"/>
                </a:solidFill>
                <a:ea typeface="游ゴシック"/>
              </a:rPr>
              <a:t>位の水準等）」をゴールとして提示する。</a:t>
            </a:r>
            <a:r>
              <a:rPr lang="en-US" dirty="0">
                <a:solidFill>
                  <a:srgbClr val="444444"/>
                </a:solidFill>
              </a:rPr>
              <a:t> </a:t>
            </a:r>
            <a:endParaRPr lang="en-US" altLang="ja-JP" dirty="0"/>
          </a:p>
          <a:p>
            <a:r>
              <a:rPr lang="ja-JP" altLang="en-US" b="1">
                <a:solidFill>
                  <a:srgbClr val="233A44"/>
                </a:solidFill>
                <a:ea typeface="游ゴシック"/>
              </a:rPr>
              <a:t>点数と保険料率の相関関係の確認</a:t>
            </a:r>
            <a:r>
              <a:rPr lang="en-US" b="1">
                <a:solidFill>
                  <a:srgbClr val="233A44"/>
                </a:solidFill>
              </a:rPr>
              <a:t>。</a:t>
            </a:r>
            <a:r>
              <a:rPr lang="en-US" dirty="0">
                <a:solidFill>
                  <a:srgbClr val="444444"/>
                </a:solidFill>
              </a:rPr>
              <a:t> 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14EA71-901C-C139-42F5-06FF284530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010EC-D661-4214-ABDB-088B4360FE80}" type="slidenum">
              <a:rPr lang="en-US"/>
              <a:t>17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755755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UI</a:t>
            </a:r>
            <a:r>
              <a:rPr lang="ja-JP" altLang="en-US">
                <a:ea typeface="Calibri"/>
                <a:cs typeface="Calibri"/>
              </a:rPr>
              <a:t>に関しては</a:t>
            </a:r>
            <a:r>
              <a:rPr lang="en-US">
                <a:ea typeface="Calibri"/>
                <a:cs typeface="Calibri"/>
              </a:rPr>
              <a:t>、</a:t>
            </a:r>
            <a:r>
              <a:rPr lang="ja-JP" altLang="en-US">
                <a:ea typeface="Calibri"/>
                <a:cs typeface="Calibri"/>
              </a:rPr>
              <a:t>これから直井さんをしごいていくことで改善する。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010EC-D661-4214-ABDB-088B4360FE80}" type="slidenum">
              <a:rPr lang="en-US"/>
              <a:t>18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5518427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232B9-FD98-450F-AF14-BA2A70BE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8D5DA-F868-AC63-D823-8BDA102F5D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0BF073-8F81-18C8-78BB-88DE8C948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FFE26-B501-5DE0-0778-6F14CC54CA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010EC-D661-4214-ABDB-088B4360FE80}" type="slidenum">
              <a:rPr lang="en-US"/>
              <a:t>21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31653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010EC-D661-4214-ABDB-088B4360FE80}" type="slidenum">
              <a:rPr lang="en-US"/>
              <a:t>20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6214736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B9BA8-4B65-A890-C600-DD80146A7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0E88B0-AFB3-0DC2-96FC-40F1B0EDC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8D5DB2-F335-1D90-D025-DECDF0BCF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3F3D4-0B24-0128-CC1A-0E0B3D09B3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010EC-D661-4214-ABDB-088B4360FE80}" type="slidenum">
              <a:rPr lang="en-US"/>
              <a:t>22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758245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B4327-7EE3-1918-C6B7-D1332629B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FC4E80-02F3-2740-D890-296B9CAD9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4EC1A2-460D-90A2-16B6-47CA1D906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DD3CF-51F0-8186-E25C-D1F41515B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010EC-D661-4214-ABDB-088B4360FE80}" type="slidenum">
              <a:rPr lang="en-US"/>
              <a:t>23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811487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D9535-62A4-5BD6-B0DF-961476F34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9DC000-033A-B0EB-197B-6DC610A5A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C6A054-25CE-4CB6-DA24-EBC5D300F1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C5B10-50FC-76DF-0264-655347A4F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3010EC-D661-4214-ABDB-088B4360FE80}" type="slidenum">
              <a:rPr lang="en-US"/>
              <a:t>24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95232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kumimoji="1" lang="ja-JP" altLang="en-US" smtClean="0"/>
              <a:t>2026/4/13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12FD0B5-1287-59B0-5AE1-CEF21AD5B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767" y="-3078"/>
            <a:ext cx="6338660" cy="68641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E69ABE-16A8-397C-B657-0FF98A9CFFB7}"/>
              </a:ext>
            </a:extLst>
          </p:cNvPr>
          <p:cNvSpPr txBox="1"/>
          <p:nvPr/>
        </p:nvSpPr>
        <p:spPr>
          <a:xfrm>
            <a:off x="395754" y="314767"/>
            <a:ext cx="7020867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400" b="1">
                <a:highlight>
                  <a:srgbClr val="FFFFFF"/>
                </a:highlight>
                <a:ea typeface="+mn-lt"/>
                <a:cs typeface="+mn-lt"/>
              </a:rPr>
              <a:t>データ分析で挑戦！</a:t>
            </a:r>
            <a:endParaRPr lang="en-US" altLang="ja-JP"/>
          </a:p>
          <a:p>
            <a:r>
              <a:rPr lang="ja-JP" altLang="en-US" sz="4400" b="1">
                <a:highlight>
                  <a:srgbClr val="FFFFFF"/>
                </a:highlight>
                <a:ea typeface="+mn-lt"/>
                <a:cs typeface="+mn-lt"/>
              </a:rPr>
              <a:t>「長崎県民の手取りを</a:t>
            </a:r>
            <a:endParaRPr lang="ja-JP">
              <a:ea typeface="ＭＳ Ｐゴシック" panose="020B0600070205080204" pitchFamily="34" charset="-128"/>
              <a:cs typeface="+mn-lt"/>
            </a:endParaRPr>
          </a:p>
          <a:p>
            <a:r>
              <a:rPr lang="ja-JP" altLang="en-US" sz="4400" b="1">
                <a:highlight>
                  <a:srgbClr val="FFFFFF"/>
                </a:highlight>
                <a:ea typeface="+mn-lt"/>
                <a:cs typeface="+mn-lt"/>
              </a:rPr>
              <a:t>増やす」健康プロジェクト</a:t>
            </a:r>
            <a:endParaRPr lang="ja-JP">
              <a:ea typeface="ＭＳ Ｐゴシック"/>
            </a:endParaRPr>
          </a:p>
          <a:p>
            <a:endParaRPr lang="ja-JP" altLang="en-US" sz="4400" b="1" dirty="0">
              <a:highlight>
                <a:srgbClr val="FFFFFF"/>
              </a:highlight>
              <a:ea typeface="+mn-lt"/>
              <a:cs typeface="+mn-lt"/>
            </a:endParaRPr>
          </a:p>
          <a:p>
            <a:endParaRPr lang="ja-JP" altLang="en-US" sz="4400" b="1" dirty="0">
              <a:highlight>
                <a:srgbClr val="FFFFFF"/>
              </a:highlight>
              <a:ea typeface="+mn-lt"/>
              <a:cs typeface="+mn-lt"/>
            </a:endParaRPr>
          </a:p>
          <a:p>
            <a:r>
              <a:rPr lang="ja-JP" altLang="en-US" sz="4400" b="1">
                <a:highlight>
                  <a:srgbClr val="FFFFFF"/>
                </a:highlight>
                <a:ea typeface="ＭＳ Ｐゴシック"/>
              </a:rPr>
              <a:t>2026/04/13</a:t>
            </a:r>
            <a:endParaRPr lang="ja-JP" altLang="en-US" sz="4400" b="1" dirty="0">
              <a:highlight>
                <a:srgbClr val="FFFFFF"/>
              </a:highlight>
              <a:ea typeface="ＭＳ Ｐゴシック"/>
            </a:endParaRPr>
          </a:p>
          <a:p>
            <a:endParaRPr lang="ja-JP" altLang="en-US" dirty="0">
              <a:ea typeface="ＭＳ Ｐゴシック"/>
            </a:endParaRPr>
          </a:p>
          <a:p>
            <a:r>
              <a:rPr lang="ja-JP">
                <a:ea typeface="ＭＳ Ｐゴシック"/>
              </a:rPr>
              <a:t>発表者</a:t>
            </a:r>
            <a:endParaRPr lang="ja-JP" altLang="en-US">
              <a:ea typeface="ＭＳ Ｐゴシック"/>
            </a:endParaRPr>
          </a:p>
          <a:p>
            <a:r>
              <a:rPr lang="ja-JP" dirty="0">
                <a:ea typeface="ＭＳ Ｐゴシック"/>
              </a:rPr>
              <a:t>　</a:t>
            </a:r>
          </a:p>
          <a:p>
            <a:r>
              <a:rPr lang="ja-JP"/>
              <a:t>孫悟空 a.k.a 加藤 空武（団長代理）</a:t>
            </a:r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7E0FE-74DD-0ED5-610C-DADF88F09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F27919-4D17-2EDF-CE76-C59E5DF154DE}"/>
              </a:ext>
            </a:extLst>
          </p:cNvPr>
          <p:cNvSpPr txBox="1"/>
          <p:nvPr/>
        </p:nvSpPr>
        <p:spPr>
          <a:xfrm>
            <a:off x="178404" y="639615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100" b="1">
                <a:highlight>
                  <a:srgbClr val="FFFFFF"/>
                </a:highlight>
                <a:ea typeface="+mn-lt"/>
                <a:cs typeface="+mn-lt"/>
              </a:rPr>
              <a:t>データ分析で挑戦！「長崎県民の手取りを増やす」健康プロジェクト</a:t>
            </a:r>
            <a:endParaRPr lang="en-US" altLang="ja-JP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C34A1A-9D15-92C2-B5CD-21B5D795AB1B}"/>
              </a:ext>
            </a:extLst>
          </p:cNvPr>
          <p:cNvSpPr txBox="1"/>
          <p:nvPr/>
        </p:nvSpPr>
        <p:spPr>
          <a:xfrm>
            <a:off x="824755" y="2140175"/>
            <a:ext cx="1081438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sz="5400" b="1">
                <a:highlight>
                  <a:srgbClr val="FFFFFF"/>
                </a:highlight>
                <a:latin typeface="Aptos Display"/>
                <a:ea typeface="游ゴシック"/>
              </a:rPr>
              <a:t>データ分析で挑戦！</a:t>
            </a:r>
            <a:endParaRPr lang="ja-JP" altLang="en-US" sz="5400">
              <a:latin typeface="Aptos Display"/>
              <a:ea typeface="游ゴシック"/>
            </a:endParaRPr>
          </a:p>
          <a:p>
            <a:pPr algn="ctr"/>
            <a:r>
              <a:rPr lang="ja-JP" sz="5400" b="1">
                <a:highlight>
                  <a:srgbClr val="FFFFFF"/>
                </a:highlight>
                <a:latin typeface="Aptos Display"/>
                <a:ea typeface="游ゴシック"/>
              </a:rPr>
              <a:t>「長崎県民の手取りを増やす」</a:t>
            </a:r>
            <a:endParaRPr lang="ja-JP" altLang="en-US" sz="5400">
              <a:latin typeface="Aptos Display"/>
              <a:ea typeface="游ゴシック"/>
            </a:endParaRPr>
          </a:p>
          <a:p>
            <a:pPr algn="ctr"/>
            <a:r>
              <a:rPr lang="ja-JP" sz="5400" b="1">
                <a:highlight>
                  <a:srgbClr val="FFFFFF"/>
                </a:highlight>
                <a:latin typeface="Aptos Display"/>
                <a:ea typeface="游ゴシック"/>
              </a:rPr>
              <a:t>健康プロジェクト</a:t>
            </a:r>
            <a:r>
              <a:rPr lang="ja-JP" altLang="en-US" sz="5400" b="1">
                <a:highlight>
                  <a:srgbClr val="FFFFFF"/>
                </a:highlight>
                <a:latin typeface="Aptos Display"/>
                <a:ea typeface="游ゴシック"/>
              </a:rPr>
              <a:t>チーム</a:t>
            </a:r>
            <a:endParaRPr lang="ja-JP" sz="5400">
              <a:latin typeface="Aptos Display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068672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FFF84-3EE4-1BC5-4954-917B4539A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16907B-2B5D-DF6E-0076-CC5AA61CF8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2381"/>
            <a:ext cx="12669863" cy="71227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DA032B-2ECE-883B-11FC-FDA7206490CE}"/>
              </a:ext>
            </a:extLst>
          </p:cNvPr>
          <p:cNvSpPr txBox="1"/>
          <p:nvPr/>
        </p:nvSpPr>
        <p:spPr>
          <a:xfrm>
            <a:off x="178404" y="639615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100" b="1">
                <a:highlight>
                  <a:srgbClr val="FFFFFF"/>
                </a:highlight>
                <a:ea typeface="+mn-lt"/>
                <a:cs typeface="+mn-lt"/>
              </a:rPr>
              <a:t>データ分析で挑戦！「長崎県民の手取りを増やす」健康プロジェクト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02534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73F6-98F0-BD59-3B03-2C1529522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C34A25-66C7-FCAE-4A3E-91464E58AF38}"/>
              </a:ext>
            </a:extLst>
          </p:cNvPr>
          <p:cNvSpPr txBox="1"/>
          <p:nvPr/>
        </p:nvSpPr>
        <p:spPr>
          <a:xfrm>
            <a:off x="178404" y="639615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100" b="1">
                <a:highlight>
                  <a:srgbClr val="FFFFFF"/>
                </a:highlight>
                <a:ea typeface="+mn-lt"/>
                <a:cs typeface="+mn-lt"/>
              </a:rPr>
              <a:t>データ分析で挑戦！「長崎県民の手取りを増やす」健康プロジェクト</a:t>
            </a:r>
            <a:endParaRPr lang="en-US" altLang="ja-JP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0761F4-628E-0B70-6C2C-78B0BE747C86}"/>
              </a:ext>
            </a:extLst>
          </p:cNvPr>
          <p:cNvSpPr txBox="1"/>
          <p:nvPr/>
        </p:nvSpPr>
        <p:spPr>
          <a:xfrm>
            <a:off x="695602" y="2581789"/>
            <a:ext cx="1081438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6600" b="1">
                <a:highlight>
                  <a:srgbClr val="FFFFFF"/>
                </a:highlight>
                <a:ea typeface="ＭＳ Ｐゴシック"/>
              </a:rPr>
              <a:t>私たちは、</a:t>
            </a:r>
            <a:endParaRPr lang="ja-JP" sz="6600" b="1">
              <a:highlight>
                <a:srgbClr val="FFFFFF"/>
              </a:highlight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19163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0F2D3B-A763-4414-C055-566DD4662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7B73EE-9B72-DC9D-B9E5-16A9666E4A58}"/>
              </a:ext>
            </a:extLst>
          </p:cNvPr>
          <p:cNvSpPr txBox="1"/>
          <p:nvPr/>
        </p:nvSpPr>
        <p:spPr>
          <a:xfrm>
            <a:off x="178404" y="639615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100" b="1">
                <a:highlight>
                  <a:srgbClr val="FFFFFF"/>
                </a:highlight>
                <a:ea typeface="+mn-lt"/>
                <a:cs typeface="+mn-lt"/>
              </a:rPr>
              <a:t>データ分析で挑戦！「長崎県民の手取りを増やす」健康プロジェクト</a:t>
            </a:r>
            <a:endParaRPr lang="en-US" altLang="ja-JP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34813E-0EEF-4E4E-0200-B044ABA99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633" y="732779"/>
            <a:ext cx="4528734" cy="413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662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B32FA-4205-B7EB-ACBE-41349137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B9C306-BD01-E921-C410-C43AA7C76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50869" y="-3832092"/>
            <a:ext cx="29092968" cy="163469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159D9A5-E75D-E48E-4775-A93464701D56}"/>
              </a:ext>
            </a:extLst>
          </p:cNvPr>
          <p:cNvSpPr txBox="1"/>
          <p:nvPr/>
        </p:nvSpPr>
        <p:spPr>
          <a:xfrm>
            <a:off x="178404" y="639615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100" b="1">
                <a:highlight>
                  <a:srgbClr val="FFFFFF"/>
                </a:highlight>
                <a:ea typeface="+mn-lt"/>
                <a:cs typeface="+mn-lt"/>
              </a:rPr>
              <a:t>データ分析で挑戦！「長崎県民の手取りを増やす」健康プロジェクト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51093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187CA-DE02-A10C-2D70-1CE6FFA84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EFA26C-4EE1-779C-1686-5A3BED920869}"/>
              </a:ext>
            </a:extLst>
          </p:cNvPr>
          <p:cNvSpPr txBox="1"/>
          <p:nvPr/>
        </p:nvSpPr>
        <p:spPr>
          <a:xfrm>
            <a:off x="178404" y="639615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100" b="1">
                <a:highlight>
                  <a:srgbClr val="FFFFFF"/>
                </a:highlight>
                <a:ea typeface="+mn-lt"/>
                <a:cs typeface="+mn-lt"/>
              </a:rPr>
              <a:t>データ分析で挑戦！「長崎県民の手取りを増やす」健康プロジェクト</a:t>
            </a:r>
            <a:endParaRPr lang="en-US" altLang="ja-JP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D66B4-CF74-20B0-891B-7EB86953475B}"/>
              </a:ext>
            </a:extLst>
          </p:cNvPr>
          <p:cNvSpPr txBox="1"/>
          <p:nvPr/>
        </p:nvSpPr>
        <p:spPr>
          <a:xfrm>
            <a:off x="695602" y="3046738"/>
            <a:ext cx="1081438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6600" b="1">
                <a:highlight>
                  <a:srgbClr val="FFFFFF"/>
                </a:highlight>
                <a:ea typeface="ＭＳ Ｐゴシック"/>
              </a:rPr>
              <a:t>通　称、</a:t>
            </a:r>
          </a:p>
        </p:txBody>
      </p:sp>
    </p:spTree>
    <p:extLst>
      <p:ext uri="{BB962C8B-B14F-4D97-AF65-F5344CB8AC3E}">
        <p14:creationId xmlns:p14="http://schemas.microsoft.com/office/powerpoint/2010/main" val="4204184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5D03E-9245-5976-AD65-9CA8BDB69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28D8D2-DB88-D839-BF5B-F69555B6FA04}"/>
              </a:ext>
            </a:extLst>
          </p:cNvPr>
          <p:cNvSpPr txBox="1"/>
          <p:nvPr/>
        </p:nvSpPr>
        <p:spPr>
          <a:xfrm>
            <a:off x="178404" y="639615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100" b="1">
                <a:highlight>
                  <a:srgbClr val="FFFFFF"/>
                </a:highlight>
                <a:ea typeface="+mn-lt"/>
                <a:cs typeface="+mn-lt"/>
              </a:rPr>
              <a:t>データ分析で挑戦！「長崎県民の手取りを増やす」健康プロジェクト</a:t>
            </a:r>
            <a:endParaRPr lang="en-US" altLang="ja-JP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BBB229-7CD7-6424-A6D3-0C9CD0059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959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56ECE-F3CE-8C64-7DBD-31AB3E979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C1D0B2-44B9-82E8-FCAD-4A6223C51AE7}"/>
              </a:ext>
            </a:extLst>
          </p:cNvPr>
          <p:cNvSpPr txBox="1"/>
          <p:nvPr/>
        </p:nvSpPr>
        <p:spPr>
          <a:xfrm>
            <a:off x="368070" y="372221"/>
            <a:ext cx="277133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3200" b="1">
                <a:latin typeface="Aptos Display"/>
                <a:ea typeface="ＭＳ Ｐゴシック"/>
              </a:rPr>
              <a:t>今日話すこと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A83179-7728-52C3-A72A-15B146BA5697}"/>
              </a:ext>
            </a:extLst>
          </p:cNvPr>
          <p:cNvSpPr txBox="1"/>
          <p:nvPr/>
        </p:nvSpPr>
        <p:spPr>
          <a:xfrm>
            <a:off x="3370880" y="953180"/>
            <a:ext cx="7211360" cy="4998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sz="3600" b="1" err="1">
                <a:latin typeface="Aptos Display"/>
                <a:ea typeface="游ゴシック"/>
              </a:rPr>
              <a:t>振り返り（現状</a:t>
            </a:r>
            <a:r>
              <a:rPr lang="ja-JP" sz="3600" b="1">
                <a:latin typeface="Aptos Display"/>
                <a:ea typeface="游ゴシック"/>
              </a:rPr>
              <a:t>）</a:t>
            </a:r>
            <a:endParaRPr lang="en-US" sz="3600" b="1">
              <a:latin typeface="Aptos Display"/>
              <a:ea typeface="游ゴシック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altLang="en-US" sz="3600" b="1">
                <a:latin typeface="Aptos Display"/>
                <a:ea typeface="游ゴシック"/>
              </a:rPr>
              <a:t>インセンティブについて</a:t>
            </a: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altLang="en-US" sz="3600" b="1">
                <a:latin typeface="Aptos Display"/>
                <a:ea typeface="游ゴシック"/>
              </a:rPr>
              <a:t>シミュレーター（モック）</a:t>
            </a: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sz="3600" b="1">
                <a:latin typeface="Aptos Display"/>
                <a:ea typeface="游ゴシック"/>
              </a:rPr>
              <a:t>ミッション</a:t>
            </a:r>
            <a:endParaRPr lang="ja-JP" altLang="en-US" sz="3600" b="1">
              <a:latin typeface="Aptos Display"/>
              <a:ea typeface="游ゴシック"/>
            </a:endParaRP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altLang="en-US" sz="3600" b="1">
                <a:latin typeface="Aptos Display"/>
                <a:ea typeface="游ゴシック"/>
              </a:rPr>
              <a:t>そのほか行ったこと</a:t>
            </a:r>
          </a:p>
          <a:p>
            <a:pPr marL="571500" indent="-571500">
              <a:lnSpc>
                <a:spcPct val="150000"/>
              </a:lnSpc>
              <a:buFont typeface="Arial"/>
              <a:buChar char="•"/>
            </a:pPr>
            <a:r>
              <a:rPr lang="ja-JP" altLang="en-US" sz="3600" b="1">
                <a:latin typeface="Aptos Display"/>
                <a:ea typeface="游ゴシック"/>
              </a:rPr>
              <a:t>このあと</a:t>
            </a:r>
          </a:p>
        </p:txBody>
      </p:sp>
    </p:spTree>
    <p:extLst>
      <p:ext uri="{BB962C8B-B14F-4D97-AF65-F5344CB8AC3E}">
        <p14:creationId xmlns:p14="http://schemas.microsoft.com/office/powerpoint/2010/main" val="962304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11054-8488-06E9-4315-F42A00B01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C975CD-B492-B64C-80E2-26D47FB6863F}"/>
              </a:ext>
            </a:extLst>
          </p:cNvPr>
          <p:cNvSpPr txBox="1"/>
          <p:nvPr/>
        </p:nvSpPr>
        <p:spPr>
          <a:xfrm>
            <a:off x="178404" y="639615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1100" b="1">
                <a:highlight>
                  <a:srgbClr val="FFFFFF"/>
                </a:highlight>
                <a:ea typeface="ＭＳ Ｐゴシック"/>
              </a:rPr>
              <a:t>ナガサキケンポー団調べ</a:t>
            </a:r>
            <a:endParaRPr lang="ja-JP" altLang="en-US" sz="1100" b="1">
              <a:highlight>
                <a:srgbClr val="FFFFFF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BBEEB-1761-294C-F051-1395DC05A3D0}"/>
              </a:ext>
            </a:extLst>
          </p:cNvPr>
          <p:cNvSpPr txBox="1"/>
          <p:nvPr/>
        </p:nvSpPr>
        <p:spPr>
          <a:xfrm>
            <a:off x="368070" y="372221"/>
            <a:ext cx="169852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ＭＳ Ｐゴシック"/>
              </a:rPr>
              <a:t>現状</a:t>
            </a:r>
            <a:endParaRPr lang="en-US" sz="3200">
              <a:ea typeface="ＭＳ Ｐゴシック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455548-B641-1DC9-0569-8EB240EF735F}"/>
              </a:ext>
            </a:extLst>
          </p:cNvPr>
          <p:cNvSpPr txBox="1"/>
          <p:nvPr/>
        </p:nvSpPr>
        <p:spPr>
          <a:xfrm>
            <a:off x="2555746" y="2029546"/>
            <a:ext cx="7020232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4000">
                <a:ea typeface="ＭＳ Ｐゴシック"/>
              </a:rPr>
              <a:t>健康保険料が</a:t>
            </a:r>
            <a:endParaRPr lang="en-US" altLang="ja-JP" sz="4000">
              <a:ea typeface="ＭＳ Ｐゴシック"/>
            </a:endParaRPr>
          </a:p>
          <a:p>
            <a:pPr algn="ctr"/>
            <a:r>
              <a:rPr lang="ja-JP" altLang="en-US" sz="4000">
                <a:ea typeface="ＭＳ Ｐゴシック"/>
              </a:rPr>
              <a:t>他県に比べて</a:t>
            </a:r>
            <a:endParaRPr lang="ja-JP" sz="4000">
              <a:ea typeface="ＭＳ Ｐゴシック" panose="020B0600070205080204" pitchFamily="34" charset="-128"/>
            </a:endParaRPr>
          </a:p>
          <a:p>
            <a:pPr algn="ctr"/>
            <a:r>
              <a:rPr lang="ja-JP" altLang="en-US" sz="9600" b="1">
                <a:solidFill>
                  <a:srgbClr val="FF0000"/>
                </a:solidFill>
                <a:ea typeface="ＭＳ Ｐゴシック"/>
              </a:rPr>
              <a:t>高い。</a:t>
            </a:r>
            <a:endParaRPr lang="ja-JP" sz="9600">
              <a:solidFill>
                <a:srgbClr val="FF0000"/>
              </a:solidFill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956730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22D56-5F90-329D-6343-0BD3CB33F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40E518-5C1D-7C91-C859-7DB0FB80D0BC}"/>
              </a:ext>
            </a:extLst>
          </p:cNvPr>
          <p:cNvSpPr txBox="1"/>
          <p:nvPr/>
        </p:nvSpPr>
        <p:spPr>
          <a:xfrm>
            <a:off x="188430" y="6436257"/>
            <a:ext cx="5911515" cy="24622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000" dirty="0">
                <a:highlight>
                  <a:srgbClr val="FFFFFF"/>
                </a:highlight>
                <a:latin typeface="MS PGothic"/>
                <a:ea typeface="MS PGothic"/>
                <a:cs typeface="+mn-lt"/>
              </a:rPr>
              <a:t>「</a:t>
            </a:r>
            <a:r>
              <a:rPr lang="ja-JP" sz="1000">
                <a:solidFill>
                  <a:srgbClr val="251D1D"/>
                </a:solidFill>
                <a:highlight>
                  <a:srgbClr val="F7F9FA"/>
                </a:highlight>
                <a:latin typeface="MS PGothic"/>
                <a:ea typeface="MS PGothic"/>
              </a:rPr>
              <a:t>協会けんぽ GUIDE BOOK</a:t>
            </a:r>
            <a:r>
              <a:rPr lang="ja-JP" altLang="en-US" sz="1000">
                <a:highlight>
                  <a:srgbClr val="FFFFFF"/>
                </a:highlight>
                <a:latin typeface="MS PGothic"/>
                <a:ea typeface="MS PGothic"/>
                <a:cs typeface="+mn-lt"/>
              </a:rPr>
              <a:t>」　　より　※数字は2025年度</a:t>
            </a:r>
            <a:endParaRPr lang="en-US" altLang="ja-JP" sz="1000">
              <a:latin typeface="MS PGothic"/>
              <a:ea typeface="MS P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868729-667B-FAA9-9321-4A241B9FE7DC}"/>
              </a:ext>
            </a:extLst>
          </p:cNvPr>
          <p:cNvSpPr txBox="1"/>
          <p:nvPr/>
        </p:nvSpPr>
        <p:spPr>
          <a:xfrm>
            <a:off x="368070" y="372221"/>
            <a:ext cx="169852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ＭＳ Ｐゴシック"/>
              </a:rPr>
              <a:t>現状</a:t>
            </a:r>
            <a:endParaRPr lang="en-US" sz="3200">
              <a:ea typeface="ＭＳ Ｐゴシック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D4320E-5300-5052-B26B-5ECE4CB6D0A6}"/>
              </a:ext>
            </a:extLst>
          </p:cNvPr>
          <p:cNvSpPr txBox="1"/>
          <p:nvPr/>
        </p:nvSpPr>
        <p:spPr>
          <a:xfrm>
            <a:off x="370010" y="1553182"/>
            <a:ext cx="6488837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6000">
                <a:latin typeface="ＭＳ Ｐゴシック"/>
                <a:ea typeface="ＭＳ Ｐゴシック"/>
              </a:rPr>
              <a:t>全国平均10.00%</a:t>
            </a:r>
            <a:endParaRPr lang="en-US" sz="6000">
              <a:latin typeface="Aptos"/>
            </a:endParaRPr>
          </a:p>
          <a:p>
            <a:r>
              <a:rPr lang="ja-JP" altLang="en-US" sz="6000">
                <a:latin typeface="ＭＳ Ｐゴシック"/>
                <a:ea typeface="ＭＳ Ｐゴシック"/>
              </a:rPr>
              <a:t>長崎県10.41%</a:t>
            </a:r>
          </a:p>
          <a:p>
            <a:r>
              <a:rPr lang="ja-JP" altLang="en-US" sz="6000">
                <a:latin typeface="ＭＳ Ｐゴシック"/>
                <a:ea typeface="ＭＳ Ｐゴシック"/>
              </a:rPr>
              <a:t>沖縄県9.44%</a:t>
            </a:r>
            <a:r>
              <a:rPr lang="ja-JP" altLang="en-US" sz="3600">
                <a:latin typeface="ＭＳ Ｐゴシック"/>
                <a:ea typeface="ＭＳ Ｐゴシック"/>
              </a:rPr>
              <a:t>（一番低い）</a:t>
            </a:r>
            <a:endParaRPr lang="ja-JP" sz="3600">
              <a:latin typeface="Aptos"/>
              <a:ea typeface="ＭＳ Ｐゴシック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526903-70AF-FB7B-AA8B-285650F8E1F5}"/>
              </a:ext>
            </a:extLst>
          </p:cNvPr>
          <p:cNvSpPr txBox="1"/>
          <p:nvPr/>
        </p:nvSpPr>
        <p:spPr>
          <a:xfrm>
            <a:off x="7097669" y="1760709"/>
            <a:ext cx="4774338" cy="31085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sz="2800">
                <a:latin typeface="MS PGothic"/>
                <a:ea typeface="MS PGothic"/>
                <a:cs typeface="+mn-lt"/>
              </a:rPr>
              <a:t>都道府県単位保険料率は、都道府県支部ごとの年齢構成や所得水準の差等を調整した上で、当該都道府県の加入者１人当たりの医療費に基づいて毎年算出され、改定されています。</a:t>
            </a:r>
            <a:endParaRPr lang="en-US" altLang="ja-JP" sz="2800">
              <a:latin typeface="MS PGothic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2772175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051E3-BC04-4BD0-E5D9-C64EA2CF2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1185703-7250-D917-7A43-1C56D480993C}"/>
              </a:ext>
            </a:extLst>
          </p:cNvPr>
          <p:cNvSpPr txBox="1"/>
          <p:nvPr/>
        </p:nvSpPr>
        <p:spPr>
          <a:xfrm>
            <a:off x="2555746" y="3075986"/>
            <a:ext cx="702023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4000" b="1">
                <a:latin typeface="Aptos Display"/>
                <a:ea typeface="ＭＳ Ｐゴシック"/>
              </a:rPr>
              <a:t>なんとかならんと？</a:t>
            </a:r>
          </a:p>
        </p:txBody>
      </p:sp>
    </p:spTree>
    <p:extLst>
      <p:ext uri="{BB962C8B-B14F-4D97-AF65-F5344CB8AC3E}">
        <p14:creationId xmlns:p14="http://schemas.microsoft.com/office/powerpoint/2010/main" val="790485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4F6BB-848B-DE09-5F10-6BC089B0C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B9544B5-D270-72B9-58F5-4D54B24620AC}"/>
              </a:ext>
            </a:extLst>
          </p:cNvPr>
          <p:cNvSpPr txBox="1"/>
          <p:nvPr/>
        </p:nvSpPr>
        <p:spPr>
          <a:xfrm>
            <a:off x="2555746" y="3075986"/>
            <a:ext cx="702023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4000" b="1">
                <a:latin typeface="Aptos Display"/>
                <a:ea typeface="ＭＳ Ｐゴシック"/>
              </a:rPr>
              <a:t>インセンティブ制度の登場</a:t>
            </a:r>
            <a:endParaRPr lang="ja-JP" altLang="en-US" sz="4000" b="1" dirty="0">
              <a:latin typeface="Aptos Display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27776932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12ACF-82D2-0F33-C1FB-6B17C5D7D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4F065E-0AF2-C79F-A8FE-091E2ABEE32D}"/>
              </a:ext>
            </a:extLst>
          </p:cNvPr>
          <p:cNvSpPr txBox="1"/>
          <p:nvPr/>
        </p:nvSpPr>
        <p:spPr>
          <a:xfrm>
            <a:off x="178404" y="647636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sz="1100">
                <a:highlight>
                  <a:srgbClr val="FFFFFF"/>
                </a:highlight>
                <a:ea typeface="+mn-lt"/>
                <a:cs typeface="+mn-lt"/>
              </a:rPr>
              <a:t>https://www.kyoukaikenpo.or.jp/lp/2026hokenryou/</a:t>
            </a:r>
            <a:r>
              <a:rPr lang="ja-JP" altLang="en-US" sz="1100">
                <a:highlight>
                  <a:srgbClr val="FFFFFF"/>
                </a:highlight>
                <a:ea typeface="+mn-lt"/>
                <a:cs typeface="+mn-lt"/>
              </a:rPr>
              <a:t>　より</a:t>
            </a:r>
            <a:endParaRPr lang="en-US" altLang="ja-JP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E6EC1-E5AC-3B7F-F1BA-9E044179E120}"/>
              </a:ext>
            </a:extLst>
          </p:cNvPr>
          <p:cNvSpPr txBox="1"/>
          <p:nvPr/>
        </p:nvSpPr>
        <p:spPr>
          <a:xfrm>
            <a:off x="368070" y="372221"/>
            <a:ext cx="366368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ＭＳ Ｐゴシック"/>
              </a:rPr>
              <a:t>インセンティブ制度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F58708-68AB-9253-5A3D-2F0C052C5394}"/>
              </a:ext>
            </a:extLst>
          </p:cNvPr>
          <p:cNvSpPr txBox="1"/>
          <p:nvPr/>
        </p:nvSpPr>
        <p:spPr>
          <a:xfrm>
            <a:off x="2216140" y="2276541"/>
            <a:ext cx="777089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800">
                <a:ea typeface="ＭＳ Ｐゴシック"/>
              </a:rPr>
              <a:t>５つの指標に基づき、</a:t>
            </a:r>
            <a:endParaRPr lang="en-US" altLang="ja-JP" sz="4800">
              <a:ea typeface="ＭＳ Ｐゴシック"/>
            </a:endParaRPr>
          </a:p>
          <a:p>
            <a:r>
              <a:rPr lang="ja-JP" altLang="en-US" sz="4800" dirty="0">
                <a:ea typeface="ＭＳ Ｐゴシック"/>
              </a:rPr>
              <a:t>支部のランク付けれ、</a:t>
            </a:r>
            <a:endParaRPr lang="ja-JP" sz="4800">
              <a:ea typeface="ＭＳ Ｐゴシック" panose="020B0600070205080204" pitchFamily="34" charset="-128"/>
            </a:endParaRPr>
          </a:p>
          <a:p>
            <a:pPr algn="l"/>
            <a:r>
              <a:rPr lang="ja-JP" altLang="en-US" sz="4800" b="1">
                <a:highlight>
                  <a:srgbClr val="FFFF00"/>
                </a:highlight>
                <a:ea typeface="ＭＳ Ｐゴシック"/>
              </a:rPr>
              <a:t>保険料率が下げられる制度</a:t>
            </a:r>
            <a:endParaRPr lang="ja-JP" sz="4800" b="1">
              <a:highlight>
                <a:srgbClr val="FFFF00"/>
              </a:highlight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272875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E6B86-ECFB-03CE-CA4F-BCEE0082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5371BC-17B8-94FE-AC24-9096FE062ABB}"/>
              </a:ext>
            </a:extLst>
          </p:cNvPr>
          <p:cNvSpPr txBox="1"/>
          <p:nvPr/>
        </p:nvSpPr>
        <p:spPr>
          <a:xfrm>
            <a:off x="178404" y="647636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sz="1100">
                <a:highlight>
                  <a:srgbClr val="FFFFFF"/>
                </a:highlight>
                <a:ea typeface="+mn-lt"/>
                <a:cs typeface="+mn-lt"/>
              </a:rPr>
              <a:t>https://www.kyoukaikenpo.or.jp/lp/2026hokenryou/</a:t>
            </a:r>
            <a:r>
              <a:rPr lang="ja-JP" altLang="en-US" sz="1100">
                <a:highlight>
                  <a:srgbClr val="FFFFFF"/>
                </a:highlight>
                <a:ea typeface="+mn-lt"/>
                <a:cs typeface="+mn-lt"/>
              </a:rPr>
              <a:t>　より</a:t>
            </a:r>
            <a:endParaRPr lang="en-US" altLang="ja-JP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74E2D9-6F3A-349B-B04B-C37C1D1A0FC4}"/>
              </a:ext>
            </a:extLst>
          </p:cNvPr>
          <p:cNvSpPr txBox="1"/>
          <p:nvPr/>
        </p:nvSpPr>
        <p:spPr>
          <a:xfrm>
            <a:off x="368070" y="372221"/>
            <a:ext cx="366368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ＭＳ Ｐゴシック"/>
              </a:rPr>
              <a:t>インセンティブ制度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393E77-824B-04CD-35CB-31D63D58CF11}"/>
              </a:ext>
            </a:extLst>
          </p:cNvPr>
          <p:cNvGrpSpPr/>
          <p:nvPr/>
        </p:nvGrpSpPr>
        <p:grpSpPr>
          <a:xfrm>
            <a:off x="3600570" y="1537109"/>
            <a:ext cx="2048182" cy="2045913"/>
            <a:chOff x="3470229" y="1507030"/>
            <a:chExt cx="2048182" cy="2045913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459AB70-3695-BDAD-01BE-4AF6781879A1}"/>
                </a:ext>
              </a:extLst>
            </p:cNvPr>
            <p:cNvSpPr/>
            <p:nvPr/>
          </p:nvSpPr>
          <p:spPr>
            <a:xfrm>
              <a:off x="3470229" y="1507030"/>
              <a:ext cx="2048182" cy="2045913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ja-JP" altLang="en-US">
                  <a:ea typeface="ＭＳ Ｐゴシック"/>
                </a:rPr>
                <a:t>特定健診等の実施率</a:t>
              </a:r>
            </a:p>
          </p:txBody>
        </p:sp>
        <p:sp>
          <p:nvSpPr>
            <p:cNvPr id="15" name="Star: 5 Points 14">
              <a:extLst>
                <a:ext uri="{FF2B5EF4-FFF2-40B4-BE49-F238E27FC236}">
                  <a16:creationId xmlns:a16="http://schemas.microsoft.com/office/drawing/2014/main" id="{99B07402-2288-505B-D65B-C38E618725DF}"/>
                </a:ext>
              </a:extLst>
            </p:cNvPr>
            <p:cNvSpPr/>
            <p:nvPr/>
          </p:nvSpPr>
          <p:spPr>
            <a:xfrm>
              <a:off x="4357333" y="1980583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05443F3-A4C1-0232-1D6A-C1D7B30DF6C6}"/>
              </a:ext>
            </a:extLst>
          </p:cNvPr>
          <p:cNvGrpSpPr/>
          <p:nvPr/>
        </p:nvGrpSpPr>
        <p:grpSpPr>
          <a:xfrm>
            <a:off x="6588104" y="1236323"/>
            <a:ext cx="2048182" cy="2045913"/>
            <a:chOff x="6678341" y="1476955"/>
            <a:chExt cx="2048182" cy="2045913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C7AB2C8-3667-8106-C5E5-0A5B7AABB7FA}"/>
                </a:ext>
              </a:extLst>
            </p:cNvPr>
            <p:cNvSpPr/>
            <p:nvPr/>
          </p:nvSpPr>
          <p:spPr>
            <a:xfrm>
              <a:off x="6678341" y="1476955"/>
              <a:ext cx="2048182" cy="2045913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ja-JP" altLang="en-US">
                  <a:ea typeface="ＭＳ Ｐゴシック"/>
                </a:rPr>
                <a:t>特定保健指導の実施率</a:t>
              </a:r>
              <a:endParaRPr lang="en-US"/>
            </a:p>
          </p:txBody>
        </p:sp>
        <p:sp>
          <p:nvSpPr>
            <p:cNvPr id="16" name="Star: 5 Points 15">
              <a:extLst>
                <a:ext uri="{FF2B5EF4-FFF2-40B4-BE49-F238E27FC236}">
                  <a16:creationId xmlns:a16="http://schemas.microsoft.com/office/drawing/2014/main" id="{10AFC1B3-10BD-F4A3-3843-E2C729CA1913}"/>
                </a:ext>
              </a:extLst>
            </p:cNvPr>
            <p:cNvSpPr/>
            <p:nvPr/>
          </p:nvSpPr>
          <p:spPr>
            <a:xfrm>
              <a:off x="7425385" y="1850240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Star: 5 Points 16">
              <a:extLst>
                <a:ext uri="{FF2B5EF4-FFF2-40B4-BE49-F238E27FC236}">
                  <a16:creationId xmlns:a16="http://schemas.microsoft.com/office/drawing/2014/main" id="{D1917F2F-EEA5-6379-A0AF-8154129F1394}"/>
                </a:ext>
              </a:extLst>
            </p:cNvPr>
            <p:cNvSpPr/>
            <p:nvPr/>
          </p:nvSpPr>
          <p:spPr>
            <a:xfrm>
              <a:off x="7936727" y="2862898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803C820-458E-8B81-0501-84AF06F4B07D}"/>
              </a:ext>
            </a:extLst>
          </p:cNvPr>
          <p:cNvGrpSpPr/>
          <p:nvPr/>
        </p:nvGrpSpPr>
        <p:grpSpPr>
          <a:xfrm>
            <a:off x="1866952" y="3582479"/>
            <a:ext cx="2048182" cy="2045913"/>
            <a:chOff x="1866952" y="3582479"/>
            <a:chExt cx="2048182" cy="204591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8A3C3FE-60A1-78BA-0581-4EEB980AA792}"/>
                </a:ext>
              </a:extLst>
            </p:cNvPr>
            <p:cNvSpPr/>
            <p:nvPr/>
          </p:nvSpPr>
          <p:spPr>
            <a:xfrm>
              <a:off x="1866952" y="3582479"/>
              <a:ext cx="2048182" cy="2045913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ja-JP" altLang="en-US">
                  <a:ea typeface="ＭＳ Ｐゴシック"/>
                </a:rPr>
                <a:t>特定保健指導対象者の減少率</a:t>
              </a:r>
              <a:endParaRPr lang="en-US"/>
            </a:p>
          </p:txBody>
        </p:sp>
        <p:sp>
          <p:nvSpPr>
            <p:cNvPr id="18" name="Star: 5 Points 17">
              <a:extLst>
                <a:ext uri="{FF2B5EF4-FFF2-40B4-BE49-F238E27FC236}">
                  <a16:creationId xmlns:a16="http://schemas.microsoft.com/office/drawing/2014/main" id="{54B1F2CA-9AED-B0D1-B4EF-C121C68F119C}"/>
                </a:ext>
              </a:extLst>
            </p:cNvPr>
            <p:cNvSpPr/>
            <p:nvPr/>
          </p:nvSpPr>
          <p:spPr>
            <a:xfrm>
              <a:off x="2753121" y="5058661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Star: 5 Points 18">
              <a:extLst>
                <a:ext uri="{FF2B5EF4-FFF2-40B4-BE49-F238E27FC236}">
                  <a16:creationId xmlns:a16="http://schemas.microsoft.com/office/drawing/2014/main" id="{C3C9BE25-48CD-7381-A293-F302C2FAEFCF}"/>
                </a:ext>
              </a:extLst>
            </p:cNvPr>
            <p:cNvSpPr/>
            <p:nvPr/>
          </p:nvSpPr>
          <p:spPr>
            <a:xfrm>
              <a:off x="2422254" y="3845476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tar: 5 Points 19">
              <a:extLst>
                <a:ext uri="{FF2B5EF4-FFF2-40B4-BE49-F238E27FC236}">
                  <a16:creationId xmlns:a16="http://schemas.microsoft.com/office/drawing/2014/main" id="{BB5BBBFD-CA22-A070-3FF9-3DA4C1EEBAB1}"/>
                </a:ext>
              </a:extLst>
            </p:cNvPr>
            <p:cNvSpPr/>
            <p:nvPr/>
          </p:nvSpPr>
          <p:spPr>
            <a:xfrm>
              <a:off x="3043886" y="3845477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6DA32DD-F083-4BCF-C5D5-89846E766FC3}"/>
              </a:ext>
            </a:extLst>
          </p:cNvPr>
          <p:cNvGrpSpPr/>
          <p:nvPr/>
        </p:nvGrpSpPr>
        <p:grpSpPr>
          <a:xfrm>
            <a:off x="5265562" y="4174032"/>
            <a:ext cx="2048182" cy="2045913"/>
            <a:chOff x="5075062" y="3582479"/>
            <a:chExt cx="2048182" cy="2045913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0A1E7E5-90F9-667B-10B0-2700F13D64F1}"/>
                </a:ext>
              </a:extLst>
            </p:cNvPr>
            <p:cNvSpPr/>
            <p:nvPr/>
          </p:nvSpPr>
          <p:spPr>
            <a:xfrm>
              <a:off x="5075062" y="3582479"/>
              <a:ext cx="2048182" cy="2045913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ja-JP" altLang="en-US">
                  <a:ea typeface="ＭＳ Ｐゴシック"/>
                </a:rPr>
                <a:t>医療機関への速やかな受診率</a:t>
              </a:r>
            </a:p>
          </p:txBody>
        </p:sp>
        <p:sp>
          <p:nvSpPr>
            <p:cNvPr id="21" name="Star: 5 Points 20">
              <a:extLst>
                <a:ext uri="{FF2B5EF4-FFF2-40B4-BE49-F238E27FC236}">
                  <a16:creationId xmlns:a16="http://schemas.microsoft.com/office/drawing/2014/main" id="{26DFBB49-93CD-5375-C387-E2D1EC02A0D6}"/>
                </a:ext>
              </a:extLst>
            </p:cNvPr>
            <p:cNvSpPr/>
            <p:nvPr/>
          </p:nvSpPr>
          <p:spPr>
            <a:xfrm>
              <a:off x="5540436" y="5048635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Star: 5 Points 21">
              <a:extLst>
                <a:ext uri="{FF2B5EF4-FFF2-40B4-BE49-F238E27FC236}">
                  <a16:creationId xmlns:a16="http://schemas.microsoft.com/office/drawing/2014/main" id="{500C0026-5AFA-8976-CAC1-22D56D299E32}"/>
                </a:ext>
              </a:extLst>
            </p:cNvPr>
            <p:cNvSpPr/>
            <p:nvPr/>
          </p:nvSpPr>
          <p:spPr>
            <a:xfrm>
              <a:off x="5540437" y="3845477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tar: 5 Points 22">
              <a:extLst>
                <a:ext uri="{FF2B5EF4-FFF2-40B4-BE49-F238E27FC236}">
                  <a16:creationId xmlns:a16="http://schemas.microsoft.com/office/drawing/2014/main" id="{28C6A390-FF05-CEA8-2658-97F952DD143F}"/>
                </a:ext>
              </a:extLst>
            </p:cNvPr>
            <p:cNvSpPr/>
            <p:nvPr/>
          </p:nvSpPr>
          <p:spPr>
            <a:xfrm>
              <a:off x="6242279" y="3845477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Star: 5 Points 23">
              <a:extLst>
                <a:ext uri="{FF2B5EF4-FFF2-40B4-BE49-F238E27FC236}">
                  <a16:creationId xmlns:a16="http://schemas.microsoft.com/office/drawing/2014/main" id="{67CE12CA-1AC2-2608-A7D1-9770DC26710F}"/>
                </a:ext>
              </a:extLst>
            </p:cNvPr>
            <p:cNvSpPr/>
            <p:nvPr/>
          </p:nvSpPr>
          <p:spPr>
            <a:xfrm>
              <a:off x="6242279" y="5048635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918E79C-9590-9D63-D39D-CFCF24CBD122}"/>
              </a:ext>
            </a:extLst>
          </p:cNvPr>
          <p:cNvGrpSpPr/>
          <p:nvPr/>
        </p:nvGrpSpPr>
        <p:grpSpPr>
          <a:xfrm>
            <a:off x="8283171" y="3582476"/>
            <a:ext cx="2048182" cy="2045913"/>
            <a:chOff x="8283171" y="3582476"/>
            <a:chExt cx="2048182" cy="2045913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958909C-3655-E239-D63F-9A2284EC6D36}"/>
                </a:ext>
              </a:extLst>
            </p:cNvPr>
            <p:cNvSpPr/>
            <p:nvPr/>
          </p:nvSpPr>
          <p:spPr>
            <a:xfrm>
              <a:off x="8283171" y="3582476"/>
              <a:ext cx="2048182" cy="2045913"/>
            </a:xfrm>
            <a:prstGeom prst="ellipse">
              <a:avLst/>
            </a:prstGeom>
            <a:solidFill>
              <a:srgbClr val="ED7D3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ja-JP" altLang="en-US">
                  <a:ea typeface="ＭＳ Ｐゴシック"/>
                </a:rPr>
                <a:t>ジェネリック医薬品の使用割合</a:t>
              </a:r>
            </a:p>
          </p:txBody>
        </p:sp>
        <p:sp>
          <p:nvSpPr>
            <p:cNvPr id="25" name="Star: 5 Points 24">
              <a:extLst>
                <a:ext uri="{FF2B5EF4-FFF2-40B4-BE49-F238E27FC236}">
                  <a16:creationId xmlns:a16="http://schemas.microsoft.com/office/drawing/2014/main" id="{6A517001-4C7F-7735-A616-CA938D1E390E}"/>
                </a:ext>
              </a:extLst>
            </p:cNvPr>
            <p:cNvSpPr/>
            <p:nvPr/>
          </p:nvSpPr>
          <p:spPr>
            <a:xfrm>
              <a:off x="8909278" y="3855503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Star: 5 Points 25">
              <a:extLst>
                <a:ext uri="{FF2B5EF4-FFF2-40B4-BE49-F238E27FC236}">
                  <a16:creationId xmlns:a16="http://schemas.microsoft.com/office/drawing/2014/main" id="{E876E87D-FABF-8971-C765-DDAFD6E9EA06}"/>
                </a:ext>
              </a:extLst>
            </p:cNvPr>
            <p:cNvSpPr/>
            <p:nvPr/>
          </p:nvSpPr>
          <p:spPr>
            <a:xfrm>
              <a:off x="8448067" y="4467108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Star: 5 Points 26">
              <a:extLst>
                <a:ext uri="{FF2B5EF4-FFF2-40B4-BE49-F238E27FC236}">
                  <a16:creationId xmlns:a16="http://schemas.microsoft.com/office/drawing/2014/main" id="{A7D6AAEA-4308-6938-F206-31934F62090C}"/>
                </a:ext>
              </a:extLst>
            </p:cNvPr>
            <p:cNvSpPr/>
            <p:nvPr/>
          </p:nvSpPr>
          <p:spPr>
            <a:xfrm>
              <a:off x="9450698" y="3855503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Star: 5 Points 1">
              <a:extLst>
                <a:ext uri="{FF2B5EF4-FFF2-40B4-BE49-F238E27FC236}">
                  <a16:creationId xmlns:a16="http://schemas.microsoft.com/office/drawing/2014/main" id="{002F0ED3-1662-D31E-982B-D4876FAE3EC8}"/>
                </a:ext>
              </a:extLst>
            </p:cNvPr>
            <p:cNvSpPr/>
            <p:nvPr/>
          </p:nvSpPr>
          <p:spPr>
            <a:xfrm>
              <a:off x="8909277" y="5189003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Star: 5 Points 2">
              <a:extLst>
                <a:ext uri="{FF2B5EF4-FFF2-40B4-BE49-F238E27FC236}">
                  <a16:creationId xmlns:a16="http://schemas.microsoft.com/office/drawing/2014/main" id="{D32F26F2-BB03-9E7B-D871-A2B1B17404AC}"/>
                </a:ext>
              </a:extLst>
            </p:cNvPr>
            <p:cNvSpPr/>
            <p:nvPr/>
          </p:nvSpPr>
          <p:spPr>
            <a:xfrm>
              <a:off x="9450697" y="5058660"/>
              <a:ext cx="274865" cy="274173"/>
            </a:xfrm>
            <a:prstGeom prst="star5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88015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F4E89-8CDD-83A5-E51F-03E1B352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3CF067-C32C-C9DD-10C8-FDA4646EE876}"/>
              </a:ext>
            </a:extLst>
          </p:cNvPr>
          <p:cNvSpPr txBox="1"/>
          <p:nvPr/>
        </p:nvSpPr>
        <p:spPr>
          <a:xfrm>
            <a:off x="178404" y="647636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100">
                <a:highlight>
                  <a:srgbClr val="FFFFFF"/>
                </a:highlight>
                <a:ea typeface="+mn-lt"/>
                <a:cs typeface="+mn-lt"/>
              </a:rPr>
              <a:t>団長の御信託　より</a:t>
            </a:r>
            <a:endParaRPr lang="en-US" altLang="ja-JP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637E1-EE93-9765-3169-DBC940805AD8}"/>
              </a:ext>
            </a:extLst>
          </p:cNvPr>
          <p:cNvSpPr txBox="1"/>
          <p:nvPr/>
        </p:nvSpPr>
        <p:spPr>
          <a:xfrm>
            <a:off x="368070" y="372221"/>
            <a:ext cx="366368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ＭＳ Ｐゴシック"/>
              </a:rPr>
              <a:t>インセンティブ制度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C07D7-570B-5C39-DEA3-A853AA2104DA}"/>
              </a:ext>
            </a:extLst>
          </p:cNvPr>
          <p:cNvSpPr txBox="1"/>
          <p:nvPr/>
        </p:nvSpPr>
        <p:spPr>
          <a:xfrm>
            <a:off x="471715" y="3011714"/>
            <a:ext cx="11236476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sz="4800" b="1" i="0" u="none" strike="noStrike" baseline="0">
                <a:solidFill>
                  <a:srgbClr val="233A44"/>
                </a:solidFill>
                <a:ea typeface="Calibri"/>
              </a:rPr>
              <a:t>「将来の医療費を下げるための行動</a:t>
            </a:r>
            <a:r>
              <a:rPr lang="en-US" sz="4800" b="1" i="0" u="none" strike="noStrike" baseline="0">
                <a:solidFill>
                  <a:srgbClr val="233A44"/>
                </a:solidFill>
                <a:latin typeface="Calibri"/>
              </a:rPr>
              <a:t>」</a:t>
            </a:r>
            <a:endParaRPr lang="en-US" sz="4000"/>
          </a:p>
        </p:txBody>
      </p:sp>
    </p:spTree>
    <p:extLst>
      <p:ext uri="{BB962C8B-B14F-4D97-AF65-F5344CB8AC3E}">
        <p14:creationId xmlns:p14="http://schemas.microsoft.com/office/powerpoint/2010/main" val="3310419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8CF2F-CE27-085F-2D0F-081893249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80CD4EE-E88B-3357-1E18-F3652A9CDED9}"/>
              </a:ext>
            </a:extLst>
          </p:cNvPr>
          <p:cNvSpPr txBox="1"/>
          <p:nvPr/>
        </p:nvSpPr>
        <p:spPr>
          <a:xfrm>
            <a:off x="178404" y="647636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100">
                <a:highlight>
                  <a:srgbClr val="FFFFFF"/>
                </a:highlight>
                <a:ea typeface="+mn-lt"/>
                <a:cs typeface="+mn-lt"/>
              </a:rPr>
              <a:t>団長の御信託　より</a:t>
            </a:r>
            <a:endParaRPr lang="en-US" altLang="ja-JP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023919-924B-27F9-EAA5-D249B5015AB5}"/>
              </a:ext>
            </a:extLst>
          </p:cNvPr>
          <p:cNvSpPr txBox="1"/>
          <p:nvPr/>
        </p:nvSpPr>
        <p:spPr>
          <a:xfrm>
            <a:off x="368070" y="372221"/>
            <a:ext cx="366368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200">
                <a:ea typeface="ＭＳ Ｐゴシック"/>
              </a:rPr>
              <a:t>インセンティブ制度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44E767-3C8C-DBCE-A3C0-047F1255F4D1}"/>
              </a:ext>
            </a:extLst>
          </p:cNvPr>
          <p:cNvSpPr txBox="1"/>
          <p:nvPr/>
        </p:nvSpPr>
        <p:spPr>
          <a:xfrm>
            <a:off x="471715" y="2642383"/>
            <a:ext cx="11236476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4800" b="1">
                <a:solidFill>
                  <a:srgbClr val="233A44"/>
                </a:solidFill>
                <a:latin typeface="Calibri"/>
                <a:ea typeface="Calibri"/>
                <a:cs typeface="Calibri"/>
              </a:rPr>
              <a:t>その相関を分析し、どう機能し</a:t>
            </a:r>
            <a:endParaRPr lang="ja-JP" altLang="en-US" sz="4800" b="1" dirty="0">
              <a:solidFill>
                <a:srgbClr val="233A44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ja-JP" altLang="en-US" sz="4800" b="1">
                <a:solidFill>
                  <a:srgbClr val="233A44"/>
                </a:solidFill>
                <a:latin typeface="Calibri"/>
                <a:ea typeface="Calibri"/>
                <a:cs typeface="Calibri"/>
              </a:rPr>
              <a:t>いくら（円単位で）変わるのだろうか</a:t>
            </a:r>
            <a:endParaRPr lang="ja-JP" altLang="en-US" sz="4800" b="1" dirty="0">
              <a:solidFill>
                <a:srgbClr val="233A44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04639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6D2F3-48FD-6817-DD5A-6ACA178FA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5DDD83C-6B4A-1ECD-99E7-32BAE3BD83DB}"/>
              </a:ext>
            </a:extLst>
          </p:cNvPr>
          <p:cNvSpPr txBox="1"/>
          <p:nvPr/>
        </p:nvSpPr>
        <p:spPr>
          <a:xfrm>
            <a:off x="178404" y="647636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100">
                <a:highlight>
                  <a:srgbClr val="FFFFFF"/>
                </a:highlight>
                <a:ea typeface="ＭＳ Ｐゴシック"/>
              </a:rPr>
              <a:t>ナガサキケンポー団　団員　漆黒の中から、こんばんわ　直井さん　作成</a:t>
            </a:r>
            <a:endParaRPr lang="ja-JP" altLang="en-US" sz="1100">
              <a:highlight>
                <a:srgbClr val="FFFFFF"/>
              </a:highlight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ADFA4-8687-F8AA-32CF-BBA55E00FC1E}"/>
              </a:ext>
            </a:extLst>
          </p:cNvPr>
          <p:cNvSpPr txBox="1"/>
          <p:nvPr/>
        </p:nvSpPr>
        <p:spPr>
          <a:xfrm>
            <a:off x="368070" y="372221"/>
            <a:ext cx="36636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sz="2800">
                <a:ea typeface="ＭＳ Ｐゴシック"/>
              </a:rPr>
              <a:t>シミュレーター（モック）</a:t>
            </a:r>
            <a:endParaRPr lang="en-US" altLang="ja-JP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37F6E5-F48B-189D-DFFC-F798690408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31" r="794"/>
          <a:stretch>
            <a:fillRect/>
          </a:stretch>
        </p:blipFill>
        <p:spPr>
          <a:xfrm>
            <a:off x="780143" y="895048"/>
            <a:ext cx="10631768" cy="533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0119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AEE5E-58A5-21A4-30E6-53FD5C54D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A4616B-45A6-DAF1-9C68-E8C59572F620}"/>
              </a:ext>
            </a:extLst>
          </p:cNvPr>
          <p:cNvSpPr txBox="1"/>
          <p:nvPr/>
        </p:nvSpPr>
        <p:spPr>
          <a:xfrm>
            <a:off x="368070" y="372221"/>
            <a:ext cx="36636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sz="2800">
                <a:ea typeface="ＭＳ Ｐゴシック"/>
              </a:rPr>
              <a:t>シミュレーター（モック）</a:t>
            </a:r>
            <a:endParaRPr lang="en-US" altLang="ja-JP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9BB178-EF37-D5A3-8EF0-4DBE7294F367}"/>
              </a:ext>
            </a:extLst>
          </p:cNvPr>
          <p:cNvSpPr txBox="1"/>
          <p:nvPr/>
        </p:nvSpPr>
        <p:spPr>
          <a:xfrm>
            <a:off x="1078239" y="2647042"/>
            <a:ext cx="100309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9600" b="1">
                <a:latin typeface="Aptos Display"/>
                <a:ea typeface="Meiryo"/>
              </a:rPr>
              <a:t>実際に見てみるゾ</a:t>
            </a:r>
            <a:endParaRPr lang="en-US" altLang="ja-JP" sz="9600" b="1">
              <a:latin typeface="Aptos Display"/>
              <a:ea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7670071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FA566-F0F6-A695-85AD-74D48B0DB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4093DC1-5AFD-D2B5-FC72-F48C5DC3AB69}"/>
              </a:ext>
            </a:extLst>
          </p:cNvPr>
          <p:cNvSpPr txBox="1"/>
          <p:nvPr/>
        </p:nvSpPr>
        <p:spPr>
          <a:xfrm>
            <a:off x="178404" y="647636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100" b="1">
                <a:highlight>
                  <a:srgbClr val="FFFFFF"/>
                </a:highlight>
                <a:latin typeface="游ゴシック"/>
                <a:ea typeface="游ゴシック"/>
              </a:rPr>
              <a:t>団長の御信託より</a:t>
            </a:r>
            <a:endParaRPr lang="ja-JP" altLang="en-US" sz="1100" b="1" dirty="0">
              <a:highlight>
                <a:srgbClr val="FFFFFF"/>
              </a:highlight>
              <a:latin typeface="游ゴシック"/>
              <a:ea typeface="游ゴシック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E6F032-1507-D311-BC2C-5013D2DB40BF}"/>
              </a:ext>
            </a:extLst>
          </p:cNvPr>
          <p:cNvSpPr txBox="1"/>
          <p:nvPr/>
        </p:nvSpPr>
        <p:spPr>
          <a:xfrm>
            <a:off x="368070" y="372221"/>
            <a:ext cx="432235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sz="2800" dirty="0">
                <a:latin typeface="Aptos Display"/>
                <a:ea typeface="游ゴシック"/>
              </a:rPr>
              <a:t>シミュレータ</a:t>
            </a:r>
            <a:r>
              <a:rPr lang="ja-JP" sz="2800" dirty="0" err="1">
                <a:latin typeface="Aptos Display"/>
                <a:ea typeface="游ゴシック"/>
              </a:rPr>
              <a:t>ー</a:t>
            </a:r>
            <a:r>
              <a:rPr lang="en-US" altLang="ja-JP" sz="2800" dirty="0" err="1">
                <a:latin typeface="Aptos Display"/>
                <a:ea typeface="游ゴシック"/>
              </a:rPr>
              <a:t>_最終</a:t>
            </a:r>
            <a:r>
              <a:rPr lang="en-US" altLang="ja-JP" sz="2800" dirty="0">
                <a:latin typeface="Aptos Display"/>
                <a:ea typeface="游ゴシック"/>
              </a:rPr>
              <a:t>目標</a:t>
            </a:r>
            <a:endParaRPr lang="ja-JP" altLang="en-US" dirty="0" err="1">
              <a:latin typeface="Aptos Display"/>
              <a:ea typeface="游ゴシック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75285-89DB-B6C8-B61B-17E48AAC882F}"/>
              </a:ext>
            </a:extLst>
          </p:cNvPr>
          <p:cNvSpPr txBox="1"/>
          <p:nvPr/>
        </p:nvSpPr>
        <p:spPr>
          <a:xfrm>
            <a:off x="492627" y="1220799"/>
            <a:ext cx="11190594" cy="553997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4800">
                <a:latin typeface="Aptos Display"/>
                <a:ea typeface="游ゴシック"/>
              </a:rPr>
              <a:t>使った人（ex.裁断者）が</a:t>
            </a:r>
            <a:endParaRPr lang="en-US" sz="4800">
              <a:latin typeface="Aptos Display"/>
              <a:ea typeface="游ゴシック"/>
            </a:endParaRPr>
          </a:p>
          <a:p>
            <a:r>
              <a:rPr lang="ja-JP" altLang="en-US" sz="4800">
                <a:latin typeface="Aptos Display"/>
                <a:ea typeface="游ゴシック"/>
              </a:rPr>
              <a:t>例えば・・・</a:t>
            </a:r>
            <a:endParaRPr lang="ja-JP" altLang="en-US" sz="4800" dirty="0">
              <a:latin typeface="Aptos Display"/>
              <a:ea typeface="游ゴシック"/>
            </a:endParaRPr>
          </a:p>
          <a:p>
            <a:r>
              <a:rPr lang="ja-JP" altLang="en-US" sz="4800">
                <a:latin typeface="Aptos Display"/>
                <a:ea typeface="游ゴシック"/>
              </a:rPr>
              <a:t>『こんなにコストが下がるなら、</a:t>
            </a:r>
            <a:endParaRPr lang="en-US" altLang="ja-JP" sz="4800">
              <a:latin typeface="Aptos Display"/>
              <a:ea typeface="游ゴシック"/>
            </a:endParaRPr>
          </a:p>
          <a:p>
            <a:r>
              <a:rPr lang="ja-JP" altLang="en-US" sz="4800">
                <a:latin typeface="Aptos Display"/>
                <a:ea typeface="游ゴシック"/>
              </a:rPr>
              <a:t>社員の健診日を有給にしよう</a:t>
            </a:r>
            <a:r>
              <a:rPr lang="en-US" altLang="ja-JP" sz="4800">
                <a:latin typeface="Aptos Display"/>
                <a:ea typeface="游ゴシック"/>
              </a:rPr>
              <a:t>』</a:t>
            </a:r>
            <a:r>
              <a:rPr lang="ja-JP" sz="4800">
                <a:latin typeface="Aptos Display"/>
                <a:ea typeface="游ゴシック"/>
              </a:rPr>
              <a:t>と</a:t>
            </a:r>
            <a:endParaRPr lang="en-US" altLang="ja-JP" sz="4800">
              <a:latin typeface="Aptos Display"/>
              <a:ea typeface="游ゴシック"/>
            </a:endParaRPr>
          </a:p>
          <a:p>
            <a:r>
              <a:rPr lang="ja-JP" sz="9600" b="1">
                <a:latin typeface="Aptos Display"/>
                <a:ea typeface="游ゴシック"/>
              </a:rPr>
              <a:t>決断</a:t>
            </a:r>
            <a:r>
              <a:rPr lang="ja-JP" altLang="en-US" sz="9600">
                <a:latin typeface="Aptos Display"/>
                <a:ea typeface="游ゴシック"/>
              </a:rPr>
              <a:t>できるように。</a:t>
            </a:r>
            <a:endParaRPr lang="en-US" sz="9600">
              <a:latin typeface="Aptos Display"/>
              <a:ea typeface="游ゴシック"/>
            </a:endParaRPr>
          </a:p>
          <a:p>
            <a:endParaRPr lang="ja-JP" altLang="en-US" sz="4800" dirty="0">
              <a:latin typeface="Aptos Display"/>
              <a:ea typeface="游ゴシック"/>
            </a:endParaRPr>
          </a:p>
          <a:p>
            <a:endParaRPr lang="en-US" dirty="0">
              <a:latin typeface="Aptos Display"/>
              <a:ea typeface="游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486208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3F786-C1A0-9939-E5E9-00A1E4783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DC0F46-D886-1732-1CD9-940EF902E24E}"/>
              </a:ext>
            </a:extLst>
          </p:cNvPr>
          <p:cNvSpPr txBox="1"/>
          <p:nvPr/>
        </p:nvSpPr>
        <p:spPr>
          <a:xfrm>
            <a:off x="178404" y="6476362"/>
            <a:ext cx="475848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100" b="1">
                <a:highlight>
                  <a:srgbClr val="FFFFFF"/>
                </a:highlight>
                <a:ea typeface="ＭＳ Ｐゴシック"/>
              </a:rPr>
              <a:t>団長の御信託より</a:t>
            </a:r>
            <a:endParaRPr lang="ja-JP" altLang="en-US" sz="1100" b="1" dirty="0">
              <a:highlight>
                <a:srgbClr val="FFFFFF"/>
              </a:highlight>
              <a:ea typeface="ＭＳ Ｐゴシック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3EC63F-11EE-A09B-CFF9-47B27EB5297F}"/>
              </a:ext>
            </a:extLst>
          </p:cNvPr>
          <p:cNvSpPr txBox="1"/>
          <p:nvPr/>
        </p:nvSpPr>
        <p:spPr>
          <a:xfrm>
            <a:off x="368070" y="372221"/>
            <a:ext cx="36636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2800" dirty="0" err="1">
                <a:ea typeface="ＭＳ Ｐゴシック" panose="020B0600070205080204" pitchFamily="34" charset="-128"/>
              </a:rPr>
              <a:t>ミッション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B05015-2AA5-1AF3-D1DB-431F330B5292}"/>
              </a:ext>
            </a:extLst>
          </p:cNvPr>
          <p:cNvSpPr txBox="1"/>
          <p:nvPr/>
        </p:nvSpPr>
        <p:spPr>
          <a:xfrm>
            <a:off x="2055371" y="1711578"/>
            <a:ext cx="8065104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8000">
                <a:latin typeface="MS PGothic"/>
                <a:ea typeface="MS PGothic"/>
              </a:rPr>
              <a:t>「経営者と従業員の</a:t>
            </a:r>
            <a:r>
              <a:rPr lang="en-US" sz="8000">
                <a:latin typeface="MS PGothic"/>
                <a:ea typeface="MS PGothic"/>
              </a:rPr>
              <a:t>『</a:t>
            </a:r>
            <a:r>
              <a:rPr lang="ja-JP" altLang="en-US" sz="8000">
                <a:latin typeface="MS PGothic"/>
                <a:ea typeface="MS PGothic"/>
              </a:rPr>
              <a:t>行動変容</a:t>
            </a:r>
            <a:r>
              <a:rPr lang="en-US" sz="8000">
                <a:latin typeface="MS PGothic"/>
                <a:ea typeface="MS PGothic"/>
              </a:rPr>
              <a:t>』</a:t>
            </a:r>
            <a:r>
              <a:rPr lang="ja-JP" altLang="en-US" sz="8000">
                <a:latin typeface="MS PGothic"/>
                <a:ea typeface="MS PGothic"/>
              </a:rPr>
              <a:t>を起こすこと」 </a:t>
            </a:r>
            <a:endParaRPr lang="en-US" altLang="ja-JP" sz="8000">
              <a:latin typeface="MS PGothic"/>
              <a:ea typeface="MS PGothic"/>
            </a:endParaRPr>
          </a:p>
          <a:p>
            <a:endParaRPr lang="ja-JP" altLang="en-US" dirty="0">
              <a:latin typeface="MS PGothic"/>
              <a:ea typeface="MS PGothic"/>
            </a:endParaRPr>
          </a:p>
          <a:p>
            <a:endParaRPr lang="en-US" dirty="0">
              <a:latin typeface="Aptos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30557686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E6EB0-3757-082B-BB33-55ECE1C32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282D61-D34B-5102-72C6-D45A3E2123EC}"/>
              </a:ext>
            </a:extLst>
          </p:cNvPr>
          <p:cNvSpPr txBox="1"/>
          <p:nvPr/>
        </p:nvSpPr>
        <p:spPr>
          <a:xfrm>
            <a:off x="178404" y="6476362"/>
            <a:ext cx="475848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sz="1100" b="1">
                <a:highlight>
                  <a:srgbClr val="FFFFFF"/>
                </a:highlight>
                <a:ea typeface="ＭＳ Ｐゴシック"/>
              </a:rPr>
              <a:t>データ分析で挑戦！「長崎県民の手取りを増やす」健康プロジェクト</a:t>
            </a:r>
            <a:endParaRPr lang="ja-JP" sz="1100">
              <a:highlight>
                <a:srgbClr val="FFFFFF"/>
              </a:highlight>
              <a:ea typeface="ＭＳ Ｐゴシック"/>
            </a:endParaRPr>
          </a:p>
          <a:p>
            <a:endParaRPr lang="ja-JP" altLang="en-US" sz="1100" b="1" dirty="0">
              <a:highlight>
                <a:srgbClr val="FFFFFF"/>
              </a:highlight>
              <a:ea typeface="ＭＳ Ｐゴシック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C990B5-78A9-15E5-0D79-2A8CAC04C652}"/>
              </a:ext>
            </a:extLst>
          </p:cNvPr>
          <p:cNvSpPr txBox="1"/>
          <p:nvPr/>
        </p:nvSpPr>
        <p:spPr>
          <a:xfrm>
            <a:off x="368070" y="372221"/>
            <a:ext cx="36636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>
                <a:ea typeface="ＭＳ Ｐゴシック"/>
              </a:rPr>
              <a:t>そのほか行ったこと</a:t>
            </a:r>
            <a:endParaRPr lang="en-US" altLang="ja-JP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7BEF48-9F64-6CBF-C46D-4F025201980A}"/>
              </a:ext>
            </a:extLst>
          </p:cNvPr>
          <p:cNvSpPr txBox="1"/>
          <p:nvPr/>
        </p:nvSpPr>
        <p:spPr>
          <a:xfrm>
            <a:off x="2571981" y="1840730"/>
            <a:ext cx="7044799" cy="29665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ja-JP" altLang="en-US" sz="3200" b="1">
                <a:latin typeface="Aptos Display"/>
                <a:ea typeface="MS PGothic"/>
              </a:rPr>
              <a:t>シェアポイント確認、</a:t>
            </a:r>
            <a:endParaRPr lang="en-US" altLang="ja-JP" sz="3200" b="1">
              <a:latin typeface="Aptos Display"/>
              <a:ea typeface="ＭＳ Ｐゴシック"/>
            </a:endParaRPr>
          </a:p>
          <a:p>
            <a:pPr>
              <a:lnSpc>
                <a:spcPct val="150000"/>
              </a:lnSpc>
            </a:pPr>
            <a:r>
              <a:rPr lang="ja-JP" altLang="en-US" sz="3200" b="1">
                <a:latin typeface="Aptos Display"/>
                <a:ea typeface="MS PGothic"/>
              </a:rPr>
              <a:t>会議のレギュレーション、</a:t>
            </a:r>
            <a:endParaRPr lang="ja-JP" sz="3200" b="1">
              <a:latin typeface="Aptos Display"/>
              <a:ea typeface="ＭＳ Ｐゴシック" panose="020B0600070205080204" pitchFamily="34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3200" b="1">
                <a:latin typeface="Aptos Display"/>
                <a:ea typeface="MS PGothic"/>
              </a:rPr>
              <a:t>オンラインでブレスト練習</a:t>
            </a:r>
          </a:p>
          <a:p>
            <a:pPr>
              <a:lnSpc>
                <a:spcPct val="150000"/>
              </a:lnSpc>
            </a:pPr>
            <a:r>
              <a:rPr lang="ja-JP" altLang="en-US" sz="3200" b="1">
                <a:latin typeface="Aptos Display"/>
                <a:ea typeface="MS PGothic"/>
              </a:rPr>
              <a:t>そのほか</a:t>
            </a:r>
            <a:endParaRPr lang="ja-JP" sz="3200" b="1">
              <a:latin typeface="Aptos Display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7884676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3A8FB-C632-7F29-D78A-878C99677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AEB30E-8CDD-9643-2AAF-E7310EF9B695}"/>
              </a:ext>
            </a:extLst>
          </p:cNvPr>
          <p:cNvSpPr txBox="1"/>
          <p:nvPr/>
        </p:nvSpPr>
        <p:spPr>
          <a:xfrm>
            <a:off x="178404" y="6476362"/>
            <a:ext cx="475848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sz="1100" b="1">
                <a:highlight>
                  <a:srgbClr val="FFFFFF"/>
                </a:highlight>
                <a:ea typeface="ＭＳ Ｐゴシック"/>
              </a:rPr>
              <a:t>データ分析で挑戦！「長崎県民の手取りを増やす」健康プロジェクト</a:t>
            </a:r>
            <a:endParaRPr lang="ja-JP" sz="1100">
              <a:highlight>
                <a:srgbClr val="FFFFFF"/>
              </a:highlight>
              <a:ea typeface="ＭＳ Ｐゴシック"/>
            </a:endParaRPr>
          </a:p>
          <a:p>
            <a:endParaRPr lang="ja-JP" altLang="en-US" sz="1100" b="1" dirty="0">
              <a:highlight>
                <a:srgbClr val="FFFFFF"/>
              </a:highlight>
              <a:ea typeface="ＭＳ Ｐゴシック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D3A94-B5B1-77ED-9218-EB2940AEC918}"/>
              </a:ext>
            </a:extLst>
          </p:cNvPr>
          <p:cNvSpPr txBox="1"/>
          <p:nvPr/>
        </p:nvSpPr>
        <p:spPr>
          <a:xfrm>
            <a:off x="368070" y="372221"/>
            <a:ext cx="36636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>
                <a:ea typeface="ＭＳ Ｐゴシック"/>
              </a:rPr>
              <a:t>このあと</a:t>
            </a:r>
            <a:endParaRPr lang="ja-JP" altLang="en-US" sz="2800" dirty="0">
              <a:ea typeface="ＭＳ Ｐゴシック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5F386B-EF84-0781-8051-F0099F0F1778}"/>
              </a:ext>
            </a:extLst>
          </p:cNvPr>
          <p:cNvSpPr txBox="1"/>
          <p:nvPr/>
        </p:nvSpPr>
        <p:spPr>
          <a:xfrm>
            <a:off x="453880" y="1530765"/>
            <a:ext cx="1128100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8000">
                <a:latin typeface="MS PGothic"/>
                <a:ea typeface="MS PGothic"/>
              </a:rPr>
              <a:t>​WEB会議で起こった微妙な認識のズレをただし</a:t>
            </a:r>
          </a:p>
          <a:p>
            <a:r>
              <a:rPr lang="ja-JP" altLang="en-US" sz="8000">
                <a:latin typeface="MS PGothic"/>
                <a:ea typeface="MS PGothic"/>
              </a:rPr>
              <a:t>一体感持って取り組む。</a:t>
            </a:r>
            <a:endParaRPr lang="ja-JP" altLang="en-US" sz="8000" dirty="0">
              <a:latin typeface="MS PGothic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18542237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8CBC8-24E8-22FA-E45E-BB4BAADF0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57493-B2BD-78C9-A952-17BEB132F631}"/>
              </a:ext>
            </a:extLst>
          </p:cNvPr>
          <p:cNvSpPr txBox="1"/>
          <p:nvPr/>
        </p:nvSpPr>
        <p:spPr>
          <a:xfrm>
            <a:off x="178404" y="6476362"/>
            <a:ext cx="475848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sz="1100" b="1">
                <a:highlight>
                  <a:srgbClr val="FFFFFF"/>
                </a:highlight>
                <a:ea typeface="ＭＳ Ｐゴシック"/>
              </a:rPr>
              <a:t>データ分析で挑戦！「長崎県民の手取りを増やす」健康プロジェクト</a:t>
            </a:r>
            <a:endParaRPr lang="ja-JP" sz="1100">
              <a:highlight>
                <a:srgbClr val="FFFFFF"/>
              </a:highlight>
              <a:ea typeface="ＭＳ Ｐゴシック"/>
            </a:endParaRPr>
          </a:p>
          <a:p>
            <a:endParaRPr lang="ja-JP" altLang="en-US" sz="1100" b="1" dirty="0">
              <a:highlight>
                <a:srgbClr val="FFFFFF"/>
              </a:highlight>
              <a:ea typeface="ＭＳ Ｐゴシック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512024-A0FF-C173-9DC9-82312741238F}"/>
              </a:ext>
            </a:extLst>
          </p:cNvPr>
          <p:cNvSpPr txBox="1"/>
          <p:nvPr/>
        </p:nvSpPr>
        <p:spPr>
          <a:xfrm>
            <a:off x="368070" y="372221"/>
            <a:ext cx="36636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>
                <a:ea typeface="ＭＳ Ｐゴシック"/>
              </a:rPr>
              <a:t>このあと</a:t>
            </a:r>
            <a:endParaRPr lang="ja-JP" altLang="en-US" sz="2800" dirty="0">
              <a:ea typeface="ＭＳ Ｐゴシック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82720-AF6E-E7A2-A6AB-767E3325CC5E}"/>
              </a:ext>
            </a:extLst>
          </p:cNvPr>
          <p:cNvSpPr txBox="1"/>
          <p:nvPr/>
        </p:nvSpPr>
        <p:spPr>
          <a:xfrm>
            <a:off x="453880" y="1530765"/>
            <a:ext cx="1128100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8000">
                <a:latin typeface="MS PGothic"/>
                <a:ea typeface="MS PGothic"/>
              </a:rPr>
              <a:t>​分析と運用に関しては</a:t>
            </a:r>
          </a:p>
          <a:p>
            <a:r>
              <a:rPr lang="ja-JP" altLang="en-US" sz="8000">
                <a:latin typeface="MS PGothic"/>
                <a:ea typeface="MS PGothic"/>
              </a:rPr>
              <a:t>改めてファシリテーター</a:t>
            </a:r>
          </a:p>
          <a:p>
            <a:r>
              <a:rPr lang="ja-JP" altLang="en-US" sz="8000">
                <a:latin typeface="MS PGothic"/>
                <a:ea typeface="MS PGothic"/>
              </a:rPr>
              <a:t>一藤先生と詰めます。</a:t>
            </a:r>
            <a:endParaRPr lang="ja-JP" altLang="en-US" sz="8000" dirty="0">
              <a:latin typeface="MS PGothic"/>
              <a:ea typeface="MS PGothic"/>
            </a:endParaRPr>
          </a:p>
        </p:txBody>
      </p:sp>
    </p:spTree>
    <p:extLst>
      <p:ext uri="{BB962C8B-B14F-4D97-AF65-F5344CB8AC3E}">
        <p14:creationId xmlns:p14="http://schemas.microsoft.com/office/powerpoint/2010/main" val="13238205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305F0-368B-0891-2900-5833E03B5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115930-3D40-9751-9CE7-ECF043253E25}"/>
              </a:ext>
            </a:extLst>
          </p:cNvPr>
          <p:cNvSpPr txBox="1"/>
          <p:nvPr/>
        </p:nvSpPr>
        <p:spPr>
          <a:xfrm>
            <a:off x="3737437" y="2480407"/>
            <a:ext cx="471838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9600">
                <a:latin typeface="Aptos Display"/>
                <a:ea typeface="ＭＳ Ｐゴシック"/>
              </a:rPr>
              <a:t>終わり。</a:t>
            </a:r>
            <a:endParaRPr lang="en-US" sz="9600">
              <a:latin typeface="Aptos Display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C828FC-F321-3E43-F4AB-0C69AFEDB295}"/>
              </a:ext>
            </a:extLst>
          </p:cNvPr>
          <p:cNvSpPr txBox="1"/>
          <p:nvPr/>
        </p:nvSpPr>
        <p:spPr>
          <a:xfrm>
            <a:off x="2944677" y="4051991"/>
            <a:ext cx="582127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>
                <a:ea typeface="ＭＳ Ｐゴシック"/>
              </a:rPr>
              <a:t>質問は適宜、団長、メンバーとお答えします。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359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791FBE46F30B9645A363559095358883" ma:contentTypeVersion="11" ma:contentTypeDescription="新しいドキュメントを作成します。" ma:contentTypeScope="" ma:versionID="63749f3fb80612aed3e029516aacef76">
  <xsd:schema xmlns:xsd="http://www.w3.org/2001/XMLSchema" xmlns:xs="http://www.w3.org/2001/XMLSchema" xmlns:p="http://schemas.microsoft.com/office/2006/metadata/properties" xmlns:ns2="09145a60-8193-4ef9-9bfb-5be5473dd1fb" xmlns:ns3="cf6b417a-a01e-4c9e-86f7-df4e372b5e16" targetNamespace="http://schemas.microsoft.com/office/2006/metadata/properties" ma:root="true" ma:fieldsID="8a2785a53d636fbd340ca71639342d5d" ns2:_="" ns3:_="">
    <xsd:import namespace="09145a60-8193-4ef9-9bfb-5be5473dd1fb"/>
    <xsd:import namespace="cf6b417a-a01e-4c9e-86f7-df4e372b5e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145a60-8193-4ef9-9bfb-5be5473dd1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画像タグ" ma:readOnly="false" ma:fieldId="{5cf76f15-5ced-4ddc-b409-7134ff3c332f}" ma:taxonomyMulti="true" ma:sspId="b5dbca49-9807-4b4a-a9f6-911112dc69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6b417a-a01e-4c9e-86f7-df4e372b5e1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051dec24-8445-4afc-ac2b-de950df422a4}" ma:internalName="TaxCatchAll" ma:showField="CatchAllData" ma:web="cf6b417a-a01e-4c9e-86f7-df4e372b5e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6b417a-a01e-4c9e-86f7-df4e372b5e16" xsi:nil="true"/>
    <lcf76f155ced4ddcb4097134ff3c332f xmlns="09145a60-8193-4ef9-9bfb-5be5473dd1f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E065476-D03D-4CC8-91C6-0E74F1065DC6}">
  <ds:schemaRefs>
    <ds:schemaRef ds:uri="09145a60-8193-4ef9-9bfb-5be5473dd1fb"/>
    <ds:schemaRef ds:uri="cf6b417a-a01e-4c9e-86f7-df4e372b5e1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559A483-AA29-408A-9251-6F6F359CF96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BA44AF-4691-4B20-A74E-9D9F49B72892}">
  <ds:schemaRefs>
    <ds:schemaRef ds:uri="09145a60-8193-4ef9-9bfb-5be5473dd1fb"/>
    <ds:schemaRef ds:uri="cf6b417a-a01e-4c9e-86f7-df4e372b5e16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テーマ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448</cp:revision>
  <dcterms:created xsi:type="dcterms:W3CDTF">2026-04-11T10:39:33Z</dcterms:created>
  <dcterms:modified xsi:type="dcterms:W3CDTF">2026-04-13T08:40:14Z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0x010100791FBE46F30B9645A363559095358883</vt:lpwstr>
  </property>
  <property fmtid="{D5CDD505-2E9C-101B-9397-08002B2CF9AE}" pid="3" name="MediaServiceImageTags">
    <vt:lpwstr/>
  </property>
</Properties>
</file>