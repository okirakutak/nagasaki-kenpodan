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7" r:id="rId9"/>
    <p:sldId id="268" r:id="rId10"/>
    <p:sldId id="269" r:id="rId11"/>
    <p:sldId id="301" r:id="rId12"/>
    <p:sldId id="270" r:id="rId13"/>
    <p:sldId id="272" r:id="rId14"/>
    <p:sldId id="275" r:id="rId15"/>
    <p:sldId id="276" r:id="rId16"/>
    <p:sldId id="307" r:id="rId17"/>
    <p:sldId id="277" r:id="rId18"/>
    <p:sldId id="278" r:id="rId19"/>
    <p:sldId id="279" r:id="rId20"/>
    <p:sldId id="290" r:id="rId21"/>
    <p:sldId id="304" r:id="rId22"/>
    <p:sldId id="295" r:id="rId23"/>
    <p:sldId id="316" r:id="rId24"/>
    <p:sldId id="322" r:id="rId25"/>
    <p:sldId id="315" r:id="rId26"/>
    <p:sldId id="297" r:id="rId27"/>
    <p:sldId id="298" r:id="rId28"/>
    <p:sldId id="312" r:id="rId29"/>
    <p:sldId id="317" r:id="rId30"/>
    <p:sldId id="313" r:id="rId31"/>
    <p:sldId id="318" r:id="rId32"/>
    <p:sldId id="319" r:id="rId33"/>
    <p:sldId id="274" r:id="rId34"/>
    <p:sldId id="273" r:id="rId35"/>
    <p:sldId id="306" r:id="rId36"/>
    <p:sldId id="309" r:id="rId37"/>
    <p:sldId id="305" r:id="rId38"/>
    <p:sldId id="280" r:id="rId39"/>
    <p:sldId id="288" r:id="rId40"/>
    <p:sldId id="281" r:id="rId41"/>
    <p:sldId id="282" r:id="rId42"/>
    <p:sldId id="283" r:id="rId43"/>
    <p:sldId id="284" r:id="rId44"/>
    <p:sldId id="314" r:id="rId45"/>
    <p:sldId id="320" r:id="rId46"/>
    <p:sldId id="321" r:id="rId47"/>
    <p:sldId id="285" r:id="rId48"/>
    <p:sldId id="286" r:id="rId49"/>
    <p:sldId id="287" r:id="rId50"/>
    <p:sldId id="310" r:id="rId51"/>
    <p:sldId id="289" r:id="rId5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B0A4"/>
    <a:srgbClr val="7B877F"/>
    <a:srgbClr val="919299"/>
    <a:srgbClr val="9E9E9E"/>
    <a:srgbClr val="BABABA"/>
    <a:srgbClr val="A67555"/>
    <a:srgbClr val="9C6038"/>
    <a:srgbClr val="BA8561"/>
    <a:srgbClr val="BD7C51"/>
    <a:srgbClr val="B365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1C009F-E4DD-5474-7B38-0F76E8191C33}" v="71" dt="2026-07-15T08:57:34.257"/>
    <p1510:client id="{2D9A5B4F-F356-11A4-18A6-A0FFD094425F}" v="1426" dt="2026-07-14T21:22:45.464"/>
    <p1510:client id="{378F3782-DCCD-4041-BD93-E3D5CB22EE31}" v="98" dt="2026-07-15T06:58:04.523"/>
    <p1510:client id="{6CD6E082-6501-4D9A-4072-2F00633EE1C5}" v="7" dt="2026-07-15T07:16:10.654"/>
    <p1510:client id="{B53749ED-185A-F3FC-C2F9-01A0450953EC}" v="3327" dt="2026-07-14T16:03:20.023"/>
    <p1510:client id="{FBB8BF1E-F133-256E-2CC5-745DA867D70C}" v="41" dt="2026-07-15T06:09:48.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加藤　空武" userId="S::polyline510_gmail.com#ext#@msccnagasakiuac.onmicrosoft.com::cb45b1e7-d79c-4ed4-a610-dbd868304ab6" providerId="AD" clId="Web-{D6F07AD4-3A10-70DE-CAC8-31D570BCE508}"/>
    <pc:docChg chg="addSld delSld modSld">
      <pc:chgData name="加藤　空武" userId="S::polyline510_gmail.com#ext#@msccnagasakiuac.onmicrosoft.com::cb45b1e7-d79c-4ed4-a610-dbd868304ab6" providerId="AD" clId="Web-{D6F07AD4-3A10-70DE-CAC8-31D570BCE508}" dt="2026-07-01T06:34:16.496" v="83" actId="1076"/>
      <pc:docMkLst>
        <pc:docMk/>
      </pc:docMkLst>
      <pc:sldChg chg="addSp delSp modSp">
        <pc:chgData name="加藤　空武" userId="S::polyline510_gmail.com#ext#@msccnagasakiuac.onmicrosoft.com::cb45b1e7-d79c-4ed4-a610-dbd868304ab6" providerId="AD" clId="Web-{D6F07AD4-3A10-70DE-CAC8-31D570BCE508}" dt="2026-07-01T06:34:16.496" v="83" actId="1076"/>
        <pc:sldMkLst>
          <pc:docMk/>
          <pc:sldMk cId="2128380218" sldId="256"/>
        </pc:sldMkLst>
        <pc:picChg chg="add mod">
          <ac:chgData name="加藤　空武" userId="S::polyline510_gmail.com#ext#@msccnagasakiuac.onmicrosoft.com::cb45b1e7-d79c-4ed4-a610-dbd868304ab6" providerId="AD" clId="Web-{D6F07AD4-3A10-70DE-CAC8-31D570BCE508}" dt="2026-07-01T06:34:16.496" v="83" actId="1076"/>
          <ac:picMkLst>
            <pc:docMk/>
            <pc:sldMk cId="2128380218" sldId="256"/>
            <ac:picMk id="6" creationId="{554C4F8C-DB0D-5A15-5025-000D8DAC6A7A}"/>
          </ac:picMkLst>
        </pc:picChg>
      </pc:sldChg>
      <pc:sldChg chg="modSp add replId">
        <pc:chgData name="加藤　空武" userId="S::polyline510_gmail.com#ext#@msccnagasakiuac.onmicrosoft.com::cb45b1e7-d79c-4ed4-a610-dbd868304ab6" providerId="AD" clId="Web-{D6F07AD4-3A10-70DE-CAC8-31D570BCE508}" dt="2026-07-01T06:33:53.402" v="78" actId="1076"/>
        <pc:sldMkLst>
          <pc:docMk/>
          <pc:sldMk cId="2661994324" sldId="257"/>
        </pc:sldMkLst>
        <pc:picChg chg="mod">
          <ac:chgData name="加藤　空武" userId="S::polyline510_gmail.com#ext#@msccnagasakiuac.onmicrosoft.com::cb45b1e7-d79c-4ed4-a610-dbd868304ab6" providerId="AD" clId="Web-{D6F07AD4-3A10-70DE-CAC8-31D570BCE508}" dt="2026-07-01T06:33:53.402" v="78" actId="1076"/>
          <ac:picMkLst>
            <pc:docMk/>
            <pc:sldMk cId="2661994324" sldId="257"/>
            <ac:picMk id="6" creationId="{7603B141-CDA9-EAA0-33FF-5DF08CF49171}"/>
          </ac:picMkLst>
        </pc:picChg>
      </pc:sldChg>
      <pc:sldChg chg="add replId">
        <pc:chgData name="加藤　空武" userId="S::polyline510_gmail.com#ext#@msccnagasakiuac.onmicrosoft.com::cb45b1e7-d79c-4ed4-a610-dbd868304ab6" providerId="AD" clId="Web-{D6F07AD4-3A10-70DE-CAC8-31D570BCE508}" dt="2026-07-01T06:33:59.574" v="79"/>
        <pc:sldMkLst>
          <pc:docMk/>
          <pc:sldMk cId="4254256565" sldId="258"/>
        </pc:sldMkLst>
      </pc:sldChg>
    </pc:docChg>
  </pc:docChgLst>
  <pc:docChgLst>
    <pc:chgData name="加藤　空武" userId="S::polyline510_gmail.com#ext#@msccnagasakiuac.onmicrosoft.com::cb45b1e7-d79c-4ed4-a610-dbd868304ab6" providerId="AD" clId="Web-{2D9A5B4F-F356-11A4-18A6-A0FFD094425F}"/>
    <pc:docChg chg="addSld delSld modSld sldOrd">
      <pc:chgData name="加藤　空武" userId="S::polyline510_gmail.com#ext#@msccnagasakiuac.onmicrosoft.com::cb45b1e7-d79c-4ed4-a610-dbd868304ab6" providerId="AD" clId="Web-{2D9A5B4F-F356-11A4-18A6-A0FFD094425F}" dt="2026-07-14T21:22:45.464" v="985" actId="20577"/>
      <pc:docMkLst>
        <pc:docMk/>
      </pc:docMkLst>
      <pc:sldChg chg="addSp modSp">
        <pc:chgData name="加藤　空武" userId="S::polyline510_gmail.com#ext#@msccnagasakiuac.onmicrosoft.com::cb45b1e7-d79c-4ed4-a610-dbd868304ab6" providerId="AD" clId="Web-{2D9A5B4F-F356-11A4-18A6-A0FFD094425F}" dt="2026-07-14T14:29:28.863" v="924" actId="20577"/>
        <pc:sldMkLst>
          <pc:docMk/>
          <pc:sldMk cId="2128380218" sldId="256"/>
        </pc:sldMkLst>
        <pc:spChg chg="add mod">
          <ac:chgData name="加藤　空武" userId="S::polyline510_gmail.com#ext#@msccnagasakiuac.onmicrosoft.com::cb45b1e7-d79c-4ed4-a610-dbd868304ab6" providerId="AD" clId="Web-{2D9A5B4F-F356-11A4-18A6-A0FFD094425F}" dt="2026-07-14T14:29:28.863" v="924" actId="20577"/>
          <ac:spMkLst>
            <pc:docMk/>
            <pc:sldMk cId="2128380218" sldId="256"/>
            <ac:spMk id="2" creationId="{BDB1EC0F-1BF8-8B73-5756-E8EAA022FB78}"/>
          </ac:spMkLst>
        </pc:spChg>
        <pc:picChg chg="mod">
          <ac:chgData name="加藤　空武" userId="S::polyline510_gmail.com#ext#@msccnagasakiuac.onmicrosoft.com::cb45b1e7-d79c-4ed4-a610-dbd868304ab6" providerId="AD" clId="Web-{2D9A5B4F-F356-11A4-18A6-A0FFD094425F}" dt="2026-07-14T13:24:19.085" v="920" actId="1076"/>
          <ac:picMkLst>
            <pc:docMk/>
            <pc:sldMk cId="2128380218" sldId="256"/>
            <ac:picMk id="6" creationId="{554C4F8C-DB0D-5A15-5025-000D8DAC6A7A}"/>
          </ac:picMkLst>
        </pc:picChg>
      </pc:sldChg>
      <pc:sldChg chg="addSp modSp">
        <pc:chgData name="加藤　空武" userId="S::polyline510_gmail.com#ext#@msccnagasakiuac.onmicrosoft.com::cb45b1e7-d79c-4ed4-a610-dbd868304ab6" providerId="AD" clId="Web-{2D9A5B4F-F356-11A4-18A6-A0FFD094425F}" dt="2026-07-14T12:05:42.821" v="312" actId="1076"/>
        <pc:sldMkLst>
          <pc:docMk/>
          <pc:sldMk cId="2661994324" sldId="257"/>
        </pc:sldMkLst>
        <pc:spChg chg="add mod">
          <ac:chgData name="加藤　空武" userId="S::polyline510_gmail.com#ext#@msccnagasakiuac.onmicrosoft.com::cb45b1e7-d79c-4ed4-a610-dbd868304ab6" providerId="AD" clId="Web-{2D9A5B4F-F356-11A4-18A6-A0FFD094425F}" dt="2026-07-14T12:05:42.821" v="312" actId="1076"/>
          <ac:spMkLst>
            <pc:docMk/>
            <pc:sldMk cId="2661994324" sldId="257"/>
            <ac:spMk id="2" creationId="{976A956E-0C79-43EB-F17F-4EDD1A5B6A64}"/>
          </ac:spMkLst>
        </pc:spChg>
      </pc:sldChg>
      <pc:sldChg chg="addSp modSp">
        <pc:chgData name="加藤　空武" userId="S::polyline510_gmail.com#ext#@msccnagasakiuac.onmicrosoft.com::cb45b1e7-d79c-4ed4-a610-dbd868304ab6" providerId="AD" clId="Web-{2D9A5B4F-F356-11A4-18A6-A0FFD094425F}" dt="2026-07-14T12:06:20.869" v="319" actId="1076"/>
        <pc:sldMkLst>
          <pc:docMk/>
          <pc:sldMk cId="4254256565" sldId="258"/>
        </pc:sldMkLst>
        <pc:spChg chg="add mod">
          <ac:chgData name="加藤　空武" userId="S::polyline510_gmail.com#ext#@msccnagasakiuac.onmicrosoft.com::cb45b1e7-d79c-4ed4-a610-dbd868304ab6" providerId="AD" clId="Web-{2D9A5B4F-F356-11A4-18A6-A0FFD094425F}" dt="2026-07-14T12:06:20.869" v="319" actId="1076"/>
          <ac:spMkLst>
            <pc:docMk/>
            <pc:sldMk cId="4254256565" sldId="258"/>
            <ac:spMk id="2" creationId="{04E3C43A-3C07-3366-ABC2-9AC223289FA9}"/>
          </ac:spMkLst>
        </pc:spChg>
      </pc:sldChg>
      <pc:sldChg chg="addSp modSp add replId">
        <pc:chgData name="加藤　空武" userId="S::polyline510_gmail.com#ext#@msccnagasakiuac.onmicrosoft.com::cb45b1e7-d79c-4ed4-a610-dbd868304ab6" providerId="AD" clId="Web-{2D9A5B4F-F356-11A4-18A6-A0FFD094425F}" dt="2026-07-14T12:37:10.053" v="613" actId="1076"/>
        <pc:sldMkLst>
          <pc:docMk/>
          <pc:sldMk cId="2859461837" sldId="259"/>
        </pc:sldMkLst>
        <pc:spChg chg="add mod">
          <ac:chgData name="加藤　空武" userId="S::polyline510_gmail.com#ext#@msccnagasakiuac.onmicrosoft.com::cb45b1e7-d79c-4ed4-a610-dbd868304ab6" providerId="AD" clId="Web-{2D9A5B4F-F356-11A4-18A6-A0FFD094425F}" dt="2026-07-14T09:07:23.073" v="44" actId="20577"/>
          <ac:spMkLst>
            <pc:docMk/>
            <pc:sldMk cId="2859461837" sldId="259"/>
            <ac:spMk id="2" creationId="{E6B30DF9-513F-B7B5-19C4-93AB50AED603}"/>
          </ac:spMkLst>
        </pc:spChg>
        <pc:spChg chg="add mod">
          <ac:chgData name="加藤　空武" userId="S::polyline510_gmail.com#ext#@msccnagasakiuac.onmicrosoft.com::cb45b1e7-d79c-4ed4-a610-dbd868304ab6" providerId="AD" clId="Web-{2D9A5B4F-F356-11A4-18A6-A0FFD094425F}" dt="2026-07-14T12:37:10.053" v="613" actId="1076"/>
          <ac:spMkLst>
            <pc:docMk/>
            <pc:sldMk cId="2859461837" sldId="259"/>
            <ac:spMk id="3" creationId="{7A0421FC-FC24-9C44-0906-1AB3DCE03500}"/>
          </ac:spMkLst>
        </pc:spChg>
      </pc:sldChg>
      <pc:sldChg chg="add del replId">
        <pc:chgData name="加藤　空武" userId="S::polyline510_gmail.com#ext#@msccnagasakiuac.onmicrosoft.com::cb45b1e7-d79c-4ed4-a610-dbd868304ab6" providerId="AD" clId="Web-{2D9A5B4F-F356-11A4-18A6-A0FFD094425F}" dt="2026-07-14T10:11:32.057" v="164"/>
        <pc:sldMkLst>
          <pc:docMk/>
          <pc:sldMk cId="2412590160" sldId="260"/>
        </pc:sldMkLst>
      </pc:sldChg>
      <pc:sldChg chg="add del replId">
        <pc:chgData name="加藤　空武" userId="S::polyline510_gmail.com#ext#@msccnagasakiuac.onmicrosoft.com::cb45b1e7-d79c-4ed4-a610-dbd868304ab6" providerId="AD" clId="Web-{2D9A5B4F-F356-11A4-18A6-A0FFD094425F}" dt="2026-07-14T10:11:32.057" v="163"/>
        <pc:sldMkLst>
          <pc:docMk/>
          <pc:sldMk cId="1948558902" sldId="261"/>
        </pc:sldMkLst>
      </pc:sldChg>
      <pc:sldChg chg="add del replId">
        <pc:chgData name="加藤　空武" userId="S::polyline510_gmail.com#ext#@msccnagasakiuac.onmicrosoft.com::cb45b1e7-d79c-4ed4-a610-dbd868304ab6" providerId="AD" clId="Web-{2D9A5B4F-F356-11A4-18A6-A0FFD094425F}" dt="2026-07-14T10:17:53.886" v="174"/>
        <pc:sldMkLst>
          <pc:docMk/>
          <pc:sldMk cId="71337156" sldId="262"/>
        </pc:sldMkLst>
      </pc:sldChg>
      <pc:sldChg chg="add del replId">
        <pc:chgData name="加藤　空武" userId="S::polyline510_gmail.com#ext#@msccnagasakiuac.onmicrosoft.com::cb45b1e7-d79c-4ed4-a610-dbd868304ab6" providerId="AD" clId="Web-{2D9A5B4F-F356-11A4-18A6-A0FFD094425F}" dt="2026-07-14T12:59:19.982" v="660"/>
        <pc:sldMkLst>
          <pc:docMk/>
          <pc:sldMk cId="3991874022" sldId="263"/>
        </pc:sldMkLst>
      </pc:sldChg>
      <pc:sldChg chg="add del replId">
        <pc:chgData name="加藤　空武" userId="S::polyline510_gmail.com#ext#@msccnagasakiuac.onmicrosoft.com::cb45b1e7-d79c-4ed4-a610-dbd868304ab6" providerId="AD" clId="Web-{2D9A5B4F-F356-11A4-18A6-A0FFD094425F}" dt="2026-07-14T10:24:40.935" v="187"/>
        <pc:sldMkLst>
          <pc:docMk/>
          <pc:sldMk cId="4002863354" sldId="264"/>
        </pc:sldMkLst>
      </pc:sldChg>
      <pc:sldChg chg="add del replId">
        <pc:chgData name="加藤　空武" userId="S::polyline510_gmail.com#ext#@msccnagasakiuac.onmicrosoft.com::cb45b1e7-d79c-4ed4-a610-dbd868304ab6" providerId="AD" clId="Web-{2D9A5B4F-F356-11A4-18A6-A0FFD094425F}" dt="2026-07-14T10:24:40.935" v="186"/>
        <pc:sldMkLst>
          <pc:docMk/>
          <pc:sldMk cId="2141977893" sldId="265"/>
        </pc:sldMkLst>
      </pc:sldChg>
      <pc:sldChg chg="add del replId">
        <pc:chgData name="加藤　空武" userId="S::polyline510_gmail.com#ext#@msccnagasakiuac.onmicrosoft.com::cb45b1e7-d79c-4ed4-a610-dbd868304ab6" providerId="AD" clId="Web-{2D9A5B4F-F356-11A4-18A6-A0FFD094425F}" dt="2026-07-14T12:59:19.982" v="659"/>
        <pc:sldMkLst>
          <pc:docMk/>
          <pc:sldMk cId="871137740" sldId="266"/>
        </pc:sldMkLst>
      </pc:sldChg>
      <pc:sldChg chg="addSp delSp modSp add replId">
        <pc:chgData name="加藤　空武" userId="S::polyline510_gmail.com#ext#@msccnagasakiuac.onmicrosoft.com::cb45b1e7-d79c-4ed4-a610-dbd868304ab6" providerId="AD" clId="Web-{2D9A5B4F-F356-11A4-18A6-A0FFD094425F}" dt="2026-07-14T12:51:47.089" v="641" actId="1076"/>
        <pc:sldMkLst>
          <pc:docMk/>
          <pc:sldMk cId="1515114747" sldId="267"/>
        </pc:sldMkLst>
        <pc:spChg chg="mod">
          <ac:chgData name="加藤　空武" userId="S::polyline510_gmail.com#ext#@msccnagasakiuac.onmicrosoft.com::cb45b1e7-d79c-4ed4-a610-dbd868304ab6" providerId="AD" clId="Web-{2D9A5B4F-F356-11A4-18A6-A0FFD094425F}" dt="2026-07-14T12:51:47.089" v="641" actId="1076"/>
          <ac:spMkLst>
            <pc:docMk/>
            <pc:sldMk cId="1515114747" sldId="267"/>
            <ac:spMk id="3" creationId="{C7005BF3-69F4-5B9B-1D89-C01ED83C4DE7}"/>
          </ac:spMkLst>
        </pc:spChg>
        <pc:spChg chg="add del mod">
          <ac:chgData name="加藤　空武" userId="S::polyline510_gmail.com#ext#@msccnagasakiuac.onmicrosoft.com::cb45b1e7-d79c-4ed4-a610-dbd868304ab6" providerId="AD" clId="Web-{2D9A5B4F-F356-11A4-18A6-A0FFD094425F}" dt="2026-07-14T09:13:55.071" v="79"/>
          <ac:spMkLst>
            <pc:docMk/>
            <pc:sldMk cId="1515114747" sldId="267"/>
            <ac:spMk id="4" creationId="{5A261221-5CF8-B7E0-A80F-C137A32C9157}"/>
          </ac:spMkLst>
        </pc:spChg>
        <pc:picChg chg="add del mod ord modCrop">
          <ac:chgData name="加藤　空武" userId="S::polyline510_gmail.com#ext#@msccnagasakiuac.onmicrosoft.com::cb45b1e7-d79c-4ed4-a610-dbd868304ab6" providerId="AD" clId="Web-{2D9A5B4F-F356-11A4-18A6-A0FFD094425F}" dt="2026-07-14T12:48:12.812" v="626"/>
          <ac:picMkLst>
            <pc:docMk/>
            <pc:sldMk cId="1515114747" sldId="267"/>
            <ac:picMk id="4" creationId="{508890A2-6168-1F05-4392-E931F74DE464}"/>
          </ac:picMkLst>
        </pc:picChg>
        <pc:picChg chg="add mod ord modCrop">
          <ac:chgData name="加藤　空武" userId="S::polyline510_gmail.com#ext#@msccnagasakiuac.onmicrosoft.com::cb45b1e7-d79c-4ed4-a610-dbd868304ab6" providerId="AD" clId="Web-{2D9A5B4F-F356-11A4-18A6-A0FFD094425F}" dt="2026-07-14T12:51:04.459" v="637"/>
          <ac:picMkLst>
            <pc:docMk/>
            <pc:sldMk cId="1515114747" sldId="267"/>
            <ac:picMk id="5" creationId="{EB929073-BB63-83CF-9963-F0AE61BA9DCD}"/>
          </ac:picMkLst>
        </pc:picChg>
        <pc:picChg chg="add mod ord modCrop">
          <ac:chgData name="加藤　空武" userId="S::polyline510_gmail.com#ext#@msccnagasakiuac.onmicrosoft.com::cb45b1e7-d79c-4ed4-a610-dbd868304ab6" providerId="AD" clId="Web-{2D9A5B4F-F356-11A4-18A6-A0FFD094425F}" dt="2026-07-14T12:51:10.272" v="638"/>
          <ac:picMkLst>
            <pc:docMk/>
            <pc:sldMk cId="1515114747" sldId="267"/>
            <ac:picMk id="7" creationId="{F2E801F9-104A-AA02-86F5-1CF3E24C9DFD}"/>
          </ac:picMkLst>
        </pc:picChg>
      </pc:sldChg>
      <pc:sldChg chg="addSp modSp add">
        <pc:chgData name="加藤　空武" userId="S::polyline510_gmail.com#ext#@msccnagasakiuac.onmicrosoft.com::cb45b1e7-d79c-4ed4-a610-dbd868304ab6" providerId="AD" clId="Web-{2D9A5B4F-F356-11A4-18A6-A0FFD094425F}" dt="2026-07-14T12:52:49.561" v="645" actId="1076"/>
        <pc:sldMkLst>
          <pc:docMk/>
          <pc:sldMk cId="4037133609" sldId="268"/>
        </pc:sldMkLst>
        <pc:spChg chg="mod">
          <ac:chgData name="加藤　空武" userId="S::polyline510_gmail.com#ext#@msccnagasakiuac.onmicrosoft.com::cb45b1e7-d79c-4ed4-a610-dbd868304ab6" providerId="AD" clId="Web-{2D9A5B4F-F356-11A4-18A6-A0FFD094425F}" dt="2026-07-14T09:14:03.572" v="82" actId="20577"/>
          <ac:spMkLst>
            <pc:docMk/>
            <pc:sldMk cId="4037133609" sldId="268"/>
            <ac:spMk id="2" creationId="{91C3432B-6212-C407-3790-1FED3C472DD7}"/>
          </ac:spMkLst>
        </pc:spChg>
        <pc:spChg chg="mod">
          <ac:chgData name="加藤　空武" userId="S::polyline510_gmail.com#ext#@msccnagasakiuac.onmicrosoft.com::cb45b1e7-d79c-4ed4-a610-dbd868304ab6" providerId="AD" clId="Web-{2D9A5B4F-F356-11A4-18A6-A0FFD094425F}" dt="2026-07-14T12:52:49.561" v="645" actId="1076"/>
          <ac:spMkLst>
            <pc:docMk/>
            <pc:sldMk cId="4037133609" sldId="268"/>
            <ac:spMk id="3" creationId="{C7005BF3-69F4-5B9B-1D89-C01ED83C4DE7}"/>
          </ac:spMkLst>
        </pc:spChg>
        <pc:picChg chg="add ord">
          <ac:chgData name="加藤　空武" userId="S::polyline510_gmail.com#ext#@msccnagasakiuac.onmicrosoft.com::cb45b1e7-d79c-4ed4-a610-dbd868304ab6" providerId="AD" clId="Web-{2D9A5B4F-F356-11A4-18A6-A0FFD094425F}" dt="2026-07-14T12:52:36.201" v="643"/>
          <ac:picMkLst>
            <pc:docMk/>
            <pc:sldMk cId="4037133609" sldId="268"/>
            <ac:picMk id="5" creationId="{50861FDD-D298-BC76-883F-9186FA9C6EEC}"/>
          </ac:picMkLst>
        </pc:picChg>
      </pc:sldChg>
      <pc:sldChg chg="addSp modSp add replId">
        <pc:chgData name="加藤　空武" userId="S::polyline510_gmail.com#ext#@msccnagasakiuac.onmicrosoft.com::cb45b1e7-d79c-4ed4-a610-dbd868304ab6" providerId="AD" clId="Web-{2D9A5B4F-F356-11A4-18A6-A0FFD094425F}" dt="2026-07-14T12:53:10.249" v="648"/>
        <pc:sldMkLst>
          <pc:docMk/>
          <pc:sldMk cId="3174661014" sldId="269"/>
        </pc:sldMkLst>
        <pc:spChg chg="mod">
          <ac:chgData name="加藤　空武" userId="S::polyline510_gmail.com#ext#@msccnagasakiuac.onmicrosoft.com::cb45b1e7-d79c-4ed4-a610-dbd868304ab6" providerId="AD" clId="Web-{2D9A5B4F-F356-11A4-18A6-A0FFD094425F}" dt="2026-07-14T12:53:10.249" v="648"/>
          <ac:spMkLst>
            <pc:docMk/>
            <pc:sldMk cId="3174661014" sldId="269"/>
            <ac:spMk id="3" creationId="{7902B414-C265-71BA-EE36-7443C1FABA86}"/>
          </ac:spMkLst>
        </pc:spChg>
        <pc:picChg chg="add ord">
          <ac:chgData name="加藤　空武" userId="S::polyline510_gmail.com#ext#@msccnagasakiuac.onmicrosoft.com::cb45b1e7-d79c-4ed4-a610-dbd868304ab6" providerId="AD" clId="Web-{2D9A5B4F-F356-11A4-18A6-A0FFD094425F}" dt="2026-07-14T12:53:07.280" v="647"/>
          <ac:picMkLst>
            <pc:docMk/>
            <pc:sldMk cId="3174661014" sldId="269"/>
            <ac:picMk id="5" creationId="{9698821F-3586-E0B4-CD95-F350A0256D70}"/>
          </ac:picMkLst>
        </pc:picChg>
      </pc:sldChg>
      <pc:sldChg chg="addSp modSp add">
        <pc:chgData name="加藤　空武" userId="S::polyline510_gmail.com#ext#@msccnagasakiuac.onmicrosoft.com::cb45b1e7-d79c-4ed4-a610-dbd868304ab6" providerId="AD" clId="Web-{2D9A5B4F-F356-11A4-18A6-A0FFD094425F}" dt="2026-07-14T12:54:01.595" v="657" actId="1076"/>
        <pc:sldMkLst>
          <pc:docMk/>
          <pc:sldMk cId="3118158522" sldId="270"/>
        </pc:sldMkLst>
        <pc:spChg chg="mod">
          <ac:chgData name="加藤　空武" userId="S::polyline510_gmail.com#ext#@msccnagasakiuac.onmicrosoft.com::cb45b1e7-d79c-4ed4-a610-dbd868304ab6" providerId="AD" clId="Web-{2D9A5B4F-F356-11A4-18A6-A0FFD094425F}" dt="2026-07-14T12:54:01.595" v="657" actId="1076"/>
          <ac:spMkLst>
            <pc:docMk/>
            <pc:sldMk cId="3118158522" sldId="270"/>
            <ac:spMk id="3" creationId="{7902B414-C265-71BA-EE36-7443C1FABA86}"/>
          </ac:spMkLst>
        </pc:spChg>
        <pc:picChg chg="add ord">
          <ac:chgData name="加藤　空武" userId="S::polyline510_gmail.com#ext#@msccnagasakiuac.onmicrosoft.com::cb45b1e7-d79c-4ed4-a610-dbd868304ab6" providerId="AD" clId="Web-{2D9A5B4F-F356-11A4-18A6-A0FFD094425F}" dt="2026-07-14T12:53:38.047" v="651"/>
          <ac:picMkLst>
            <pc:docMk/>
            <pc:sldMk cId="3118158522" sldId="270"/>
            <ac:picMk id="5" creationId="{39DD143F-4C98-7143-7587-4A6179A6978B}"/>
          </ac:picMkLst>
        </pc:picChg>
      </pc:sldChg>
      <pc:sldChg chg="add del">
        <pc:chgData name="加藤　空武" userId="S::polyline510_gmail.com#ext#@msccnagasakiuac.onmicrosoft.com::cb45b1e7-d79c-4ed4-a610-dbd868304ab6" providerId="AD" clId="Web-{2D9A5B4F-F356-11A4-18A6-A0FFD094425F}" dt="2026-07-14T12:10:05.021" v="430"/>
        <pc:sldMkLst>
          <pc:docMk/>
          <pc:sldMk cId="3650363370" sldId="271"/>
        </pc:sldMkLst>
      </pc:sldChg>
      <pc:sldChg chg="modSp add ord replId">
        <pc:chgData name="加藤　空武" userId="S::polyline510_gmail.com#ext#@msccnagasakiuac.onmicrosoft.com::cb45b1e7-d79c-4ed4-a610-dbd868304ab6" providerId="AD" clId="Web-{2D9A5B4F-F356-11A4-18A6-A0FFD094425F}" dt="2026-07-14T12:17:40.726" v="497" actId="20577"/>
        <pc:sldMkLst>
          <pc:docMk/>
          <pc:sldMk cId="1350699406" sldId="272"/>
        </pc:sldMkLst>
        <pc:spChg chg="mod">
          <ac:chgData name="加藤　空武" userId="S::polyline510_gmail.com#ext#@msccnagasakiuac.onmicrosoft.com::cb45b1e7-d79c-4ed4-a610-dbd868304ab6" providerId="AD" clId="Web-{2D9A5B4F-F356-11A4-18A6-A0FFD094425F}" dt="2026-07-14T10:02:55.383" v="110" actId="20577"/>
          <ac:spMkLst>
            <pc:docMk/>
            <pc:sldMk cId="1350699406" sldId="272"/>
            <ac:spMk id="2" creationId="{E6C45DFB-FA72-B63E-D0A0-899FF4289502}"/>
          </ac:spMkLst>
        </pc:spChg>
        <pc:spChg chg="mod">
          <ac:chgData name="加藤　空武" userId="S::polyline510_gmail.com#ext#@msccnagasakiuac.onmicrosoft.com::cb45b1e7-d79c-4ed4-a610-dbd868304ab6" providerId="AD" clId="Web-{2D9A5B4F-F356-11A4-18A6-A0FFD094425F}" dt="2026-07-14T12:17:40.726" v="497" actId="20577"/>
          <ac:spMkLst>
            <pc:docMk/>
            <pc:sldMk cId="1350699406" sldId="272"/>
            <ac:spMk id="3" creationId="{25A108F8-F4AF-F206-FF01-F1C79BDBB119}"/>
          </ac:spMkLst>
        </pc:spChg>
      </pc:sldChg>
      <pc:sldChg chg="add">
        <pc:chgData name="加藤　空武" userId="S::polyline510_gmail.com#ext#@msccnagasakiuac.onmicrosoft.com::cb45b1e7-d79c-4ed4-a610-dbd868304ab6" providerId="AD" clId="Web-{2D9A5B4F-F356-11A4-18A6-A0FFD094425F}" dt="2026-07-14T10:03:45.368" v="111"/>
        <pc:sldMkLst>
          <pc:docMk/>
          <pc:sldMk cId="2123073485" sldId="273"/>
        </pc:sldMkLst>
      </pc:sldChg>
      <pc:sldChg chg="add">
        <pc:chgData name="加藤　空武" userId="S::polyline510_gmail.com#ext#@msccnagasakiuac.onmicrosoft.com::cb45b1e7-d79c-4ed4-a610-dbd868304ab6" providerId="AD" clId="Web-{2D9A5B4F-F356-11A4-18A6-A0FFD094425F}" dt="2026-07-14T10:03:45.509" v="112"/>
        <pc:sldMkLst>
          <pc:docMk/>
          <pc:sldMk cId="3719430257" sldId="274"/>
        </pc:sldMkLst>
      </pc:sldChg>
      <pc:sldChg chg="delSp modSp add">
        <pc:chgData name="加藤　空武" userId="S::polyline510_gmail.com#ext#@msccnagasakiuac.onmicrosoft.com::cb45b1e7-d79c-4ed4-a610-dbd868304ab6" providerId="AD" clId="Web-{2D9A5B4F-F356-11A4-18A6-A0FFD094425F}" dt="2026-07-14T10:06:43.009" v="136" actId="20577"/>
        <pc:sldMkLst>
          <pc:docMk/>
          <pc:sldMk cId="2757594396" sldId="275"/>
        </pc:sldMkLst>
        <pc:spChg chg="del">
          <ac:chgData name="加藤　空武" userId="S::polyline510_gmail.com#ext#@msccnagasakiuac.onmicrosoft.com::cb45b1e7-d79c-4ed4-a610-dbd868304ab6" providerId="AD" clId="Web-{2D9A5B4F-F356-11A4-18A6-A0FFD094425F}" dt="2026-07-14T10:06:26.712" v="130"/>
          <ac:spMkLst>
            <pc:docMk/>
            <pc:sldMk cId="2757594396" sldId="275"/>
            <ac:spMk id="2" creationId="{E6C45DFB-FA72-B63E-D0A0-899FF4289502}"/>
          </ac:spMkLst>
        </pc:spChg>
        <pc:spChg chg="mod">
          <ac:chgData name="加藤　空武" userId="S::polyline510_gmail.com#ext#@msccnagasakiuac.onmicrosoft.com::cb45b1e7-d79c-4ed4-a610-dbd868304ab6" providerId="AD" clId="Web-{2D9A5B4F-F356-11A4-18A6-A0FFD094425F}" dt="2026-07-14T10:06:43.009" v="136" actId="20577"/>
          <ac:spMkLst>
            <pc:docMk/>
            <pc:sldMk cId="2757594396" sldId="275"/>
            <ac:spMk id="3" creationId="{25A108F8-F4AF-F206-FF01-F1C79BDBB119}"/>
          </ac:spMkLst>
        </pc:spChg>
      </pc:sldChg>
      <pc:sldChg chg="modSp add ord replId">
        <pc:chgData name="加藤　空武" userId="S::polyline510_gmail.com#ext#@msccnagasakiuac.onmicrosoft.com::cb45b1e7-d79c-4ed4-a610-dbd868304ab6" providerId="AD" clId="Web-{2D9A5B4F-F356-11A4-18A6-A0FFD094425F}" dt="2026-07-14T12:20:13.950" v="542" actId="1076"/>
        <pc:sldMkLst>
          <pc:docMk/>
          <pc:sldMk cId="3638780548" sldId="276"/>
        </pc:sldMkLst>
        <pc:spChg chg="mod">
          <ac:chgData name="加藤　空武" userId="S::polyline510_gmail.com#ext#@msccnagasakiuac.onmicrosoft.com::cb45b1e7-d79c-4ed4-a610-dbd868304ab6" providerId="AD" clId="Web-{2D9A5B4F-F356-11A4-18A6-A0FFD094425F}" dt="2026-07-14T12:20:13.950" v="542" actId="1076"/>
          <ac:spMkLst>
            <pc:docMk/>
            <pc:sldMk cId="3638780548" sldId="276"/>
            <ac:spMk id="3" creationId="{2B099DBF-CA29-8669-F3EC-709119ECB489}"/>
          </ac:spMkLst>
        </pc:spChg>
      </pc:sldChg>
      <pc:sldChg chg="modSp add replId">
        <pc:chgData name="加藤　空武" userId="S::polyline510_gmail.com#ext#@msccnagasakiuac.onmicrosoft.com::cb45b1e7-d79c-4ed4-a610-dbd868304ab6" providerId="AD" clId="Web-{2D9A5B4F-F356-11A4-18A6-A0FFD094425F}" dt="2026-07-14T12:23:31.895" v="564" actId="20577"/>
        <pc:sldMkLst>
          <pc:docMk/>
          <pc:sldMk cId="3751002783" sldId="277"/>
        </pc:sldMkLst>
        <pc:spChg chg="mod">
          <ac:chgData name="加藤　空武" userId="S::polyline510_gmail.com#ext#@msccnagasakiuac.onmicrosoft.com::cb45b1e7-d79c-4ed4-a610-dbd868304ab6" providerId="AD" clId="Web-{2D9A5B4F-F356-11A4-18A6-A0FFD094425F}" dt="2026-07-14T12:23:31.895" v="564" actId="20577"/>
          <ac:spMkLst>
            <pc:docMk/>
            <pc:sldMk cId="3751002783" sldId="277"/>
            <ac:spMk id="3" creationId="{9AD9AFD1-4103-587D-F175-8E4921313C9F}"/>
          </ac:spMkLst>
        </pc:spChg>
      </pc:sldChg>
      <pc:sldChg chg="delSp modSp add replId">
        <pc:chgData name="加藤　空武" userId="S::polyline510_gmail.com#ext#@msccnagasakiuac.onmicrosoft.com::cb45b1e7-d79c-4ed4-a610-dbd868304ab6" providerId="AD" clId="Web-{2D9A5B4F-F356-11A4-18A6-A0FFD094425F}" dt="2026-07-14T10:11:23.275" v="161" actId="20577"/>
        <pc:sldMkLst>
          <pc:docMk/>
          <pc:sldMk cId="3529145214" sldId="278"/>
        </pc:sldMkLst>
        <pc:spChg chg="del mod">
          <ac:chgData name="加藤　空武" userId="S::polyline510_gmail.com#ext#@msccnagasakiuac.onmicrosoft.com::cb45b1e7-d79c-4ed4-a610-dbd868304ab6" providerId="AD" clId="Web-{2D9A5B4F-F356-11A4-18A6-A0FFD094425F}" dt="2026-07-14T10:11:03.182" v="154"/>
          <ac:spMkLst>
            <pc:docMk/>
            <pc:sldMk cId="3529145214" sldId="278"/>
            <ac:spMk id="2" creationId="{A9F808BC-336A-A460-3AE0-5D7EE0BD3759}"/>
          </ac:spMkLst>
        </pc:spChg>
        <pc:spChg chg="mod">
          <ac:chgData name="加藤　空武" userId="S::polyline510_gmail.com#ext#@msccnagasakiuac.onmicrosoft.com::cb45b1e7-d79c-4ed4-a610-dbd868304ab6" providerId="AD" clId="Web-{2D9A5B4F-F356-11A4-18A6-A0FFD094425F}" dt="2026-07-14T10:11:23.275" v="161" actId="20577"/>
          <ac:spMkLst>
            <pc:docMk/>
            <pc:sldMk cId="3529145214" sldId="278"/>
            <ac:spMk id="3" creationId="{CC0D1E4F-D3CD-DD37-2231-078FE0BD50B6}"/>
          </ac:spMkLst>
        </pc:spChg>
      </pc:sldChg>
      <pc:sldChg chg="addSp modSp add replId">
        <pc:chgData name="加藤　空武" userId="S::polyline510_gmail.com#ext#@msccnagasakiuac.onmicrosoft.com::cb45b1e7-d79c-4ed4-a610-dbd868304ab6" providerId="AD" clId="Web-{2D9A5B4F-F356-11A4-18A6-A0FFD094425F}" dt="2026-07-14T13:16:48.943" v="779"/>
        <pc:sldMkLst>
          <pc:docMk/>
          <pc:sldMk cId="2780246077" sldId="279"/>
        </pc:sldMkLst>
        <pc:spChg chg="mod">
          <ac:chgData name="加藤　空武" userId="S::polyline510_gmail.com#ext#@msccnagasakiuac.onmicrosoft.com::cb45b1e7-d79c-4ed4-a610-dbd868304ab6" providerId="AD" clId="Web-{2D9A5B4F-F356-11A4-18A6-A0FFD094425F}" dt="2026-07-14T13:16:36.880" v="777" actId="1076"/>
          <ac:spMkLst>
            <pc:docMk/>
            <pc:sldMk cId="2780246077" sldId="279"/>
            <ac:spMk id="3" creationId="{ED427D6E-705D-74CB-C330-F95803CBF493}"/>
          </ac:spMkLst>
        </pc:spChg>
        <pc:picChg chg="add mod ord">
          <ac:chgData name="加藤　空武" userId="S::polyline510_gmail.com#ext#@msccnagasakiuac.onmicrosoft.com::cb45b1e7-d79c-4ed4-a610-dbd868304ab6" providerId="AD" clId="Web-{2D9A5B4F-F356-11A4-18A6-A0FFD094425F}" dt="2026-07-14T13:16:48.943" v="779"/>
          <ac:picMkLst>
            <pc:docMk/>
            <pc:sldMk cId="2780246077" sldId="279"/>
            <ac:picMk id="2" creationId="{0710A777-7AAC-DEC1-567B-016E329A67C2}"/>
          </ac:picMkLst>
        </pc:picChg>
      </pc:sldChg>
      <pc:sldChg chg="addSp delSp modSp add replId">
        <pc:chgData name="加藤　空武" userId="S::polyline510_gmail.com#ext#@msccnagasakiuac.onmicrosoft.com::cb45b1e7-d79c-4ed4-a610-dbd868304ab6" providerId="AD" clId="Web-{2D9A5B4F-F356-11A4-18A6-A0FFD094425F}" dt="2026-07-14T14:40:53.380" v="927" actId="20577"/>
        <pc:sldMkLst>
          <pc:docMk/>
          <pc:sldMk cId="3519091736" sldId="280"/>
        </pc:sldMkLst>
        <pc:spChg chg="del mod">
          <ac:chgData name="加藤　空武" userId="S::polyline510_gmail.com#ext#@msccnagasakiuac.onmicrosoft.com::cb45b1e7-d79c-4ed4-a610-dbd868304ab6" providerId="AD" clId="Web-{2D9A5B4F-F356-11A4-18A6-A0FFD094425F}" dt="2026-07-14T10:46:10.923" v="297"/>
          <ac:spMkLst>
            <pc:docMk/>
            <pc:sldMk cId="3519091736" sldId="280"/>
            <ac:spMk id="2" creationId="{216F339F-B84A-96A0-8F94-DC251BB83ED2}"/>
          </ac:spMkLst>
        </pc:spChg>
        <pc:spChg chg="add mod">
          <ac:chgData name="加藤　空武" userId="S::polyline510_gmail.com#ext#@msccnagasakiuac.onmicrosoft.com::cb45b1e7-d79c-4ed4-a610-dbd868304ab6" providerId="AD" clId="Web-{2D9A5B4F-F356-11A4-18A6-A0FFD094425F}" dt="2026-07-14T14:40:53.380" v="927" actId="20577"/>
          <ac:spMkLst>
            <pc:docMk/>
            <pc:sldMk cId="3519091736" sldId="280"/>
            <ac:spMk id="2" creationId="{733105BE-4480-B16B-C4F9-FDAB086E9C73}"/>
          </ac:spMkLst>
        </pc:spChg>
        <pc:spChg chg="del mod">
          <ac:chgData name="加藤　空武" userId="S::polyline510_gmail.com#ext#@msccnagasakiuac.onmicrosoft.com::cb45b1e7-d79c-4ed4-a610-dbd868304ab6" providerId="AD" clId="Web-{2D9A5B4F-F356-11A4-18A6-A0FFD094425F}" dt="2026-07-14T10:46:18.985" v="299"/>
          <ac:spMkLst>
            <pc:docMk/>
            <pc:sldMk cId="3519091736" sldId="280"/>
            <ac:spMk id="3" creationId="{E80B781A-25A5-EBC2-4FB7-3F9976FC43B8}"/>
          </ac:spMkLst>
        </pc:spChg>
      </pc:sldChg>
      <pc:sldChg chg="modSp add replId">
        <pc:chgData name="加藤　空武" userId="S::polyline510_gmail.com#ext#@msccnagasakiuac.onmicrosoft.com::cb45b1e7-d79c-4ed4-a610-dbd868304ab6" providerId="AD" clId="Web-{2D9A5B4F-F356-11A4-18A6-A0FFD094425F}" dt="2026-07-14T21:20:33.071" v="959" actId="1076"/>
        <pc:sldMkLst>
          <pc:docMk/>
          <pc:sldMk cId="1497690054" sldId="281"/>
        </pc:sldMkLst>
        <pc:spChg chg="mod">
          <ac:chgData name="加藤　空武" userId="S::polyline510_gmail.com#ext#@msccnagasakiuac.onmicrosoft.com::cb45b1e7-d79c-4ed4-a610-dbd868304ab6" providerId="AD" clId="Web-{2D9A5B4F-F356-11A4-18A6-A0FFD094425F}" dt="2026-07-14T10:25:01.310" v="190" actId="20577"/>
          <ac:spMkLst>
            <pc:docMk/>
            <pc:sldMk cId="1497690054" sldId="281"/>
            <ac:spMk id="2" creationId="{93EEECBC-5F4D-AEAB-8216-8C14D3F3ACD8}"/>
          </ac:spMkLst>
        </pc:spChg>
        <pc:spChg chg="mod">
          <ac:chgData name="加藤　空武" userId="S::polyline510_gmail.com#ext#@msccnagasakiuac.onmicrosoft.com::cb45b1e7-d79c-4ed4-a610-dbd868304ab6" providerId="AD" clId="Web-{2D9A5B4F-F356-11A4-18A6-A0FFD094425F}" dt="2026-07-14T21:20:33.071" v="959" actId="1076"/>
          <ac:spMkLst>
            <pc:docMk/>
            <pc:sldMk cId="1497690054" sldId="281"/>
            <ac:spMk id="3" creationId="{46459560-6958-71F2-0044-059E719DCF41}"/>
          </ac:spMkLst>
        </pc:spChg>
      </pc:sldChg>
      <pc:sldChg chg="addSp modSp add replId">
        <pc:chgData name="加藤　空武" userId="S::polyline510_gmail.com#ext#@msccnagasakiuac.onmicrosoft.com::cb45b1e7-d79c-4ed4-a610-dbd868304ab6" providerId="AD" clId="Web-{2D9A5B4F-F356-11A4-18A6-A0FFD094425F}" dt="2026-07-14T13:12:37.809" v="771"/>
        <pc:sldMkLst>
          <pc:docMk/>
          <pc:sldMk cId="290712584" sldId="282"/>
        </pc:sldMkLst>
        <pc:spChg chg="ord">
          <ac:chgData name="加藤　空武" userId="S::polyline510_gmail.com#ext#@msccnagasakiuac.onmicrosoft.com::cb45b1e7-d79c-4ed4-a610-dbd868304ab6" providerId="AD" clId="Web-{2D9A5B4F-F356-11A4-18A6-A0FFD094425F}" dt="2026-07-14T13:12:31.215" v="770"/>
          <ac:spMkLst>
            <pc:docMk/>
            <pc:sldMk cId="290712584" sldId="282"/>
            <ac:spMk id="2" creationId="{A479F38C-0307-BFB4-C0D3-EC9A6E04551E}"/>
          </ac:spMkLst>
        </pc:spChg>
        <pc:spChg chg="mod">
          <ac:chgData name="加藤　空武" userId="S::polyline510_gmail.com#ext#@msccnagasakiuac.onmicrosoft.com::cb45b1e7-d79c-4ed4-a610-dbd868304ab6" providerId="AD" clId="Web-{2D9A5B4F-F356-11A4-18A6-A0FFD094425F}" dt="2026-07-14T13:12:18.824" v="769" actId="1076"/>
          <ac:spMkLst>
            <pc:docMk/>
            <pc:sldMk cId="290712584" sldId="282"/>
            <ac:spMk id="3" creationId="{EAC8FA64-9D96-143A-97DF-5E24B9FE0F19}"/>
          </ac:spMkLst>
        </pc:spChg>
        <pc:picChg chg="add mod">
          <ac:chgData name="加藤　空武" userId="S::polyline510_gmail.com#ext#@msccnagasakiuac.onmicrosoft.com::cb45b1e7-d79c-4ed4-a610-dbd868304ab6" providerId="AD" clId="Web-{2D9A5B4F-F356-11A4-18A6-A0FFD094425F}" dt="2026-07-14T13:11:40.103" v="743" actId="1076"/>
          <ac:picMkLst>
            <pc:docMk/>
            <pc:sldMk cId="290712584" sldId="282"/>
            <ac:picMk id="4" creationId="{5A2703A5-9E99-3F7E-52DE-E97893A7CE9F}"/>
          </ac:picMkLst>
        </pc:picChg>
        <pc:picChg chg="ord">
          <ac:chgData name="加藤　空武" userId="S::polyline510_gmail.com#ext#@msccnagasakiuac.onmicrosoft.com::cb45b1e7-d79c-4ed4-a610-dbd868304ab6" providerId="AD" clId="Web-{2D9A5B4F-F356-11A4-18A6-A0FFD094425F}" dt="2026-07-14T13:12:37.809" v="771"/>
          <ac:picMkLst>
            <pc:docMk/>
            <pc:sldMk cId="290712584" sldId="282"/>
            <ac:picMk id="6" creationId="{719A28B8-F660-F378-DCD5-82E66D0A2074}"/>
          </ac:picMkLst>
        </pc:picChg>
      </pc:sldChg>
      <pc:sldChg chg="modSp add">
        <pc:chgData name="加藤　空武" userId="S::polyline510_gmail.com#ext#@msccnagasakiuac.onmicrosoft.com::cb45b1e7-d79c-4ed4-a610-dbd868304ab6" providerId="AD" clId="Web-{2D9A5B4F-F356-11A4-18A6-A0FFD094425F}" dt="2026-07-14T10:34:46.265" v="242" actId="20577"/>
        <pc:sldMkLst>
          <pc:docMk/>
          <pc:sldMk cId="950968521" sldId="283"/>
        </pc:sldMkLst>
        <pc:spChg chg="mod">
          <ac:chgData name="加藤　空武" userId="S::polyline510_gmail.com#ext#@msccnagasakiuac.onmicrosoft.com::cb45b1e7-d79c-4ed4-a610-dbd868304ab6" providerId="AD" clId="Web-{2D9A5B4F-F356-11A4-18A6-A0FFD094425F}" dt="2026-07-14T10:34:46.265" v="242" actId="20577"/>
          <ac:spMkLst>
            <pc:docMk/>
            <pc:sldMk cId="950968521" sldId="283"/>
            <ac:spMk id="3" creationId="{EAC8FA64-9D96-143A-97DF-5E24B9FE0F19}"/>
          </ac:spMkLst>
        </pc:spChg>
      </pc:sldChg>
      <pc:sldChg chg="modSp add replId">
        <pc:chgData name="加藤　空武" userId="S::polyline510_gmail.com#ext#@msccnagasakiuac.onmicrosoft.com::cb45b1e7-d79c-4ed4-a610-dbd868304ab6" providerId="AD" clId="Web-{2D9A5B4F-F356-11A4-18A6-A0FFD094425F}" dt="2026-07-14T10:35:20.999" v="252" actId="1076"/>
        <pc:sldMkLst>
          <pc:docMk/>
          <pc:sldMk cId="3199844296" sldId="284"/>
        </pc:sldMkLst>
        <pc:spChg chg="mod">
          <ac:chgData name="加藤　空武" userId="S::polyline510_gmail.com#ext#@msccnagasakiuac.onmicrosoft.com::cb45b1e7-d79c-4ed4-a610-dbd868304ab6" providerId="AD" clId="Web-{2D9A5B4F-F356-11A4-18A6-A0FFD094425F}" dt="2026-07-14T10:35:20.999" v="252" actId="1076"/>
          <ac:spMkLst>
            <pc:docMk/>
            <pc:sldMk cId="3199844296" sldId="284"/>
            <ac:spMk id="3" creationId="{53544B29-35D2-D046-A03D-52C1E6101336}"/>
          </ac:spMkLst>
        </pc:spChg>
      </pc:sldChg>
      <pc:sldChg chg="modSp add">
        <pc:chgData name="加藤　空武" userId="S::polyline510_gmail.com#ext#@msccnagasakiuac.onmicrosoft.com::cb45b1e7-d79c-4ed4-a610-dbd868304ab6" providerId="AD" clId="Web-{2D9A5B4F-F356-11A4-18A6-A0FFD094425F}" dt="2026-07-14T10:35:55.265" v="262" actId="20577"/>
        <pc:sldMkLst>
          <pc:docMk/>
          <pc:sldMk cId="1807377330" sldId="285"/>
        </pc:sldMkLst>
        <pc:spChg chg="mod">
          <ac:chgData name="加藤　空武" userId="S::polyline510_gmail.com#ext#@msccnagasakiuac.onmicrosoft.com::cb45b1e7-d79c-4ed4-a610-dbd868304ab6" providerId="AD" clId="Web-{2D9A5B4F-F356-11A4-18A6-A0FFD094425F}" dt="2026-07-14T10:35:55.265" v="262" actId="20577"/>
          <ac:spMkLst>
            <pc:docMk/>
            <pc:sldMk cId="1807377330" sldId="285"/>
            <ac:spMk id="3" creationId="{53544B29-35D2-D046-A03D-52C1E6101336}"/>
          </ac:spMkLst>
        </pc:spChg>
      </pc:sldChg>
      <pc:sldChg chg="modSp add replId">
        <pc:chgData name="加藤　空武" userId="S::polyline510_gmail.com#ext#@msccnagasakiuac.onmicrosoft.com::cb45b1e7-d79c-4ed4-a610-dbd868304ab6" providerId="AD" clId="Web-{2D9A5B4F-F356-11A4-18A6-A0FFD094425F}" dt="2026-07-14T14:42:42.521" v="952" actId="20577"/>
        <pc:sldMkLst>
          <pc:docMk/>
          <pc:sldMk cId="1719883382" sldId="286"/>
        </pc:sldMkLst>
        <pc:spChg chg="mod">
          <ac:chgData name="加藤　空武" userId="S::polyline510_gmail.com#ext#@msccnagasakiuac.onmicrosoft.com::cb45b1e7-d79c-4ed4-a610-dbd868304ab6" providerId="AD" clId="Web-{2D9A5B4F-F356-11A4-18A6-A0FFD094425F}" dt="2026-07-14T14:42:42.521" v="952" actId="20577"/>
          <ac:spMkLst>
            <pc:docMk/>
            <pc:sldMk cId="1719883382" sldId="286"/>
            <ac:spMk id="3" creationId="{D75E22BE-6027-FDC7-3E4C-1601DA2D7B11}"/>
          </ac:spMkLst>
        </pc:spChg>
      </pc:sldChg>
      <pc:sldChg chg="delSp modSp add ord replId">
        <pc:chgData name="加藤　空武" userId="S::polyline510_gmail.com#ext#@msccnagasakiuac.onmicrosoft.com::cb45b1e7-d79c-4ed4-a610-dbd868304ab6" providerId="AD" clId="Web-{2D9A5B4F-F356-11A4-18A6-A0FFD094425F}" dt="2026-07-14T14:42:55.677" v="953" actId="20577"/>
        <pc:sldMkLst>
          <pc:docMk/>
          <pc:sldMk cId="553672503" sldId="287"/>
        </pc:sldMkLst>
        <pc:spChg chg="del">
          <ac:chgData name="加藤　空武" userId="S::polyline510_gmail.com#ext#@msccnagasakiuac.onmicrosoft.com::cb45b1e7-d79c-4ed4-a610-dbd868304ab6" providerId="AD" clId="Web-{2D9A5B4F-F356-11A4-18A6-A0FFD094425F}" dt="2026-07-14T10:47:08.079" v="307"/>
          <ac:spMkLst>
            <pc:docMk/>
            <pc:sldMk cId="553672503" sldId="287"/>
            <ac:spMk id="2" creationId="{96EFC40E-FDF7-98F1-530D-CDF8ACDFA0DD}"/>
          </ac:spMkLst>
        </pc:spChg>
        <pc:spChg chg="mod">
          <ac:chgData name="加藤　空武" userId="S::polyline510_gmail.com#ext#@msccnagasakiuac.onmicrosoft.com::cb45b1e7-d79c-4ed4-a610-dbd868304ab6" providerId="AD" clId="Web-{2D9A5B4F-F356-11A4-18A6-A0FFD094425F}" dt="2026-07-14T14:42:55.677" v="953" actId="20577"/>
          <ac:spMkLst>
            <pc:docMk/>
            <pc:sldMk cId="553672503" sldId="287"/>
            <ac:spMk id="3" creationId="{30D067B9-A7BA-0E71-FADB-17C78E0BD27D}"/>
          </ac:spMkLst>
        </pc:spChg>
      </pc:sldChg>
      <pc:sldChg chg="addSp modSp add replId modMedia addAnim modAnim">
        <pc:chgData name="加藤　空武" userId="S::polyline510_gmail.com#ext#@msccnagasakiuac.onmicrosoft.com::cb45b1e7-d79c-4ed4-a610-dbd868304ab6" providerId="AD" clId="Web-{2D9A5B4F-F356-11A4-18A6-A0FFD094425F}" dt="2026-07-14T14:39:01.146" v="925"/>
        <pc:sldMkLst>
          <pc:docMk/>
          <pc:sldMk cId="1491292099" sldId="288"/>
        </pc:sldMkLst>
        <pc:spChg chg="mod">
          <ac:chgData name="加藤　空武" userId="S::polyline510_gmail.com#ext#@msccnagasakiuac.onmicrosoft.com::cb45b1e7-d79c-4ed4-a610-dbd868304ab6" providerId="AD" clId="Web-{2D9A5B4F-F356-11A4-18A6-A0FFD094425F}" dt="2026-07-14T12:24:29.429" v="597" actId="1076"/>
          <ac:spMkLst>
            <pc:docMk/>
            <pc:sldMk cId="1491292099" sldId="288"/>
            <ac:spMk id="3" creationId="{CD9CA509-F87B-A9D6-AAB8-40187800EB04}"/>
          </ac:spMkLst>
        </pc:spChg>
        <pc:picChg chg="add mod">
          <ac:chgData name="加藤　空武" userId="S::polyline510_gmail.com#ext#@msccnagasakiuac.onmicrosoft.com::cb45b1e7-d79c-4ed4-a610-dbd868304ab6" providerId="AD" clId="Web-{2D9A5B4F-F356-11A4-18A6-A0FFD094425F}" dt="2026-07-14T14:39:01.146" v="925"/>
          <ac:picMkLst>
            <pc:docMk/>
            <pc:sldMk cId="1491292099" sldId="288"/>
            <ac:picMk id="4" creationId="{39873DFD-EBA4-BF22-2500-6B4D3B4F1703}"/>
          </ac:picMkLst>
        </pc:picChg>
      </pc:sldChg>
      <pc:sldChg chg="delSp modSp add">
        <pc:chgData name="加藤　空武" userId="S::polyline510_gmail.com#ext#@msccnagasakiuac.onmicrosoft.com::cb45b1e7-d79c-4ed4-a610-dbd868304ab6" providerId="AD" clId="Web-{2D9A5B4F-F356-11A4-18A6-A0FFD094425F}" dt="2026-07-14T10:47:04.079" v="306"/>
        <pc:sldMkLst>
          <pc:docMk/>
          <pc:sldMk cId="3878049039" sldId="289"/>
        </pc:sldMkLst>
        <pc:spChg chg="del">
          <ac:chgData name="加藤　空武" userId="S::polyline510_gmail.com#ext#@msccnagasakiuac.onmicrosoft.com::cb45b1e7-d79c-4ed4-a610-dbd868304ab6" providerId="AD" clId="Web-{2D9A5B4F-F356-11A4-18A6-A0FFD094425F}" dt="2026-07-14T10:47:04.079" v="306"/>
          <ac:spMkLst>
            <pc:docMk/>
            <pc:sldMk cId="3878049039" sldId="289"/>
            <ac:spMk id="2" creationId="{96EFC40E-FDF7-98F1-530D-CDF8ACDFA0DD}"/>
          </ac:spMkLst>
        </pc:spChg>
        <pc:spChg chg="mod">
          <ac:chgData name="加藤　空武" userId="S::polyline510_gmail.com#ext#@msccnagasakiuac.onmicrosoft.com::cb45b1e7-d79c-4ed4-a610-dbd868304ab6" providerId="AD" clId="Web-{2D9A5B4F-F356-11A4-18A6-A0FFD094425F}" dt="2026-07-14T10:46:56.688" v="305" actId="20577"/>
          <ac:spMkLst>
            <pc:docMk/>
            <pc:sldMk cId="3878049039" sldId="289"/>
            <ac:spMk id="3" creationId="{30D067B9-A7BA-0E71-FADB-17C78E0BD27D}"/>
          </ac:spMkLst>
        </pc:spChg>
      </pc:sldChg>
      <pc:sldChg chg="modSp add ord">
        <pc:chgData name="加藤　空武" userId="S::polyline510_gmail.com#ext#@msccnagasakiuac.onmicrosoft.com::cb45b1e7-d79c-4ed4-a610-dbd868304ab6" providerId="AD" clId="Web-{2D9A5B4F-F356-11A4-18A6-A0FFD094425F}" dt="2026-07-14T12:12:24.432" v="440" actId="1076"/>
        <pc:sldMkLst>
          <pc:docMk/>
          <pc:sldMk cId="4010425103" sldId="301"/>
        </pc:sldMkLst>
        <pc:spChg chg="mod">
          <ac:chgData name="加藤　空武" userId="S::polyline510_gmail.com#ext#@msccnagasakiuac.onmicrosoft.com::cb45b1e7-d79c-4ed4-a610-dbd868304ab6" providerId="AD" clId="Web-{2D9A5B4F-F356-11A4-18A6-A0FFD094425F}" dt="2026-07-14T12:12:24.432" v="440" actId="1076"/>
          <ac:spMkLst>
            <pc:docMk/>
            <pc:sldMk cId="4010425103" sldId="301"/>
            <ac:spMk id="3" creationId="{7902B414-C265-71BA-EE36-7443C1FABA86}"/>
          </ac:spMkLst>
        </pc:spChg>
      </pc:sldChg>
      <pc:sldChg chg="addSp delSp modSp add replId">
        <pc:chgData name="加藤　空武" userId="S::polyline510_gmail.com#ext#@msccnagasakiuac.onmicrosoft.com::cb45b1e7-d79c-4ed4-a610-dbd868304ab6" providerId="AD" clId="Web-{2D9A5B4F-F356-11A4-18A6-A0FFD094425F}" dt="2026-07-14T12:23:14.738" v="562" actId="14100"/>
        <pc:sldMkLst>
          <pc:docMk/>
          <pc:sldMk cId="2573700922" sldId="307"/>
        </pc:sldMkLst>
        <pc:spChg chg="del">
          <ac:chgData name="加藤　空武" userId="S::polyline510_gmail.com#ext#@msccnagasakiuac.onmicrosoft.com::cb45b1e7-d79c-4ed4-a610-dbd868304ab6" providerId="AD" clId="Web-{2D9A5B4F-F356-11A4-18A6-A0FFD094425F}" dt="2026-07-14T12:21:50.110" v="544"/>
          <ac:spMkLst>
            <pc:docMk/>
            <pc:sldMk cId="2573700922" sldId="307"/>
            <ac:spMk id="3" creationId="{90A0DA7C-BD7D-F65D-2837-FA78E697C5A3}"/>
          </ac:spMkLst>
        </pc:spChg>
        <pc:picChg chg="add mod ord modCrop">
          <ac:chgData name="加藤　空武" userId="S::polyline510_gmail.com#ext#@msccnagasakiuac.onmicrosoft.com::cb45b1e7-d79c-4ed4-a610-dbd868304ab6" providerId="AD" clId="Web-{2D9A5B4F-F356-11A4-18A6-A0FFD094425F}" dt="2026-07-14T12:23:14.738" v="562" actId="14100"/>
          <ac:picMkLst>
            <pc:docMk/>
            <pc:sldMk cId="2573700922" sldId="307"/>
            <ac:picMk id="4" creationId="{198639B9-D760-1AAE-AF25-1311F5F0659B}"/>
          </ac:picMkLst>
        </pc:picChg>
        <pc:picChg chg="mod">
          <ac:chgData name="加藤　空武" userId="S::polyline510_gmail.com#ext#@msccnagasakiuac.onmicrosoft.com::cb45b1e7-d79c-4ed4-a610-dbd868304ab6" providerId="AD" clId="Web-{2D9A5B4F-F356-11A4-18A6-A0FFD094425F}" dt="2026-07-14T12:23:03.285" v="557" actId="1076"/>
          <ac:picMkLst>
            <pc:docMk/>
            <pc:sldMk cId="2573700922" sldId="307"/>
            <ac:picMk id="6" creationId="{45C6C571-57A7-0158-8764-158EEFB751B1}"/>
          </ac:picMkLst>
        </pc:picChg>
      </pc:sldChg>
      <pc:sldChg chg="modSp add">
        <pc:chgData name="加藤　空武" userId="S::polyline510_gmail.com#ext#@msccnagasakiuac.onmicrosoft.com::cb45b1e7-d79c-4ed4-a610-dbd868304ab6" providerId="AD" clId="Web-{2D9A5B4F-F356-11A4-18A6-A0FFD094425F}" dt="2026-07-14T13:18:38.338" v="821" actId="1076"/>
        <pc:sldMkLst>
          <pc:docMk/>
          <pc:sldMk cId="3612073784" sldId="310"/>
        </pc:sldMkLst>
        <pc:spChg chg="mod">
          <ac:chgData name="加藤　空武" userId="S::polyline510_gmail.com#ext#@msccnagasakiuac.onmicrosoft.com::cb45b1e7-d79c-4ed4-a610-dbd868304ab6" providerId="AD" clId="Web-{2D9A5B4F-F356-11A4-18A6-A0FFD094425F}" dt="2026-07-14T13:18:38.338" v="821" actId="1076"/>
          <ac:spMkLst>
            <pc:docMk/>
            <pc:sldMk cId="3612073784" sldId="310"/>
            <ac:spMk id="3" creationId="{30D067B9-A7BA-0E71-FADB-17C78E0BD27D}"/>
          </ac:spMkLst>
        </pc:spChg>
      </pc:sldChg>
      <pc:sldChg chg="modSp add">
        <pc:chgData name="加藤　空武" userId="S::polyline510_gmail.com#ext#@msccnagasakiuac.onmicrosoft.com::cb45b1e7-d79c-4ed4-a610-dbd868304ab6" providerId="AD" clId="Web-{2D9A5B4F-F356-11A4-18A6-A0FFD094425F}" dt="2026-07-14T14:44:36.428" v="955" actId="20577"/>
        <pc:sldMkLst>
          <pc:docMk/>
          <pc:sldMk cId="3887164286" sldId="314"/>
        </pc:sldMkLst>
        <pc:spChg chg="mod">
          <ac:chgData name="加藤　空武" userId="S::polyline510_gmail.com#ext#@msccnagasakiuac.onmicrosoft.com::cb45b1e7-d79c-4ed4-a610-dbd868304ab6" providerId="AD" clId="Web-{2D9A5B4F-F356-11A4-18A6-A0FFD094425F}" dt="2026-07-14T14:44:36.428" v="955" actId="20577"/>
          <ac:spMkLst>
            <pc:docMk/>
            <pc:sldMk cId="3887164286" sldId="314"/>
            <ac:spMk id="3" creationId="{53544B29-35D2-D046-A03D-52C1E6101336}"/>
          </ac:spMkLst>
        </pc:spChg>
      </pc:sldChg>
      <pc:sldChg chg="new del">
        <pc:chgData name="加藤　空武" userId="S::polyline510_gmail.com#ext#@msccnagasakiuac.onmicrosoft.com::cb45b1e7-d79c-4ed4-a610-dbd868304ab6" providerId="AD" clId="Web-{2D9A5B4F-F356-11A4-18A6-A0FFD094425F}" dt="2026-07-14T21:21:16.024" v="961"/>
        <pc:sldMkLst>
          <pc:docMk/>
          <pc:sldMk cId="1759254478" sldId="320"/>
        </pc:sldMkLst>
      </pc:sldChg>
      <pc:sldChg chg="modSp add replId">
        <pc:chgData name="加藤　空武" userId="S::polyline510_gmail.com#ext#@msccnagasakiuac.onmicrosoft.com::cb45b1e7-d79c-4ed4-a610-dbd868304ab6" providerId="AD" clId="Web-{2D9A5B4F-F356-11A4-18A6-A0FFD094425F}" dt="2026-07-14T21:22:21.058" v="977" actId="20577"/>
        <pc:sldMkLst>
          <pc:docMk/>
          <pc:sldMk cId="4115619955" sldId="320"/>
        </pc:sldMkLst>
        <pc:spChg chg="mod">
          <ac:chgData name="加藤　空武" userId="S::polyline510_gmail.com#ext#@msccnagasakiuac.onmicrosoft.com::cb45b1e7-d79c-4ed4-a610-dbd868304ab6" providerId="AD" clId="Web-{2D9A5B4F-F356-11A4-18A6-A0FFD094425F}" dt="2026-07-14T21:22:21.058" v="977" actId="20577"/>
          <ac:spMkLst>
            <pc:docMk/>
            <pc:sldMk cId="4115619955" sldId="320"/>
            <ac:spMk id="3" creationId="{762A2DF6-1758-BC8B-6718-5D3EA4F7E7EA}"/>
          </ac:spMkLst>
        </pc:spChg>
      </pc:sldChg>
      <pc:sldChg chg="modSp add">
        <pc:chgData name="加藤　空武" userId="S::polyline510_gmail.com#ext#@msccnagasakiuac.onmicrosoft.com::cb45b1e7-d79c-4ed4-a610-dbd868304ab6" providerId="AD" clId="Web-{2D9A5B4F-F356-11A4-18A6-A0FFD094425F}" dt="2026-07-14T21:22:45.464" v="985" actId="20577"/>
        <pc:sldMkLst>
          <pc:docMk/>
          <pc:sldMk cId="4242013238" sldId="321"/>
        </pc:sldMkLst>
        <pc:spChg chg="mod">
          <ac:chgData name="加藤　空武" userId="S::polyline510_gmail.com#ext#@msccnagasakiuac.onmicrosoft.com::cb45b1e7-d79c-4ed4-a610-dbd868304ab6" providerId="AD" clId="Web-{2D9A5B4F-F356-11A4-18A6-A0FFD094425F}" dt="2026-07-14T21:22:45.464" v="985" actId="20577"/>
          <ac:spMkLst>
            <pc:docMk/>
            <pc:sldMk cId="4242013238" sldId="321"/>
            <ac:spMk id="3" creationId="{762A2DF6-1758-BC8B-6718-5D3EA4F7E7EA}"/>
          </ac:spMkLst>
        </pc:spChg>
      </pc:sldChg>
    </pc:docChg>
  </pc:docChgLst>
  <pc:docChgLst>
    <pc:chgData name="辻本　航" userId="53dfa694-903e-47f9-bd5b-00db30ff12b2" providerId="ADAL" clId="{F2647A7C-AA77-49F8-9770-76CDFF203DA6}"/>
    <pc:docChg chg="undo custSel addSld delSld modSld sldOrd">
      <pc:chgData name="辻本　航" userId="53dfa694-903e-47f9-bd5b-00db30ff12b2" providerId="ADAL" clId="{F2647A7C-AA77-49F8-9770-76CDFF203DA6}" dt="2026-07-15T06:58:37.728" v="863" actId="1076"/>
      <pc:docMkLst>
        <pc:docMk/>
      </pc:docMkLst>
      <pc:sldChg chg="modSp mod">
        <pc:chgData name="辻本　航" userId="53dfa694-903e-47f9-bd5b-00db30ff12b2" providerId="ADAL" clId="{F2647A7C-AA77-49F8-9770-76CDFF203DA6}" dt="2026-07-15T06:54:25.318" v="593" actId="404"/>
        <pc:sldMkLst>
          <pc:docMk/>
          <pc:sldMk cId="2227626790" sldId="290"/>
        </pc:sldMkLst>
        <pc:spChg chg="mod">
          <ac:chgData name="辻本　航" userId="53dfa694-903e-47f9-bd5b-00db30ff12b2" providerId="ADAL" clId="{F2647A7C-AA77-49F8-9770-76CDFF203DA6}" dt="2026-07-15T06:54:25.318" v="593" actId="404"/>
          <ac:spMkLst>
            <pc:docMk/>
            <pc:sldMk cId="2227626790" sldId="290"/>
            <ac:spMk id="2" creationId="{BF640145-3632-13DB-4112-92F7E1B3478D}"/>
          </ac:spMkLst>
        </pc:spChg>
      </pc:sldChg>
      <pc:sldChg chg="addSp delSp modSp mod">
        <pc:chgData name="辻本　航" userId="53dfa694-903e-47f9-bd5b-00db30ff12b2" providerId="ADAL" clId="{F2647A7C-AA77-49F8-9770-76CDFF203DA6}" dt="2026-07-15T06:55:53.179" v="694" actId="14100"/>
        <pc:sldMkLst>
          <pc:docMk/>
          <pc:sldMk cId="1897880342" sldId="295"/>
        </pc:sldMkLst>
        <pc:spChg chg="del mod">
          <ac:chgData name="辻本　航" userId="53dfa694-903e-47f9-bd5b-00db30ff12b2" providerId="ADAL" clId="{F2647A7C-AA77-49F8-9770-76CDFF203DA6}" dt="2026-07-15T06:34:51.805" v="316" actId="478"/>
          <ac:spMkLst>
            <pc:docMk/>
            <pc:sldMk cId="1897880342" sldId="295"/>
            <ac:spMk id="3" creationId="{57CB11CB-E289-FAC6-8E1F-9EE6AC56E132}"/>
          </ac:spMkLst>
        </pc:spChg>
        <pc:spChg chg="add del mod">
          <ac:chgData name="辻本　航" userId="53dfa694-903e-47f9-bd5b-00db30ff12b2" providerId="ADAL" clId="{F2647A7C-AA77-49F8-9770-76CDFF203DA6}" dt="2026-07-15T06:12:30.275" v="28" actId="478"/>
          <ac:spMkLst>
            <pc:docMk/>
            <pc:sldMk cId="1897880342" sldId="295"/>
            <ac:spMk id="6" creationId="{EC7403E6-DE39-6957-5F1A-6F091C3AD29D}"/>
          </ac:spMkLst>
        </pc:spChg>
        <pc:spChg chg="add del mod">
          <ac:chgData name="辻本　航" userId="53dfa694-903e-47f9-bd5b-00db30ff12b2" providerId="ADAL" clId="{F2647A7C-AA77-49F8-9770-76CDFF203DA6}" dt="2026-07-15T06:19:51.496" v="129" actId="478"/>
          <ac:spMkLst>
            <pc:docMk/>
            <pc:sldMk cId="1897880342" sldId="295"/>
            <ac:spMk id="10" creationId="{23BBEED2-2DF0-467D-D746-FBEF173F3DE8}"/>
          </ac:spMkLst>
        </pc:spChg>
        <pc:spChg chg="del">
          <ac:chgData name="辻本　航" userId="53dfa694-903e-47f9-bd5b-00db30ff12b2" providerId="ADAL" clId="{F2647A7C-AA77-49F8-9770-76CDFF203DA6}" dt="2026-07-15T06:16:54.886" v="86" actId="478"/>
          <ac:spMkLst>
            <pc:docMk/>
            <pc:sldMk cId="1897880342" sldId="295"/>
            <ac:spMk id="12" creationId="{4F070C10-4552-824A-54F4-D63A82F7FFA4}"/>
          </ac:spMkLst>
        </pc:spChg>
        <pc:spChg chg="del mod">
          <ac:chgData name="辻本　航" userId="53dfa694-903e-47f9-bd5b-00db30ff12b2" providerId="ADAL" clId="{F2647A7C-AA77-49F8-9770-76CDFF203DA6}" dt="2026-07-15T06:11:41.342" v="16" actId="478"/>
          <ac:spMkLst>
            <pc:docMk/>
            <pc:sldMk cId="1897880342" sldId="295"/>
            <ac:spMk id="13" creationId="{938B1407-6518-9C96-93D1-B0F705DC71E6}"/>
          </ac:spMkLst>
        </pc:spChg>
        <pc:spChg chg="mod">
          <ac:chgData name="辻本　航" userId="53dfa694-903e-47f9-bd5b-00db30ff12b2" providerId="ADAL" clId="{F2647A7C-AA77-49F8-9770-76CDFF203DA6}" dt="2026-07-15T06:27:59.080" v="245" actId="1076"/>
          <ac:spMkLst>
            <pc:docMk/>
            <pc:sldMk cId="1897880342" sldId="295"/>
            <ac:spMk id="14" creationId="{62ABCB17-810A-6422-2C0A-0376DDCF108F}"/>
          </ac:spMkLst>
        </pc:spChg>
        <pc:spChg chg="del mod">
          <ac:chgData name="辻本　航" userId="53dfa694-903e-47f9-bd5b-00db30ff12b2" providerId="ADAL" clId="{F2647A7C-AA77-49F8-9770-76CDFF203DA6}" dt="2026-07-15T06:34:51.805" v="316" actId="478"/>
          <ac:spMkLst>
            <pc:docMk/>
            <pc:sldMk cId="1897880342" sldId="295"/>
            <ac:spMk id="15" creationId="{2F346E83-16DA-6E33-E48A-6F5A1D796C07}"/>
          </ac:spMkLst>
        </pc:spChg>
        <pc:spChg chg="del mod ord">
          <ac:chgData name="辻本　航" userId="53dfa694-903e-47f9-bd5b-00db30ff12b2" providerId="ADAL" clId="{F2647A7C-AA77-49F8-9770-76CDFF203DA6}" dt="2026-07-15T06:34:51.805" v="316" actId="478"/>
          <ac:spMkLst>
            <pc:docMk/>
            <pc:sldMk cId="1897880342" sldId="295"/>
            <ac:spMk id="16" creationId="{053ADC90-E9CF-C0AC-15E5-C47A4D9945E5}"/>
          </ac:spMkLst>
        </pc:spChg>
        <pc:spChg chg="del mod">
          <ac:chgData name="辻本　航" userId="53dfa694-903e-47f9-bd5b-00db30ff12b2" providerId="ADAL" clId="{F2647A7C-AA77-49F8-9770-76CDFF203DA6}" dt="2026-07-15T06:34:51.805" v="316" actId="478"/>
          <ac:spMkLst>
            <pc:docMk/>
            <pc:sldMk cId="1897880342" sldId="295"/>
            <ac:spMk id="19" creationId="{0718D243-4717-12A7-0737-CC331199A2C0}"/>
          </ac:spMkLst>
        </pc:spChg>
        <pc:spChg chg="del">
          <ac:chgData name="辻本　航" userId="53dfa694-903e-47f9-bd5b-00db30ff12b2" providerId="ADAL" clId="{F2647A7C-AA77-49F8-9770-76CDFF203DA6}" dt="2026-07-15T06:14:46.714" v="50" actId="478"/>
          <ac:spMkLst>
            <pc:docMk/>
            <pc:sldMk cId="1897880342" sldId="295"/>
            <ac:spMk id="20" creationId="{104CDF3D-8E88-71EF-793F-2E19AD73656D}"/>
          </ac:spMkLst>
        </pc:spChg>
        <pc:spChg chg="add del mod">
          <ac:chgData name="辻本　航" userId="53dfa694-903e-47f9-bd5b-00db30ff12b2" providerId="ADAL" clId="{F2647A7C-AA77-49F8-9770-76CDFF203DA6}" dt="2026-07-15T06:20:18.107" v="138" actId="478"/>
          <ac:spMkLst>
            <pc:docMk/>
            <pc:sldMk cId="1897880342" sldId="295"/>
            <ac:spMk id="21" creationId="{426AB49D-5967-57CF-C3A0-AC5803ED8C9E}"/>
          </ac:spMkLst>
        </pc:spChg>
        <pc:spChg chg="del mod">
          <ac:chgData name="辻本　航" userId="53dfa694-903e-47f9-bd5b-00db30ff12b2" providerId="ADAL" clId="{F2647A7C-AA77-49F8-9770-76CDFF203DA6}" dt="2026-07-15T06:34:51.805" v="316" actId="478"/>
          <ac:spMkLst>
            <pc:docMk/>
            <pc:sldMk cId="1897880342" sldId="295"/>
            <ac:spMk id="23" creationId="{CC4DFFDD-BB5B-3122-46A5-D28C116F5ED5}"/>
          </ac:spMkLst>
        </pc:spChg>
        <pc:spChg chg="add del mod">
          <ac:chgData name="辻本　航" userId="53dfa694-903e-47f9-bd5b-00db30ff12b2" providerId="ADAL" clId="{F2647A7C-AA77-49F8-9770-76CDFF203DA6}" dt="2026-07-15T06:19:50.163" v="128" actId="478"/>
          <ac:spMkLst>
            <pc:docMk/>
            <pc:sldMk cId="1897880342" sldId="295"/>
            <ac:spMk id="27" creationId="{D39A2915-64D4-79AB-2CFD-2A9F30C54BD6}"/>
          </ac:spMkLst>
        </pc:spChg>
        <pc:spChg chg="add del mod">
          <ac:chgData name="辻本　航" userId="53dfa694-903e-47f9-bd5b-00db30ff12b2" providerId="ADAL" clId="{F2647A7C-AA77-49F8-9770-76CDFF203DA6}" dt="2026-07-15T06:34:51.805" v="316" actId="478"/>
          <ac:spMkLst>
            <pc:docMk/>
            <pc:sldMk cId="1897880342" sldId="295"/>
            <ac:spMk id="29" creationId="{47F70EBF-E5A5-5BD9-779B-69C11D1ABBDC}"/>
          </ac:spMkLst>
        </pc:spChg>
        <pc:spChg chg="add del mod">
          <ac:chgData name="辻本　航" userId="53dfa694-903e-47f9-bd5b-00db30ff12b2" providerId="ADAL" clId="{F2647A7C-AA77-49F8-9770-76CDFF203DA6}" dt="2026-07-15T06:34:51.805" v="316" actId="478"/>
          <ac:spMkLst>
            <pc:docMk/>
            <pc:sldMk cId="1897880342" sldId="295"/>
            <ac:spMk id="30" creationId="{8A96CD64-7939-656D-CF00-1C901A53D43A}"/>
          </ac:spMkLst>
        </pc:spChg>
        <pc:spChg chg="add mod">
          <ac:chgData name="辻本　航" userId="53dfa694-903e-47f9-bd5b-00db30ff12b2" providerId="ADAL" clId="{F2647A7C-AA77-49F8-9770-76CDFF203DA6}" dt="2026-07-15T06:21:16.921" v="154" actId="571"/>
          <ac:spMkLst>
            <pc:docMk/>
            <pc:sldMk cId="1897880342" sldId="295"/>
            <ac:spMk id="31" creationId="{1A536138-BF79-DED2-3201-5DB0E81EEC5B}"/>
          </ac:spMkLst>
        </pc:spChg>
        <pc:spChg chg="add del">
          <ac:chgData name="辻本　航" userId="53dfa694-903e-47f9-bd5b-00db30ff12b2" providerId="ADAL" clId="{F2647A7C-AA77-49F8-9770-76CDFF203DA6}" dt="2026-07-15T06:23:30.225" v="182" actId="11529"/>
          <ac:spMkLst>
            <pc:docMk/>
            <pc:sldMk cId="1897880342" sldId="295"/>
            <ac:spMk id="34" creationId="{B455AF1A-DE99-75FE-F101-3059049F297B}"/>
          </ac:spMkLst>
        </pc:spChg>
        <pc:spChg chg="add del mod">
          <ac:chgData name="辻本　航" userId="53dfa694-903e-47f9-bd5b-00db30ff12b2" providerId="ADAL" clId="{F2647A7C-AA77-49F8-9770-76CDFF203DA6}" dt="2026-07-15T06:24:45.037" v="196" actId="478"/>
          <ac:spMkLst>
            <pc:docMk/>
            <pc:sldMk cId="1897880342" sldId="295"/>
            <ac:spMk id="35" creationId="{DDC154C4-D543-4FB2-AACD-CD925ECFCF7B}"/>
          </ac:spMkLst>
        </pc:spChg>
        <pc:spChg chg="add del mod">
          <ac:chgData name="辻本　航" userId="53dfa694-903e-47f9-bd5b-00db30ff12b2" providerId="ADAL" clId="{F2647A7C-AA77-49F8-9770-76CDFF203DA6}" dt="2026-07-15T06:34:51.805" v="316" actId="478"/>
          <ac:spMkLst>
            <pc:docMk/>
            <pc:sldMk cId="1897880342" sldId="295"/>
            <ac:spMk id="37" creationId="{CD49D48B-6EEC-8DD7-E48E-64359E017EC0}"/>
          </ac:spMkLst>
        </pc:spChg>
        <pc:spChg chg="add del mod">
          <ac:chgData name="辻本　航" userId="53dfa694-903e-47f9-bd5b-00db30ff12b2" providerId="ADAL" clId="{F2647A7C-AA77-49F8-9770-76CDFF203DA6}" dt="2026-07-15T06:30:31.681" v="272" actId="11529"/>
          <ac:spMkLst>
            <pc:docMk/>
            <pc:sldMk cId="1897880342" sldId="295"/>
            <ac:spMk id="51" creationId="{2460E793-E5CF-FD6C-AFDD-0AFAA59C5AFA}"/>
          </ac:spMkLst>
        </pc:spChg>
        <pc:spChg chg="add del mod">
          <ac:chgData name="辻本　航" userId="53dfa694-903e-47f9-bd5b-00db30ff12b2" providerId="ADAL" clId="{F2647A7C-AA77-49F8-9770-76CDFF203DA6}" dt="2026-07-15T06:34:54.791" v="318" actId="478"/>
          <ac:spMkLst>
            <pc:docMk/>
            <pc:sldMk cId="1897880342" sldId="295"/>
            <ac:spMk id="55" creationId="{068C2962-0E91-C478-D4A6-B0CFFD1ADC5F}"/>
          </ac:spMkLst>
        </pc:spChg>
        <pc:spChg chg="add del mod">
          <ac:chgData name="辻本　航" userId="53dfa694-903e-47f9-bd5b-00db30ff12b2" providerId="ADAL" clId="{F2647A7C-AA77-49F8-9770-76CDFF203DA6}" dt="2026-07-15T06:42:48.136" v="417" actId="478"/>
          <ac:spMkLst>
            <pc:docMk/>
            <pc:sldMk cId="1897880342" sldId="295"/>
            <ac:spMk id="60" creationId="{1D2EB33E-E268-AE59-FECF-E0F1F183DA60}"/>
          </ac:spMkLst>
        </pc:spChg>
        <pc:spChg chg="add mod">
          <ac:chgData name="辻本　航" userId="53dfa694-903e-47f9-bd5b-00db30ff12b2" providerId="ADAL" clId="{F2647A7C-AA77-49F8-9770-76CDFF203DA6}" dt="2026-07-15T06:34:52.050" v="317"/>
          <ac:spMkLst>
            <pc:docMk/>
            <pc:sldMk cId="1897880342" sldId="295"/>
            <ac:spMk id="61" creationId="{53E9856C-48BB-D2F4-1ADB-486011C5C07E}"/>
          </ac:spMkLst>
        </pc:spChg>
        <pc:spChg chg="add mod">
          <ac:chgData name="辻本　航" userId="53dfa694-903e-47f9-bd5b-00db30ff12b2" providerId="ADAL" clId="{F2647A7C-AA77-49F8-9770-76CDFF203DA6}" dt="2026-07-15T06:34:52.050" v="317"/>
          <ac:spMkLst>
            <pc:docMk/>
            <pc:sldMk cId="1897880342" sldId="295"/>
            <ac:spMk id="62" creationId="{F5960DF9-C416-677C-EB6F-8BAC0BDA2FAC}"/>
          </ac:spMkLst>
        </pc:spChg>
        <pc:spChg chg="add mod">
          <ac:chgData name="辻本　航" userId="53dfa694-903e-47f9-bd5b-00db30ff12b2" providerId="ADAL" clId="{F2647A7C-AA77-49F8-9770-76CDFF203DA6}" dt="2026-07-15T06:34:52.050" v="317"/>
          <ac:spMkLst>
            <pc:docMk/>
            <pc:sldMk cId="1897880342" sldId="295"/>
            <ac:spMk id="63" creationId="{ED103C9A-46F1-BD34-CEC0-FF5B5D7B34D2}"/>
          </ac:spMkLst>
        </pc:spChg>
        <pc:spChg chg="add del mod">
          <ac:chgData name="辻本　航" userId="53dfa694-903e-47f9-bd5b-00db30ff12b2" providerId="ADAL" clId="{F2647A7C-AA77-49F8-9770-76CDFF203DA6}" dt="2026-07-15T06:42:48.136" v="417" actId="478"/>
          <ac:spMkLst>
            <pc:docMk/>
            <pc:sldMk cId="1897880342" sldId="295"/>
            <ac:spMk id="64" creationId="{34AC2288-68F6-8E78-F922-072AFDAF0956}"/>
          </ac:spMkLst>
        </pc:spChg>
        <pc:spChg chg="add mod">
          <ac:chgData name="辻本　航" userId="53dfa694-903e-47f9-bd5b-00db30ff12b2" providerId="ADAL" clId="{F2647A7C-AA77-49F8-9770-76CDFF203DA6}" dt="2026-07-15T06:34:52.050" v="317"/>
          <ac:spMkLst>
            <pc:docMk/>
            <pc:sldMk cId="1897880342" sldId="295"/>
            <ac:spMk id="65" creationId="{9D027DF3-C33B-636B-37B8-D21AACED9CA2}"/>
          </ac:spMkLst>
        </pc:spChg>
        <pc:spChg chg="add mod">
          <ac:chgData name="辻本　航" userId="53dfa694-903e-47f9-bd5b-00db30ff12b2" providerId="ADAL" clId="{F2647A7C-AA77-49F8-9770-76CDFF203DA6}" dt="2026-07-15T06:34:52.050" v="317"/>
          <ac:spMkLst>
            <pc:docMk/>
            <pc:sldMk cId="1897880342" sldId="295"/>
            <ac:spMk id="66" creationId="{B8F2DF45-158C-A974-F84B-FBD7A171A96D}"/>
          </ac:spMkLst>
        </pc:spChg>
        <pc:spChg chg="add mod">
          <ac:chgData name="辻本　航" userId="53dfa694-903e-47f9-bd5b-00db30ff12b2" providerId="ADAL" clId="{F2647A7C-AA77-49F8-9770-76CDFF203DA6}" dt="2026-07-15T06:34:52.050" v="317"/>
          <ac:spMkLst>
            <pc:docMk/>
            <pc:sldMk cId="1897880342" sldId="295"/>
            <ac:spMk id="67" creationId="{DC623F30-5647-2931-CF08-7FA351ED18EE}"/>
          </ac:spMkLst>
        </pc:spChg>
        <pc:spChg chg="add del mod">
          <ac:chgData name="辻本　航" userId="53dfa694-903e-47f9-bd5b-00db30ff12b2" providerId="ADAL" clId="{F2647A7C-AA77-49F8-9770-76CDFF203DA6}" dt="2026-07-15T06:35:09.649" v="323" actId="478"/>
          <ac:spMkLst>
            <pc:docMk/>
            <pc:sldMk cId="1897880342" sldId="295"/>
            <ac:spMk id="77" creationId="{96FC9C51-5DB1-AC3A-7A0F-CEB505429505}"/>
          </ac:spMkLst>
        </pc:spChg>
        <pc:spChg chg="add del mod">
          <ac:chgData name="辻本　航" userId="53dfa694-903e-47f9-bd5b-00db30ff12b2" providerId="ADAL" clId="{F2647A7C-AA77-49F8-9770-76CDFF203DA6}" dt="2026-07-15T06:35:08.018" v="322" actId="478"/>
          <ac:spMkLst>
            <pc:docMk/>
            <pc:sldMk cId="1897880342" sldId="295"/>
            <ac:spMk id="78" creationId="{888BA58F-939E-7DC0-6ED3-6E08EF9413F2}"/>
          </ac:spMkLst>
        </pc:spChg>
        <pc:spChg chg="add mod">
          <ac:chgData name="辻本　航" userId="53dfa694-903e-47f9-bd5b-00db30ff12b2" providerId="ADAL" clId="{F2647A7C-AA77-49F8-9770-76CDFF203DA6}" dt="2026-07-15T06:55:53.179" v="694" actId="14100"/>
          <ac:spMkLst>
            <pc:docMk/>
            <pc:sldMk cId="1897880342" sldId="295"/>
            <ac:spMk id="79" creationId="{DDDA707A-D908-3F5B-0B69-864D352C6737}"/>
          </ac:spMkLst>
        </pc:spChg>
        <pc:spChg chg="add del">
          <ac:chgData name="辻本　航" userId="53dfa694-903e-47f9-bd5b-00db30ff12b2" providerId="ADAL" clId="{F2647A7C-AA77-49F8-9770-76CDFF203DA6}" dt="2026-07-15T06:42:47.101" v="416" actId="22"/>
          <ac:spMkLst>
            <pc:docMk/>
            <pc:sldMk cId="1897880342" sldId="295"/>
            <ac:spMk id="81" creationId="{AF70184D-3F81-8641-F984-9856AC8EE007}"/>
          </ac:spMkLst>
        </pc:spChg>
        <pc:spChg chg="add del">
          <ac:chgData name="辻本　航" userId="53dfa694-903e-47f9-bd5b-00db30ff12b2" providerId="ADAL" clId="{F2647A7C-AA77-49F8-9770-76CDFF203DA6}" dt="2026-07-15T06:42:47.101" v="416" actId="22"/>
          <ac:spMkLst>
            <pc:docMk/>
            <pc:sldMk cId="1897880342" sldId="295"/>
            <ac:spMk id="83" creationId="{720D1EA1-6F9B-BDD7-9435-F68380D4FB79}"/>
          </ac:spMkLst>
        </pc:spChg>
        <pc:spChg chg="add mod">
          <ac:chgData name="辻本　航" userId="53dfa694-903e-47f9-bd5b-00db30ff12b2" providerId="ADAL" clId="{F2647A7C-AA77-49F8-9770-76CDFF203DA6}" dt="2026-07-15T06:52:11.498" v="442" actId="1076"/>
          <ac:spMkLst>
            <pc:docMk/>
            <pc:sldMk cId="1897880342" sldId="295"/>
            <ac:spMk id="85" creationId="{8B11D9D5-69CA-89D9-267B-878C1D5A542D}"/>
          </ac:spMkLst>
        </pc:spChg>
        <pc:spChg chg="add">
          <ac:chgData name="辻本　航" userId="53dfa694-903e-47f9-bd5b-00db30ff12b2" providerId="ADAL" clId="{F2647A7C-AA77-49F8-9770-76CDFF203DA6}" dt="2026-07-15T06:42:48.353" v="418" actId="22"/>
          <ac:spMkLst>
            <pc:docMk/>
            <pc:sldMk cId="1897880342" sldId="295"/>
            <ac:spMk id="87" creationId="{90DD4691-BAC5-9A95-8B23-9C970E089694}"/>
          </ac:spMkLst>
        </pc:spChg>
        <pc:grpChg chg="add del mod">
          <ac:chgData name="辻本　航" userId="53dfa694-903e-47f9-bd5b-00db30ff12b2" providerId="ADAL" clId="{F2647A7C-AA77-49F8-9770-76CDFF203DA6}" dt="2026-07-15T06:28:15.788" v="247" actId="1076"/>
          <ac:grpSpMkLst>
            <pc:docMk/>
            <pc:sldMk cId="1897880342" sldId="295"/>
            <ac:grpSpMk id="42" creationId="{7407D7BC-F444-BE48-D769-294CF6A53E18}"/>
          </ac:grpSpMkLst>
        </pc:grpChg>
        <pc:grpChg chg="add mod">
          <ac:chgData name="辻本　航" userId="53dfa694-903e-47f9-bd5b-00db30ff12b2" providerId="ADAL" clId="{F2647A7C-AA77-49F8-9770-76CDFF203DA6}" dt="2026-07-15T06:29:10.444" v="257" actId="1076"/>
          <ac:grpSpMkLst>
            <pc:docMk/>
            <pc:sldMk cId="1897880342" sldId="295"/>
            <ac:grpSpMk id="47" creationId="{5E21B24E-D1B6-816D-316E-D65CCA1016AF}"/>
          </ac:grpSpMkLst>
        </pc:grpChg>
        <pc:picChg chg="del mod">
          <ac:chgData name="辻本　航" userId="53dfa694-903e-47f9-bd5b-00db30ff12b2" providerId="ADAL" clId="{F2647A7C-AA77-49F8-9770-76CDFF203DA6}" dt="2026-07-15T06:34:51.805" v="316" actId="478"/>
          <ac:picMkLst>
            <pc:docMk/>
            <pc:sldMk cId="1897880342" sldId="295"/>
            <ac:picMk id="4" creationId="{0EEC0E76-5F4F-641C-926E-8579F6EEE025}"/>
          </ac:picMkLst>
        </pc:picChg>
        <pc:picChg chg="mod">
          <ac:chgData name="辻本　航" userId="53dfa694-903e-47f9-bd5b-00db30ff12b2" providerId="ADAL" clId="{F2647A7C-AA77-49F8-9770-76CDFF203DA6}" dt="2026-07-15T06:30:06.080" v="266" actId="1076"/>
          <ac:picMkLst>
            <pc:docMk/>
            <pc:sldMk cId="1897880342" sldId="295"/>
            <ac:picMk id="5" creationId="{4703A5F5-BE23-2F28-CC20-8E8B72276B56}"/>
          </ac:picMkLst>
        </pc:picChg>
        <pc:picChg chg="mod">
          <ac:chgData name="辻本　航" userId="53dfa694-903e-47f9-bd5b-00db30ff12b2" providerId="ADAL" clId="{F2647A7C-AA77-49F8-9770-76CDFF203DA6}" dt="2026-07-15T06:28:26.563" v="250" actId="1076"/>
          <ac:picMkLst>
            <pc:docMk/>
            <pc:sldMk cId="1897880342" sldId="295"/>
            <ac:picMk id="8" creationId="{18659F8C-2084-0AB8-E7A5-646262926BE1}"/>
          </ac:picMkLst>
        </pc:picChg>
        <pc:picChg chg="mod">
          <ac:chgData name="辻本　航" userId="53dfa694-903e-47f9-bd5b-00db30ff12b2" providerId="ADAL" clId="{F2647A7C-AA77-49F8-9770-76CDFF203DA6}" dt="2026-07-15T06:24:56.215" v="199" actId="1076"/>
          <ac:picMkLst>
            <pc:docMk/>
            <pc:sldMk cId="1897880342" sldId="295"/>
            <ac:picMk id="9" creationId="{1139261E-2888-FDB1-A363-F281A50930FC}"/>
          </ac:picMkLst>
        </pc:picChg>
        <pc:picChg chg="del mod ord">
          <ac:chgData name="辻本　航" userId="53dfa694-903e-47f9-bd5b-00db30ff12b2" providerId="ADAL" clId="{F2647A7C-AA77-49F8-9770-76CDFF203DA6}" dt="2026-07-15T06:26:30.831" v="223" actId="478"/>
          <ac:picMkLst>
            <pc:docMk/>
            <pc:sldMk cId="1897880342" sldId="295"/>
            <ac:picMk id="11" creationId="{2615B0F2-DD5C-2D68-D089-2B6757AB4C60}"/>
          </ac:picMkLst>
        </pc:picChg>
        <pc:picChg chg="del mod ord">
          <ac:chgData name="辻本　航" userId="53dfa694-903e-47f9-bd5b-00db30ff12b2" providerId="ADAL" clId="{F2647A7C-AA77-49F8-9770-76CDFF203DA6}" dt="2026-07-15T06:22:51.085" v="175" actId="478"/>
          <ac:picMkLst>
            <pc:docMk/>
            <pc:sldMk cId="1897880342" sldId="295"/>
            <ac:picMk id="17" creationId="{ECD63254-EDED-A4B8-FD16-199DA06B3754}"/>
          </ac:picMkLst>
        </pc:picChg>
        <pc:picChg chg="del mod ord">
          <ac:chgData name="辻本　航" userId="53dfa694-903e-47f9-bd5b-00db30ff12b2" providerId="ADAL" clId="{F2647A7C-AA77-49F8-9770-76CDFF203DA6}" dt="2026-07-15T06:18:24.516" v="108" actId="478"/>
          <ac:picMkLst>
            <pc:docMk/>
            <pc:sldMk cId="1897880342" sldId="295"/>
            <ac:picMk id="24" creationId="{55EEA717-748A-81D9-7CBF-7D4BE301F34E}"/>
          </ac:picMkLst>
        </pc:picChg>
        <pc:picChg chg="del mod ord">
          <ac:chgData name="辻本　航" userId="53dfa694-903e-47f9-bd5b-00db30ff12b2" providerId="ADAL" clId="{F2647A7C-AA77-49F8-9770-76CDFF203DA6}" dt="2026-07-15T06:18:24.044" v="107" actId="478"/>
          <ac:picMkLst>
            <pc:docMk/>
            <pc:sldMk cId="1897880342" sldId="295"/>
            <ac:picMk id="25" creationId="{6878F214-8248-F82E-44F6-0E9C4D6206B6}"/>
          </ac:picMkLst>
        </pc:picChg>
        <pc:picChg chg="del mod ord">
          <ac:chgData name="辻本　航" userId="53dfa694-903e-47f9-bd5b-00db30ff12b2" providerId="ADAL" clId="{F2647A7C-AA77-49F8-9770-76CDFF203DA6}" dt="2026-07-15T06:18:23.435" v="106" actId="478"/>
          <ac:picMkLst>
            <pc:docMk/>
            <pc:sldMk cId="1897880342" sldId="295"/>
            <ac:picMk id="26" creationId="{87A4168F-F6D8-E3D5-2585-D888DCFD5DC2}"/>
          </ac:picMkLst>
        </pc:picChg>
        <pc:picChg chg="add mod">
          <ac:chgData name="辻本　航" userId="53dfa694-903e-47f9-bd5b-00db30ff12b2" providerId="ADAL" clId="{F2647A7C-AA77-49F8-9770-76CDFF203DA6}" dt="2026-07-15T06:20:05.499" v="134" actId="571"/>
          <ac:picMkLst>
            <pc:docMk/>
            <pc:sldMk cId="1897880342" sldId="295"/>
            <ac:picMk id="28" creationId="{7F352E43-1E69-1905-3D18-83609376FE03}"/>
          </ac:picMkLst>
        </pc:picChg>
        <pc:picChg chg="add del mod">
          <ac:chgData name="辻本　航" userId="53dfa694-903e-47f9-bd5b-00db30ff12b2" providerId="ADAL" clId="{F2647A7C-AA77-49F8-9770-76CDFF203DA6}" dt="2026-07-15T06:27:04.112" v="238" actId="478"/>
          <ac:picMkLst>
            <pc:docMk/>
            <pc:sldMk cId="1897880342" sldId="295"/>
            <ac:picMk id="32" creationId="{2BAEFC1C-F427-06FA-8B85-C3A466408886}"/>
          </ac:picMkLst>
        </pc:picChg>
        <pc:picChg chg="add mod">
          <ac:chgData name="辻本　航" userId="53dfa694-903e-47f9-bd5b-00db30ff12b2" providerId="ADAL" clId="{F2647A7C-AA77-49F8-9770-76CDFF203DA6}" dt="2026-07-15T06:26:12.850" v="221" actId="164"/>
          <ac:picMkLst>
            <pc:docMk/>
            <pc:sldMk cId="1897880342" sldId="295"/>
            <ac:picMk id="33" creationId="{789390AA-FDC2-8E3B-8212-E3ADEB553151}"/>
          </ac:picMkLst>
        </pc:picChg>
        <pc:picChg chg="add mod">
          <ac:chgData name="辻本　航" userId="53dfa694-903e-47f9-bd5b-00db30ff12b2" providerId="ADAL" clId="{F2647A7C-AA77-49F8-9770-76CDFF203DA6}" dt="2026-07-15T06:26:12.850" v="221" actId="164"/>
          <ac:picMkLst>
            <pc:docMk/>
            <pc:sldMk cId="1897880342" sldId="295"/>
            <ac:picMk id="39" creationId="{A3C85C66-6CDB-7EDD-7765-1850492ED79D}"/>
          </ac:picMkLst>
        </pc:picChg>
        <pc:picChg chg="add mod">
          <ac:chgData name="辻本　航" userId="53dfa694-903e-47f9-bd5b-00db30ff12b2" providerId="ADAL" clId="{F2647A7C-AA77-49F8-9770-76CDFF203DA6}" dt="2026-07-15T06:26:12.850" v="221" actId="164"/>
          <ac:picMkLst>
            <pc:docMk/>
            <pc:sldMk cId="1897880342" sldId="295"/>
            <ac:picMk id="41" creationId="{229D1E7D-3288-F46C-7882-08D6D6725699}"/>
          </ac:picMkLst>
        </pc:picChg>
        <pc:picChg chg="add del mod">
          <ac:chgData name="辻本　航" userId="53dfa694-903e-47f9-bd5b-00db30ff12b2" providerId="ADAL" clId="{F2647A7C-AA77-49F8-9770-76CDFF203DA6}" dt="2026-07-15T06:32:19.046" v="293" actId="478"/>
          <ac:picMkLst>
            <pc:docMk/>
            <pc:sldMk cId="1897880342" sldId="295"/>
            <ac:picMk id="44" creationId="{B82C3523-DACC-1257-2CAD-61ED6DD5C7EA}"/>
          </ac:picMkLst>
        </pc:picChg>
        <pc:picChg chg="add mod">
          <ac:chgData name="辻本　航" userId="53dfa694-903e-47f9-bd5b-00db30ff12b2" providerId="ADAL" clId="{F2647A7C-AA77-49F8-9770-76CDFF203DA6}" dt="2026-07-15T06:27:00.729" v="235" actId="571"/>
          <ac:picMkLst>
            <pc:docMk/>
            <pc:sldMk cId="1897880342" sldId="295"/>
            <ac:picMk id="45" creationId="{4101BD0E-4A1C-27DE-52C5-DE000B792775}"/>
          </ac:picMkLst>
        </pc:picChg>
        <pc:picChg chg="add mod">
          <ac:chgData name="辻本　航" userId="53dfa694-903e-47f9-bd5b-00db30ff12b2" providerId="ADAL" clId="{F2647A7C-AA77-49F8-9770-76CDFF203DA6}" dt="2026-07-15T06:27:00.539" v="234" actId="571"/>
          <ac:picMkLst>
            <pc:docMk/>
            <pc:sldMk cId="1897880342" sldId="295"/>
            <ac:picMk id="46" creationId="{092F6BA5-7108-9C27-5C84-B4BC8C4BCFC0}"/>
          </ac:picMkLst>
        </pc:picChg>
        <pc:picChg chg="mod">
          <ac:chgData name="辻本　航" userId="53dfa694-903e-47f9-bd5b-00db30ff12b2" providerId="ADAL" clId="{F2647A7C-AA77-49F8-9770-76CDFF203DA6}" dt="2026-07-15T06:27:07.311" v="239" actId="571"/>
          <ac:picMkLst>
            <pc:docMk/>
            <pc:sldMk cId="1897880342" sldId="295"/>
            <ac:picMk id="48" creationId="{C0D0235A-1052-C4AA-BCD1-B558254A79C3}"/>
          </ac:picMkLst>
        </pc:picChg>
        <pc:picChg chg="mod">
          <ac:chgData name="辻本　航" userId="53dfa694-903e-47f9-bd5b-00db30ff12b2" providerId="ADAL" clId="{F2647A7C-AA77-49F8-9770-76CDFF203DA6}" dt="2026-07-15T06:27:07.311" v="239" actId="571"/>
          <ac:picMkLst>
            <pc:docMk/>
            <pc:sldMk cId="1897880342" sldId="295"/>
            <ac:picMk id="49" creationId="{341A6B53-9D40-3F39-DF9C-C643D2F15DBC}"/>
          </ac:picMkLst>
        </pc:picChg>
        <pc:picChg chg="mod">
          <ac:chgData name="辻本　航" userId="53dfa694-903e-47f9-bd5b-00db30ff12b2" providerId="ADAL" clId="{F2647A7C-AA77-49F8-9770-76CDFF203DA6}" dt="2026-07-15T06:27:07.311" v="239" actId="571"/>
          <ac:picMkLst>
            <pc:docMk/>
            <pc:sldMk cId="1897880342" sldId="295"/>
            <ac:picMk id="50" creationId="{3886CE65-B3AF-2F59-C337-222D7CC85994}"/>
          </ac:picMkLst>
        </pc:picChg>
        <pc:picChg chg="add">
          <ac:chgData name="辻本　航" userId="53dfa694-903e-47f9-bd5b-00db30ff12b2" providerId="ADAL" clId="{F2647A7C-AA77-49F8-9770-76CDFF203DA6}" dt="2026-07-15T06:32:19.230" v="294" actId="22"/>
          <ac:picMkLst>
            <pc:docMk/>
            <pc:sldMk cId="1897880342" sldId="295"/>
            <ac:picMk id="53" creationId="{81FC5712-DE96-D8D5-D490-C67A721D75C4}"/>
          </ac:picMkLst>
        </pc:picChg>
      </pc:sldChg>
      <pc:sldChg chg="addSp delSp modSp mod">
        <pc:chgData name="辻本　航" userId="53dfa694-903e-47f9-bd5b-00db30ff12b2" providerId="ADAL" clId="{F2647A7C-AA77-49F8-9770-76CDFF203DA6}" dt="2026-07-15T06:57:08.215" v="725" actId="6549"/>
        <pc:sldMkLst>
          <pc:docMk/>
          <pc:sldMk cId="1053969772" sldId="297"/>
        </pc:sldMkLst>
        <pc:spChg chg="mod">
          <ac:chgData name="辻本　航" userId="53dfa694-903e-47f9-bd5b-00db30ff12b2" providerId="ADAL" clId="{F2647A7C-AA77-49F8-9770-76CDFF203DA6}" dt="2026-07-15T06:57:08.215" v="725" actId="6549"/>
          <ac:spMkLst>
            <pc:docMk/>
            <pc:sldMk cId="1053969772" sldId="297"/>
            <ac:spMk id="2" creationId="{1834AB07-AB9C-7C87-CE3A-3921032BB9D8}"/>
          </ac:spMkLst>
        </pc:spChg>
        <pc:spChg chg="del">
          <ac:chgData name="辻本　航" userId="53dfa694-903e-47f9-bd5b-00db30ff12b2" providerId="ADAL" clId="{F2647A7C-AA77-49F8-9770-76CDFF203DA6}" dt="2026-07-15T06:32:31.215" v="295" actId="478"/>
          <ac:spMkLst>
            <pc:docMk/>
            <pc:sldMk cId="1053969772" sldId="297"/>
            <ac:spMk id="3" creationId="{CD5B9165-CCBC-32CC-E89A-53932F090A3D}"/>
          </ac:spMkLst>
        </pc:spChg>
        <pc:spChg chg="del mod">
          <ac:chgData name="辻本　航" userId="53dfa694-903e-47f9-bd5b-00db30ff12b2" providerId="ADAL" clId="{F2647A7C-AA77-49F8-9770-76CDFF203DA6}" dt="2026-07-15T06:32:34.515" v="298" actId="478"/>
          <ac:spMkLst>
            <pc:docMk/>
            <pc:sldMk cId="1053969772" sldId="297"/>
            <ac:spMk id="7" creationId="{0183BFE3-31E4-0D06-22F1-438A9A763386}"/>
          </ac:spMkLst>
        </pc:spChg>
        <pc:spChg chg="del">
          <ac:chgData name="辻本　航" userId="53dfa694-903e-47f9-bd5b-00db30ff12b2" providerId="ADAL" clId="{F2647A7C-AA77-49F8-9770-76CDFF203DA6}" dt="2026-07-15T06:32:31.215" v="295" actId="478"/>
          <ac:spMkLst>
            <pc:docMk/>
            <pc:sldMk cId="1053969772" sldId="297"/>
            <ac:spMk id="12" creationId="{F0980ABC-4529-5365-DD68-322DA89FFF71}"/>
          </ac:spMkLst>
        </pc:spChg>
        <pc:spChg chg="del">
          <ac:chgData name="辻本　航" userId="53dfa694-903e-47f9-bd5b-00db30ff12b2" providerId="ADAL" clId="{F2647A7C-AA77-49F8-9770-76CDFF203DA6}" dt="2026-07-15T06:32:31.215" v="295" actId="478"/>
          <ac:spMkLst>
            <pc:docMk/>
            <pc:sldMk cId="1053969772" sldId="297"/>
            <ac:spMk id="13" creationId="{5ECA80FC-EEBB-33D2-E90E-2FCC0AD07AA3}"/>
          </ac:spMkLst>
        </pc:spChg>
        <pc:spChg chg="del">
          <ac:chgData name="辻本　航" userId="53dfa694-903e-47f9-bd5b-00db30ff12b2" providerId="ADAL" clId="{F2647A7C-AA77-49F8-9770-76CDFF203DA6}" dt="2026-07-15T06:32:31.215" v="295" actId="478"/>
          <ac:spMkLst>
            <pc:docMk/>
            <pc:sldMk cId="1053969772" sldId="297"/>
            <ac:spMk id="15" creationId="{16653A63-CAAB-86E1-6E06-04A6CD9A667A}"/>
          </ac:spMkLst>
        </pc:spChg>
        <pc:spChg chg="del">
          <ac:chgData name="辻本　航" userId="53dfa694-903e-47f9-bd5b-00db30ff12b2" providerId="ADAL" clId="{F2647A7C-AA77-49F8-9770-76CDFF203DA6}" dt="2026-07-15T06:32:31.215" v="295" actId="478"/>
          <ac:spMkLst>
            <pc:docMk/>
            <pc:sldMk cId="1053969772" sldId="297"/>
            <ac:spMk id="18" creationId="{71410AD3-0AC7-9514-2C91-2E38BE4C030E}"/>
          </ac:spMkLst>
        </pc:spChg>
        <pc:spChg chg="del">
          <ac:chgData name="辻本　航" userId="53dfa694-903e-47f9-bd5b-00db30ff12b2" providerId="ADAL" clId="{F2647A7C-AA77-49F8-9770-76CDFF203DA6}" dt="2026-07-15T06:32:31.215" v="295" actId="478"/>
          <ac:spMkLst>
            <pc:docMk/>
            <pc:sldMk cId="1053969772" sldId="297"/>
            <ac:spMk id="20" creationId="{10772832-284B-B7E3-DBB4-B007BC8077CD}"/>
          </ac:spMkLst>
        </pc:spChg>
        <pc:spChg chg="add del mod">
          <ac:chgData name="辻本　航" userId="53dfa694-903e-47f9-bd5b-00db30ff12b2" providerId="ADAL" clId="{F2647A7C-AA77-49F8-9770-76CDFF203DA6}" dt="2026-07-15T06:37:19.958" v="338" actId="478"/>
          <ac:spMkLst>
            <pc:docMk/>
            <pc:sldMk cId="1053969772" sldId="297"/>
            <ac:spMk id="21" creationId="{6E2349F9-0B8E-E62A-8B45-FE0035392822}"/>
          </ac:spMkLst>
        </pc:spChg>
        <pc:spChg chg="del">
          <ac:chgData name="辻本　航" userId="53dfa694-903e-47f9-bd5b-00db30ff12b2" providerId="ADAL" clId="{F2647A7C-AA77-49F8-9770-76CDFF203DA6}" dt="2026-07-15T06:32:31.215" v="295" actId="478"/>
          <ac:spMkLst>
            <pc:docMk/>
            <pc:sldMk cId="1053969772" sldId="297"/>
            <ac:spMk id="22" creationId="{4E379483-8863-6AAB-ABE8-A972A36053EE}"/>
          </ac:spMkLst>
        </pc:spChg>
        <pc:spChg chg="add del mod">
          <ac:chgData name="辻本　航" userId="53dfa694-903e-47f9-bd5b-00db30ff12b2" providerId="ADAL" clId="{F2647A7C-AA77-49F8-9770-76CDFF203DA6}" dt="2026-07-15T06:37:19.958" v="338" actId="478"/>
          <ac:spMkLst>
            <pc:docMk/>
            <pc:sldMk cId="1053969772" sldId="297"/>
            <ac:spMk id="23" creationId="{F852F3D7-7184-B9AE-3334-D45E5960FDD9}"/>
          </ac:spMkLst>
        </pc:spChg>
        <pc:spChg chg="del">
          <ac:chgData name="辻本　航" userId="53dfa694-903e-47f9-bd5b-00db30ff12b2" providerId="ADAL" clId="{F2647A7C-AA77-49F8-9770-76CDFF203DA6}" dt="2026-07-15T06:32:31.215" v="295" actId="478"/>
          <ac:spMkLst>
            <pc:docMk/>
            <pc:sldMk cId="1053969772" sldId="297"/>
            <ac:spMk id="24" creationId="{71F4FF93-3D53-BDAA-E05C-844814E2FD60}"/>
          </ac:spMkLst>
        </pc:spChg>
        <pc:spChg chg="add del mod">
          <ac:chgData name="辻本　航" userId="53dfa694-903e-47f9-bd5b-00db30ff12b2" providerId="ADAL" clId="{F2647A7C-AA77-49F8-9770-76CDFF203DA6}" dt="2026-07-15T06:37:19.958" v="338" actId="478"/>
          <ac:spMkLst>
            <pc:docMk/>
            <pc:sldMk cId="1053969772" sldId="297"/>
            <ac:spMk id="25" creationId="{5276F1D3-F738-EB4E-807D-92D3A3EFAEE1}"/>
          </ac:spMkLst>
        </pc:spChg>
        <pc:spChg chg="add mod">
          <ac:chgData name="辻本　航" userId="53dfa694-903e-47f9-bd5b-00db30ff12b2" providerId="ADAL" clId="{F2647A7C-AA77-49F8-9770-76CDFF203DA6}" dt="2026-07-15T06:32:31.587" v="296"/>
          <ac:spMkLst>
            <pc:docMk/>
            <pc:sldMk cId="1053969772" sldId="297"/>
            <ac:spMk id="26" creationId="{5693AD22-B34F-0CEE-A4B0-1F0015719DE7}"/>
          </ac:spMkLst>
        </pc:spChg>
        <pc:spChg chg="add del mod">
          <ac:chgData name="辻本　航" userId="53dfa694-903e-47f9-bd5b-00db30ff12b2" providerId="ADAL" clId="{F2647A7C-AA77-49F8-9770-76CDFF203DA6}" dt="2026-07-15T06:37:19.958" v="338" actId="478"/>
          <ac:spMkLst>
            <pc:docMk/>
            <pc:sldMk cId="1053969772" sldId="297"/>
            <ac:spMk id="27" creationId="{D52F1A62-1ADD-4E77-B2E2-0C9D589CD001}"/>
          </ac:spMkLst>
        </pc:spChg>
        <pc:spChg chg="del">
          <ac:chgData name="辻本　航" userId="53dfa694-903e-47f9-bd5b-00db30ff12b2" providerId="ADAL" clId="{F2647A7C-AA77-49F8-9770-76CDFF203DA6}" dt="2026-07-15T06:32:31.215" v="295" actId="478"/>
          <ac:spMkLst>
            <pc:docMk/>
            <pc:sldMk cId="1053969772" sldId="297"/>
            <ac:spMk id="28" creationId="{66CA5D35-25B4-C39D-EE66-6E39F47BB297}"/>
          </ac:spMkLst>
        </pc:spChg>
        <pc:spChg chg="add del mod">
          <ac:chgData name="辻本　航" userId="53dfa694-903e-47f9-bd5b-00db30ff12b2" providerId="ADAL" clId="{F2647A7C-AA77-49F8-9770-76CDFF203DA6}" dt="2026-07-15T06:37:19.958" v="338" actId="478"/>
          <ac:spMkLst>
            <pc:docMk/>
            <pc:sldMk cId="1053969772" sldId="297"/>
            <ac:spMk id="29" creationId="{685F7864-6DF1-42E6-8B84-4B0A4C716EC8}"/>
          </ac:spMkLst>
        </pc:spChg>
        <pc:spChg chg="add del mod">
          <ac:chgData name="辻本　航" userId="53dfa694-903e-47f9-bd5b-00db30ff12b2" providerId="ADAL" clId="{F2647A7C-AA77-49F8-9770-76CDFF203DA6}" dt="2026-07-15T06:37:19.958" v="338" actId="478"/>
          <ac:spMkLst>
            <pc:docMk/>
            <pc:sldMk cId="1053969772" sldId="297"/>
            <ac:spMk id="31" creationId="{59BC47BC-E7F6-33FB-75F4-979DA328C5A6}"/>
          </ac:spMkLst>
        </pc:spChg>
        <pc:spChg chg="add del mod">
          <ac:chgData name="辻本　航" userId="53dfa694-903e-47f9-bd5b-00db30ff12b2" providerId="ADAL" clId="{F2647A7C-AA77-49F8-9770-76CDFF203DA6}" dt="2026-07-15T06:37:19.958" v="338" actId="478"/>
          <ac:spMkLst>
            <pc:docMk/>
            <pc:sldMk cId="1053969772" sldId="297"/>
            <ac:spMk id="33" creationId="{45B1D455-7CC0-6883-9C0F-C8C7F167BE37}"/>
          </ac:spMkLst>
        </pc:spChg>
        <pc:spChg chg="del">
          <ac:chgData name="辻本　航" userId="53dfa694-903e-47f9-bd5b-00db30ff12b2" providerId="ADAL" clId="{F2647A7C-AA77-49F8-9770-76CDFF203DA6}" dt="2026-07-15T06:32:31.215" v="295" actId="478"/>
          <ac:spMkLst>
            <pc:docMk/>
            <pc:sldMk cId="1053969772" sldId="297"/>
            <ac:spMk id="37" creationId="{5830ECDF-470C-CA39-5962-18AFAAEFDACC}"/>
          </ac:spMkLst>
        </pc:spChg>
        <pc:spChg chg="add del mod">
          <ac:chgData name="辻本　航" userId="53dfa694-903e-47f9-bd5b-00db30ff12b2" providerId="ADAL" clId="{F2647A7C-AA77-49F8-9770-76CDFF203DA6}" dt="2026-07-15T06:37:19.958" v="338" actId="478"/>
          <ac:spMkLst>
            <pc:docMk/>
            <pc:sldMk cId="1053969772" sldId="297"/>
            <ac:spMk id="46" creationId="{7F26657C-D007-094A-F7D4-D0A56E757E2C}"/>
          </ac:spMkLst>
        </pc:spChg>
        <pc:spChg chg="add del mod">
          <ac:chgData name="辻本　航" userId="53dfa694-903e-47f9-bd5b-00db30ff12b2" providerId="ADAL" clId="{F2647A7C-AA77-49F8-9770-76CDFF203DA6}" dt="2026-07-15T06:37:19.958" v="338" actId="478"/>
          <ac:spMkLst>
            <pc:docMk/>
            <pc:sldMk cId="1053969772" sldId="297"/>
            <ac:spMk id="47" creationId="{A53DCA51-0E5A-FA3E-0BBC-DEFE4E7DAC4F}"/>
          </ac:spMkLst>
        </pc:spChg>
        <pc:spChg chg="add del">
          <ac:chgData name="辻本　航" userId="53dfa694-903e-47f9-bd5b-00db30ff12b2" providerId="ADAL" clId="{F2647A7C-AA77-49F8-9770-76CDFF203DA6}" dt="2026-07-15T06:37:19.958" v="338" actId="478"/>
          <ac:spMkLst>
            <pc:docMk/>
            <pc:sldMk cId="1053969772" sldId="297"/>
            <ac:spMk id="49" creationId="{F59D1C20-B111-DDF9-3C73-EA2FFA0FB699}"/>
          </ac:spMkLst>
        </pc:spChg>
        <pc:spChg chg="del">
          <ac:chgData name="辻本　航" userId="53dfa694-903e-47f9-bd5b-00db30ff12b2" providerId="ADAL" clId="{F2647A7C-AA77-49F8-9770-76CDFF203DA6}" dt="2026-07-15T06:43:05.986" v="422" actId="478"/>
          <ac:spMkLst>
            <pc:docMk/>
            <pc:sldMk cId="1053969772" sldId="297"/>
            <ac:spMk id="55" creationId="{390EBC56-46DD-897A-7CA5-BFAC9AC7EBEA}"/>
          </ac:spMkLst>
        </pc:spChg>
        <pc:spChg chg="add mod">
          <ac:chgData name="辻本　航" userId="53dfa694-903e-47f9-bd5b-00db30ff12b2" providerId="ADAL" clId="{F2647A7C-AA77-49F8-9770-76CDFF203DA6}" dt="2026-07-15T06:43:20.765" v="428" actId="1076"/>
          <ac:spMkLst>
            <pc:docMk/>
            <pc:sldMk cId="1053969772" sldId="297"/>
            <ac:spMk id="56" creationId="{D4001B50-C79B-C790-5389-2C62771FFFD0}"/>
          </ac:spMkLst>
        </pc:spChg>
        <pc:spChg chg="add mod">
          <ac:chgData name="辻本　航" userId="53dfa694-903e-47f9-bd5b-00db30ff12b2" providerId="ADAL" clId="{F2647A7C-AA77-49F8-9770-76CDFF203DA6}" dt="2026-07-15T06:37:20.478" v="339"/>
          <ac:spMkLst>
            <pc:docMk/>
            <pc:sldMk cId="1053969772" sldId="297"/>
            <ac:spMk id="57" creationId="{3FF739CF-724C-77A1-EB30-7E60AE57F11E}"/>
          </ac:spMkLst>
        </pc:spChg>
        <pc:spChg chg="add mod">
          <ac:chgData name="辻本　航" userId="53dfa694-903e-47f9-bd5b-00db30ff12b2" providerId="ADAL" clId="{F2647A7C-AA77-49F8-9770-76CDFF203DA6}" dt="2026-07-15T06:37:20.478" v="339"/>
          <ac:spMkLst>
            <pc:docMk/>
            <pc:sldMk cId="1053969772" sldId="297"/>
            <ac:spMk id="58" creationId="{365B7A32-5AE2-FAF2-8494-13F1D7D2AC9A}"/>
          </ac:spMkLst>
        </pc:spChg>
        <pc:spChg chg="add del mod">
          <ac:chgData name="辻本　航" userId="53dfa694-903e-47f9-bd5b-00db30ff12b2" providerId="ADAL" clId="{F2647A7C-AA77-49F8-9770-76CDFF203DA6}" dt="2026-07-15T06:43:05.986" v="422" actId="478"/>
          <ac:spMkLst>
            <pc:docMk/>
            <pc:sldMk cId="1053969772" sldId="297"/>
            <ac:spMk id="59" creationId="{CED124F4-2F25-92E1-8BC2-4CC4AD02A2A5}"/>
          </ac:spMkLst>
        </pc:spChg>
        <pc:spChg chg="add mod">
          <ac:chgData name="辻本　航" userId="53dfa694-903e-47f9-bd5b-00db30ff12b2" providerId="ADAL" clId="{F2647A7C-AA77-49F8-9770-76CDFF203DA6}" dt="2026-07-15T06:37:20.478" v="339"/>
          <ac:spMkLst>
            <pc:docMk/>
            <pc:sldMk cId="1053969772" sldId="297"/>
            <ac:spMk id="60" creationId="{93307098-50A3-9E67-A006-229B03D5C1D5}"/>
          </ac:spMkLst>
        </pc:spChg>
        <pc:spChg chg="add mod">
          <ac:chgData name="辻本　航" userId="53dfa694-903e-47f9-bd5b-00db30ff12b2" providerId="ADAL" clId="{F2647A7C-AA77-49F8-9770-76CDFF203DA6}" dt="2026-07-15T06:37:20.478" v="339"/>
          <ac:spMkLst>
            <pc:docMk/>
            <pc:sldMk cId="1053969772" sldId="297"/>
            <ac:spMk id="61" creationId="{ACB45D4E-4E26-CA9D-35EE-452D405071B1}"/>
          </ac:spMkLst>
        </pc:spChg>
        <pc:spChg chg="add mod">
          <ac:chgData name="辻本　航" userId="53dfa694-903e-47f9-bd5b-00db30ff12b2" providerId="ADAL" clId="{F2647A7C-AA77-49F8-9770-76CDFF203DA6}" dt="2026-07-15T06:37:20.478" v="339"/>
          <ac:spMkLst>
            <pc:docMk/>
            <pc:sldMk cId="1053969772" sldId="297"/>
            <ac:spMk id="62" creationId="{894319C5-1E6E-65E4-39A6-DE02944C88B8}"/>
          </ac:spMkLst>
        </pc:spChg>
        <pc:spChg chg="add del mod">
          <ac:chgData name="辻本　航" userId="53dfa694-903e-47f9-bd5b-00db30ff12b2" providerId="ADAL" clId="{F2647A7C-AA77-49F8-9770-76CDFF203DA6}" dt="2026-07-15T06:37:53.743" v="347" actId="478"/>
          <ac:spMkLst>
            <pc:docMk/>
            <pc:sldMk cId="1053969772" sldId="297"/>
            <ac:spMk id="72" creationId="{3D64D3DE-052F-A189-A2F9-246F8E8C52F4}"/>
          </ac:spMkLst>
        </pc:spChg>
        <pc:spChg chg="add del mod">
          <ac:chgData name="辻本　航" userId="53dfa694-903e-47f9-bd5b-00db30ff12b2" providerId="ADAL" clId="{F2647A7C-AA77-49F8-9770-76CDFF203DA6}" dt="2026-07-15T06:37:52.092" v="346" actId="478"/>
          <ac:spMkLst>
            <pc:docMk/>
            <pc:sldMk cId="1053969772" sldId="297"/>
            <ac:spMk id="73" creationId="{D1609409-4D21-6414-4751-79BDB2A3FDE0}"/>
          </ac:spMkLst>
        </pc:spChg>
        <pc:spChg chg="add mod">
          <ac:chgData name="辻本　航" userId="53dfa694-903e-47f9-bd5b-00db30ff12b2" providerId="ADAL" clId="{F2647A7C-AA77-49F8-9770-76CDFF203DA6}" dt="2026-07-15T06:43:23.139" v="429" actId="14100"/>
          <ac:spMkLst>
            <pc:docMk/>
            <pc:sldMk cId="1053969772" sldId="297"/>
            <ac:spMk id="74" creationId="{9FC32606-377B-03AE-7BF5-4977F029AE6E}"/>
          </ac:spMkLst>
        </pc:spChg>
        <pc:spChg chg="add">
          <ac:chgData name="辻本　航" userId="53dfa694-903e-47f9-bd5b-00db30ff12b2" providerId="ADAL" clId="{F2647A7C-AA77-49F8-9770-76CDFF203DA6}" dt="2026-07-15T06:43:06.378" v="423" actId="22"/>
          <ac:spMkLst>
            <pc:docMk/>
            <pc:sldMk cId="1053969772" sldId="297"/>
            <ac:spMk id="76" creationId="{B931EF58-DFDC-3D5D-D232-4E52D4BF4DEA}"/>
          </ac:spMkLst>
        </pc:spChg>
        <pc:spChg chg="add">
          <ac:chgData name="辻本　航" userId="53dfa694-903e-47f9-bd5b-00db30ff12b2" providerId="ADAL" clId="{F2647A7C-AA77-49F8-9770-76CDFF203DA6}" dt="2026-07-15T06:43:06.378" v="423" actId="22"/>
          <ac:spMkLst>
            <pc:docMk/>
            <pc:sldMk cId="1053969772" sldId="297"/>
            <ac:spMk id="78" creationId="{3848A8F8-98C6-45D2-BB22-4CBFF71B8D64}"/>
          </ac:spMkLst>
        </pc:spChg>
      </pc:sldChg>
      <pc:sldChg chg="addSp delSp modSp mod">
        <pc:chgData name="辻本　航" userId="53dfa694-903e-47f9-bd5b-00db30ff12b2" providerId="ADAL" clId="{F2647A7C-AA77-49F8-9770-76CDFF203DA6}" dt="2026-07-15T06:58:07.573" v="861" actId="113"/>
        <pc:sldMkLst>
          <pc:docMk/>
          <pc:sldMk cId="3765210463" sldId="298"/>
        </pc:sldMkLst>
        <pc:spChg chg="mod">
          <ac:chgData name="辻本　航" userId="53dfa694-903e-47f9-bd5b-00db30ff12b2" providerId="ADAL" clId="{F2647A7C-AA77-49F8-9770-76CDFF203DA6}" dt="2026-07-15T06:58:07.573" v="861" actId="113"/>
          <ac:spMkLst>
            <pc:docMk/>
            <pc:sldMk cId="3765210463" sldId="298"/>
            <ac:spMk id="2" creationId="{B1FEFD1B-22CC-749B-662C-7AE8255F488F}"/>
          </ac:spMkLst>
        </pc:spChg>
        <pc:spChg chg="del">
          <ac:chgData name="辻本　航" userId="53dfa694-903e-47f9-bd5b-00db30ff12b2" providerId="ADAL" clId="{F2647A7C-AA77-49F8-9770-76CDFF203DA6}" dt="2026-07-15T06:39:39.691" v="353" actId="478"/>
          <ac:spMkLst>
            <pc:docMk/>
            <pc:sldMk cId="3765210463" sldId="298"/>
            <ac:spMk id="3" creationId="{07E33F63-7BE9-6176-6D45-8DC1A92C09EF}"/>
          </ac:spMkLst>
        </pc:spChg>
        <pc:spChg chg="del">
          <ac:chgData name="辻本　航" userId="53dfa694-903e-47f9-bd5b-00db30ff12b2" providerId="ADAL" clId="{F2647A7C-AA77-49F8-9770-76CDFF203DA6}" dt="2026-07-15T06:39:39.691" v="353" actId="478"/>
          <ac:spMkLst>
            <pc:docMk/>
            <pc:sldMk cId="3765210463" sldId="298"/>
            <ac:spMk id="6" creationId="{483716FC-96C7-E2A2-E84C-209447A7B519}"/>
          </ac:spMkLst>
        </pc:spChg>
        <pc:spChg chg="del">
          <ac:chgData name="辻本　航" userId="53dfa694-903e-47f9-bd5b-00db30ff12b2" providerId="ADAL" clId="{F2647A7C-AA77-49F8-9770-76CDFF203DA6}" dt="2026-07-15T06:39:39.691" v="353" actId="478"/>
          <ac:spMkLst>
            <pc:docMk/>
            <pc:sldMk cId="3765210463" sldId="298"/>
            <ac:spMk id="7" creationId="{1EBBDC0F-9AA6-7A41-8258-CAD17A49F5E8}"/>
          </ac:spMkLst>
        </pc:spChg>
        <pc:spChg chg="add del mod">
          <ac:chgData name="辻本　航" userId="53dfa694-903e-47f9-bd5b-00db30ff12b2" providerId="ADAL" clId="{F2647A7C-AA77-49F8-9770-76CDFF203DA6}" dt="2026-07-15T06:39:42.532" v="354" actId="478"/>
          <ac:spMkLst>
            <pc:docMk/>
            <pc:sldMk cId="3765210463" sldId="298"/>
            <ac:spMk id="11" creationId="{766506E0-8733-55D9-0608-BEC5383DE1A2}"/>
          </ac:spMkLst>
        </pc:spChg>
        <pc:spChg chg="del">
          <ac:chgData name="辻本　航" userId="53dfa694-903e-47f9-bd5b-00db30ff12b2" providerId="ADAL" clId="{F2647A7C-AA77-49F8-9770-76CDFF203DA6}" dt="2026-07-15T06:39:39.691" v="353" actId="478"/>
          <ac:spMkLst>
            <pc:docMk/>
            <pc:sldMk cId="3765210463" sldId="298"/>
            <ac:spMk id="12" creationId="{5BA0EC86-81B0-811D-71C2-43426241828E}"/>
          </ac:spMkLst>
        </pc:spChg>
        <pc:spChg chg="del">
          <ac:chgData name="辻本　航" userId="53dfa694-903e-47f9-bd5b-00db30ff12b2" providerId="ADAL" clId="{F2647A7C-AA77-49F8-9770-76CDFF203DA6}" dt="2026-07-15T06:39:39.691" v="353" actId="478"/>
          <ac:spMkLst>
            <pc:docMk/>
            <pc:sldMk cId="3765210463" sldId="298"/>
            <ac:spMk id="13" creationId="{8AACDAD9-6574-B795-A89E-7CC4B19AD9F1}"/>
          </ac:spMkLst>
        </pc:spChg>
        <pc:spChg chg="del">
          <ac:chgData name="辻本　航" userId="53dfa694-903e-47f9-bd5b-00db30ff12b2" providerId="ADAL" clId="{F2647A7C-AA77-49F8-9770-76CDFF203DA6}" dt="2026-07-15T06:39:39.691" v="353" actId="478"/>
          <ac:spMkLst>
            <pc:docMk/>
            <pc:sldMk cId="3765210463" sldId="298"/>
            <ac:spMk id="14" creationId="{F96C9960-04F4-B16B-D8F5-DBA45DE6AD0D}"/>
          </ac:spMkLst>
        </pc:spChg>
        <pc:spChg chg="del">
          <ac:chgData name="辻本　航" userId="53dfa694-903e-47f9-bd5b-00db30ff12b2" providerId="ADAL" clId="{F2647A7C-AA77-49F8-9770-76CDFF203DA6}" dt="2026-07-15T06:39:39.691" v="353" actId="478"/>
          <ac:spMkLst>
            <pc:docMk/>
            <pc:sldMk cId="3765210463" sldId="298"/>
            <ac:spMk id="15" creationId="{A17A9DCE-B3EC-E57B-446A-E5101B6CB0D4}"/>
          </ac:spMkLst>
        </pc:spChg>
        <pc:spChg chg="del">
          <ac:chgData name="辻本　航" userId="53dfa694-903e-47f9-bd5b-00db30ff12b2" providerId="ADAL" clId="{F2647A7C-AA77-49F8-9770-76CDFF203DA6}" dt="2026-07-15T06:39:39.691" v="353" actId="478"/>
          <ac:spMkLst>
            <pc:docMk/>
            <pc:sldMk cId="3765210463" sldId="298"/>
            <ac:spMk id="20" creationId="{B26252FB-A001-09A7-36DA-915EB6BD77EA}"/>
          </ac:spMkLst>
        </pc:spChg>
        <pc:spChg chg="del">
          <ac:chgData name="辻本　航" userId="53dfa694-903e-47f9-bd5b-00db30ff12b2" providerId="ADAL" clId="{F2647A7C-AA77-49F8-9770-76CDFF203DA6}" dt="2026-07-15T06:39:39.691" v="353" actId="478"/>
          <ac:spMkLst>
            <pc:docMk/>
            <pc:sldMk cId="3765210463" sldId="298"/>
            <ac:spMk id="21" creationId="{70DDC292-F1C8-2D55-062A-C56B40B4C14E}"/>
          </ac:spMkLst>
        </pc:spChg>
        <pc:spChg chg="add mod">
          <ac:chgData name="辻本　航" userId="53dfa694-903e-47f9-bd5b-00db30ff12b2" providerId="ADAL" clId="{F2647A7C-AA77-49F8-9770-76CDFF203DA6}" dt="2026-07-15T06:39:42.765" v="355"/>
          <ac:spMkLst>
            <pc:docMk/>
            <pc:sldMk cId="3765210463" sldId="298"/>
            <ac:spMk id="28" creationId="{F5526349-ABAA-7268-FD20-B4E4DA9A238D}"/>
          </ac:spMkLst>
        </pc:spChg>
        <pc:spChg chg="add del mod">
          <ac:chgData name="辻本　航" userId="53dfa694-903e-47f9-bd5b-00db30ff12b2" providerId="ADAL" clId="{F2647A7C-AA77-49F8-9770-76CDFF203DA6}" dt="2026-07-15T06:43:30.372" v="430" actId="478"/>
          <ac:spMkLst>
            <pc:docMk/>
            <pc:sldMk cId="3765210463" sldId="298"/>
            <ac:spMk id="29" creationId="{F8D61720-1A2B-AE4B-FFC0-B691251FE06C}"/>
          </ac:spMkLst>
        </pc:spChg>
        <pc:spChg chg="add mod">
          <ac:chgData name="辻本　航" userId="53dfa694-903e-47f9-bd5b-00db30ff12b2" providerId="ADAL" clId="{F2647A7C-AA77-49F8-9770-76CDFF203DA6}" dt="2026-07-15T06:39:42.765" v="355"/>
          <ac:spMkLst>
            <pc:docMk/>
            <pc:sldMk cId="3765210463" sldId="298"/>
            <ac:spMk id="30" creationId="{2D099163-FCB9-6660-6509-D76657009A1D}"/>
          </ac:spMkLst>
        </pc:spChg>
        <pc:spChg chg="add mod">
          <ac:chgData name="辻本　航" userId="53dfa694-903e-47f9-bd5b-00db30ff12b2" providerId="ADAL" clId="{F2647A7C-AA77-49F8-9770-76CDFF203DA6}" dt="2026-07-15T06:39:42.765" v="355"/>
          <ac:spMkLst>
            <pc:docMk/>
            <pc:sldMk cId="3765210463" sldId="298"/>
            <ac:spMk id="31" creationId="{F039C643-E059-0171-00FF-5B8EE03F8D92}"/>
          </ac:spMkLst>
        </pc:spChg>
        <pc:spChg chg="add mod">
          <ac:chgData name="辻本　航" userId="53dfa694-903e-47f9-bd5b-00db30ff12b2" providerId="ADAL" clId="{F2647A7C-AA77-49F8-9770-76CDFF203DA6}" dt="2026-07-15T06:39:42.765" v="355"/>
          <ac:spMkLst>
            <pc:docMk/>
            <pc:sldMk cId="3765210463" sldId="298"/>
            <ac:spMk id="32" creationId="{29293AF2-942D-D519-E3B3-82A63DCFE4C5}"/>
          </ac:spMkLst>
        </pc:spChg>
        <pc:spChg chg="add del mod">
          <ac:chgData name="辻本　航" userId="53dfa694-903e-47f9-bd5b-00db30ff12b2" providerId="ADAL" clId="{F2647A7C-AA77-49F8-9770-76CDFF203DA6}" dt="2026-07-15T06:43:30.372" v="430" actId="478"/>
          <ac:spMkLst>
            <pc:docMk/>
            <pc:sldMk cId="3765210463" sldId="298"/>
            <ac:spMk id="33" creationId="{78CB63CD-0BC7-A309-9654-2F70B7A00D27}"/>
          </ac:spMkLst>
        </pc:spChg>
        <pc:spChg chg="add mod">
          <ac:chgData name="辻本　航" userId="53dfa694-903e-47f9-bd5b-00db30ff12b2" providerId="ADAL" clId="{F2647A7C-AA77-49F8-9770-76CDFF203DA6}" dt="2026-07-15T06:39:42.765" v="355"/>
          <ac:spMkLst>
            <pc:docMk/>
            <pc:sldMk cId="3765210463" sldId="298"/>
            <ac:spMk id="34" creationId="{02AB09F5-14E8-38D4-E654-EC91F13091EA}"/>
          </ac:spMkLst>
        </pc:spChg>
        <pc:spChg chg="add mod">
          <ac:chgData name="辻本　航" userId="53dfa694-903e-47f9-bd5b-00db30ff12b2" providerId="ADAL" clId="{F2647A7C-AA77-49F8-9770-76CDFF203DA6}" dt="2026-07-15T06:39:42.765" v="355"/>
          <ac:spMkLst>
            <pc:docMk/>
            <pc:sldMk cId="3765210463" sldId="298"/>
            <ac:spMk id="35" creationId="{1BD3705D-7EDC-8053-F2AA-4511A722B6D1}"/>
          </ac:spMkLst>
        </pc:spChg>
        <pc:spChg chg="add mod">
          <ac:chgData name="辻本　航" userId="53dfa694-903e-47f9-bd5b-00db30ff12b2" providerId="ADAL" clId="{F2647A7C-AA77-49F8-9770-76CDFF203DA6}" dt="2026-07-15T06:39:42.765" v="355"/>
          <ac:spMkLst>
            <pc:docMk/>
            <pc:sldMk cId="3765210463" sldId="298"/>
            <ac:spMk id="36" creationId="{AB7709C5-4BD9-5658-49F5-EE7C0557A68A}"/>
          </ac:spMkLst>
        </pc:spChg>
        <pc:spChg chg="add del mod">
          <ac:chgData name="辻本　航" userId="53dfa694-903e-47f9-bd5b-00db30ff12b2" providerId="ADAL" clId="{F2647A7C-AA77-49F8-9770-76CDFF203DA6}" dt="2026-07-15T06:40:03.521" v="361" actId="478"/>
          <ac:spMkLst>
            <pc:docMk/>
            <pc:sldMk cId="3765210463" sldId="298"/>
            <ac:spMk id="46" creationId="{6082BCC1-3F70-08F1-9612-DFE4B321B77C}"/>
          </ac:spMkLst>
        </pc:spChg>
        <pc:spChg chg="add mod">
          <ac:chgData name="辻本　航" userId="53dfa694-903e-47f9-bd5b-00db30ff12b2" providerId="ADAL" clId="{F2647A7C-AA77-49F8-9770-76CDFF203DA6}" dt="2026-07-15T06:50:05.954" v="434" actId="14100"/>
          <ac:spMkLst>
            <pc:docMk/>
            <pc:sldMk cId="3765210463" sldId="298"/>
            <ac:spMk id="48" creationId="{327ED77E-C3CF-AE19-1511-49223DB2B24C}"/>
          </ac:spMkLst>
        </pc:spChg>
        <pc:spChg chg="add">
          <ac:chgData name="辻本　航" userId="53dfa694-903e-47f9-bd5b-00db30ff12b2" providerId="ADAL" clId="{F2647A7C-AA77-49F8-9770-76CDFF203DA6}" dt="2026-07-15T06:43:30.564" v="431" actId="22"/>
          <ac:spMkLst>
            <pc:docMk/>
            <pc:sldMk cId="3765210463" sldId="298"/>
            <ac:spMk id="50" creationId="{ECF0B41F-BB5B-E64D-AA29-133B632F6956}"/>
          </ac:spMkLst>
        </pc:spChg>
        <pc:spChg chg="add">
          <ac:chgData name="辻本　航" userId="53dfa694-903e-47f9-bd5b-00db30ff12b2" providerId="ADAL" clId="{F2647A7C-AA77-49F8-9770-76CDFF203DA6}" dt="2026-07-15T06:43:30.564" v="431" actId="22"/>
          <ac:spMkLst>
            <pc:docMk/>
            <pc:sldMk cId="3765210463" sldId="298"/>
            <ac:spMk id="52" creationId="{7B35B989-C9D9-C1F1-0DA2-2B9C0056168A}"/>
          </ac:spMkLst>
        </pc:spChg>
        <pc:picChg chg="mod ord">
          <ac:chgData name="辻本　航" userId="53dfa694-903e-47f9-bd5b-00db30ff12b2" providerId="ADAL" clId="{F2647A7C-AA77-49F8-9770-76CDFF203DA6}" dt="2026-07-15T06:40:01.022" v="360" actId="14100"/>
          <ac:picMkLst>
            <pc:docMk/>
            <pc:sldMk cId="3765210463" sldId="298"/>
            <ac:picMk id="16" creationId="{69B5D8EC-B32D-E3EF-DD4C-206C9D0A8BE1}"/>
          </ac:picMkLst>
        </pc:picChg>
      </pc:sldChg>
      <pc:sldChg chg="modSp mod">
        <pc:chgData name="辻本　航" userId="53dfa694-903e-47f9-bd5b-00db30ff12b2" providerId="ADAL" clId="{F2647A7C-AA77-49F8-9770-76CDFF203DA6}" dt="2026-07-15T06:55:09.223" v="691" actId="6549"/>
        <pc:sldMkLst>
          <pc:docMk/>
          <pc:sldMk cId="2766094941" sldId="304"/>
        </pc:sldMkLst>
        <pc:spChg chg="mod">
          <ac:chgData name="辻本　航" userId="53dfa694-903e-47f9-bd5b-00db30ff12b2" providerId="ADAL" clId="{F2647A7C-AA77-49F8-9770-76CDFF203DA6}" dt="2026-07-15T06:55:09.223" v="691" actId="6549"/>
          <ac:spMkLst>
            <pc:docMk/>
            <pc:sldMk cId="2766094941" sldId="304"/>
            <ac:spMk id="2" creationId="{F541DE28-4161-9D65-52BF-D17501C66326}"/>
          </ac:spMkLst>
        </pc:spChg>
      </pc:sldChg>
      <pc:sldChg chg="modSp mod">
        <pc:chgData name="辻本　航" userId="53dfa694-903e-47f9-bd5b-00db30ff12b2" providerId="ADAL" clId="{F2647A7C-AA77-49F8-9770-76CDFF203DA6}" dt="2026-07-15T06:58:37.728" v="863" actId="1076"/>
        <pc:sldMkLst>
          <pc:docMk/>
          <pc:sldMk cId="1148650198" sldId="312"/>
        </pc:sldMkLst>
        <pc:spChg chg="mod">
          <ac:chgData name="辻本　航" userId="53dfa694-903e-47f9-bd5b-00db30ff12b2" providerId="ADAL" clId="{F2647A7C-AA77-49F8-9770-76CDFF203DA6}" dt="2026-07-15T06:58:37.728" v="863" actId="1076"/>
          <ac:spMkLst>
            <pc:docMk/>
            <pc:sldMk cId="1148650198" sldId="312"/>
            <ac:spMk id="5" creationId="{7DC596BC-C6B8-AF16-0FD4-4624EC1E56E5}"/>
          </ac:spMkLst>
        </pc:spChg>
      </pc:sldChg>
      <pc:sldChg chg="addSp delSp modSp mod">
        <pc:chgData name="辻本　航" userId="53dfa694-903e-47f9-bd5b-00db30ff12b2" providerId="ADAL" clId="{F2647A7C-AA77-49F8-9770-76CDFF203DA6}" dt="2026-07-15T06:42:34.033" v="412" actId="1076"/>
        <pc:sldMkLst>
          <pc:docMk/>
          <pc:sldMk cId="526844032" sldId="315"/>
        </pc:sldMkLst>
        <pc:spChg chg="del">
          <ac:chgData name="辻本　航" userId="53dfa694-903e-47f9-bd5b-00db30ff12b2" providerId="ADAL" clId="{F2647A7C-AA77-49F8-9770-76CDFF203DA6}" dt="2026-07-15T06:31:13.793" v="278" actId="478"/>
          <ac:spMkLst>
            <pc:docMk/>
            <pc:sldMk cId="526844032" sldId="315"/>
            <ac:spMk id="3" creationId="{3431BBBD-631F-CC1E-2F07-67DB684301C9}"/>
          </ac:spMkLst>
        </pc:spChg>
        <pc:spChg chg="mod ord">
          <ac:chgData name="辻本　航" userId="53dfa694-903e-47f9-bd5b-00db30ff12b2" providerId="ADAL" clId="{F2647A7C-AA77-49F8-9770-76CDFF203DA6}" dt="2026-07-15T06:33:28.111" v="306" actId="1076"/>
          <ac:spMkLst>
            <pc:docMk/>
            <pc:sldMk cId="526844032" sldId="315"/>
            <ac:spMk id="7" creationId="{6889361B-ED1F-F22A-799E-8D7E6478B5A9}"/>
          </ac:spMkLst>
        </pc:spChg>
        <pc:spChg chg="add del mod">
          <ac:chgData name="辻本　航" userId="53dfa694-903e-47f9-bd5b-00db30ff12b2" providerId="ADAL" clId="{F2647A7C-AA77-49F8-9770-76CDFF203DA6}" dt="2026-07-15T06:31:35.903" v="281" actId="478"/>
          <ac:spMkLst>
            <pc:docMk/>
            <pc:sldMk cId="526844032" sldId="315"/>
            <ac:spMk id="10" creationId="{92342564-3D5F-6A21-7E8F-E79C357BEDCA}"/>
          </ac:spMkLst>
        </pc:spChg>
        <pc:spChg chg="del">
          <ac:chgData name="辻本　航" userId="53dfa694-903e-47f9-bd5b-00db30ff12b2" providerId="ADAL" clId="{F2647A7C-AA77-49F8-9770-76CDFF203DA6}" dt="2026-07-15T06:31:13.793" v="278" actId="478"/>
          <ac:spMkLst>
            <pc:docMk/>
            <pc:sldMk cId="526844032" sldId="315"/>
            <ac:spMk id="12" creationId="{551989A8-7B4B-CF20-A3D6-3FE8D54EBB7B}"/>
          </ac:spMkLst>
        </pc:spChg>
        <pc:spChg chg="del">
          <ac:chgData name="辻本　航" userId="53dfa694-903e-47f9-bd5b-00db30ff12b2" providerId="ADAL" clId="{F2647A7C-AA77-49F8-9770-76CDFF203DA6}" dt="2026-07-15T06:31:13.793" v="278" actId="478"/>
          <ac:spMkLst>
            <pc:docMk/>
            <pc:sldMk cId="526844032" sldId="315"/>
            <ac:spMk id="13" creationId="{EDFC41AF-9C9D-8834-544F-B352C7483CD6}"/>
          </ac:spMkLst>
        </pc:spChg>
        <pc:spChg chg="del">
          <ac:chgData name="辻本　航" userId="53dfa694-903e-47f9-bd5b-00db30ff12b2" providerId="ADAL" clId="{F2647A7C-AA77-49F8-9770-76CDFF203DA6}" dt="2026-07-15T06:31:13.793" v="278" actId="478"/>
          <ac:spMkLst>
            <pc:docMk/>
            <pc:sldMk cId="526844032" sldId="315"/>
            <ac:spMk id="14" creationId="{36330A00-DE47-D856-9350-DAFB6F0AFC60}"/>
          </ac:spMkLst>
        </pc:spChg>
        <pc:spChg chg="del">
          <ac:chgData name="辻本　航" userId="53dfa694-903e-47f9-bd5b-00db30ff12b2" providerId="ADAL" clId="{F2647A7C-AA77-49F8-9770-76CDFF203DA6}" dt="2026-07-15T06:31:13.793" v="278" actId="478"/>
          <ac:spMkLst>
            <pc:docMk/>
            <pc:sldMk cId="526844032" sldId="315"/>
            <ac:spMk id="15" creationId="{1F72860A-3113-B7DF-A954-5432ADAEF64D}"/>
          </ac:spMkLst>
        </pc:spChg>
        <pc:spChg chg="del">
          <ac:chgData name="辻本　航" userId="53dfa694-903e-47f9-bd5b-00db30ff12b2" providerId="ADAL" clId="{F2647A7C-AA77-49F8-9770-76CDFF203DA6}" dt="2026-07-15T06:31:13.793" v="278" actId="478"/>
          <ac:spMkLst>
            <pc:docMk/>
            <pc:sldMk cId="526844032" sldId="315"/>
            <ac:spMk id="18" creationId="{312C680F-4D8C-500C-3358-337B4FC80629}"/>
          </ac:spMkLst>
        </pc:spChg>
        <pc:spChg chg="del">
          <ac:chgData name="辻本　航" userId="53dfa694-903e-47f9-bd5b-00db30ff12b2" providerId="ADAL" clId="{F2647A7C-AA77-49F8-9770-76CDFF203DA6}" dt="2026-07-15T06:31:13.793" v="278" actId="478"/>
          <ac:spMkLst>
            <pc:docMk/>
            <pc:sldMk cId="526844032" sldId="315"/>
            <ac:spMk id="19" creationId="{DB06DCAE-FBF2-740A-7C2B-5DE703793946}"/>
          </ac:spMkLst>
        </pc:spChg>
        <pc:spChg chg="del">
          <ac:chgData name="辻本　航" userId="53dfa694-903e-47f9-bd5b-00db30ff12b2" providerId="ADAL" clId="{F2647A7C-AA77-49F8-9770-76CDFF203DA6}" dt="2026-07-15T06:31:13.793" v="278" actId="478"/>
          <ac:spMkLst>
            <pc:docMk/>
            <pc:sldMk cId="526844032" sldId="315"/>
            <ac:spMk id="20" creationId="{FCED8796-CD6A-D6A0-E695-5948BB19B4BC}"/>
          </ac:spMkLst>
        </pc:spChg>
        <pc:spChg chg="del">
          <ac:chgData name="辻本　航" userId="53dfa694-903e-47f9-bd5b-00db30ff12b2" providerId="ADAL" clId="{F2647A7C-AA77-49F8-9770-76CDFF203DA6}" dt="2026-07-15T06:31:13.793" v="278" actId="478"/>
          <ac:spMkLst>
            <pc:docMk/>
            <pc:sldMk cId="526844032" sldId="315"/>
            <ac:spMk id="23" creationId="{541DDFF8-038E-4BAB-7CA6-718EE113855E}"/>
          </ac:spMkLst>
        </pc:spChg>
        <pc:spChg chg="add mod">
          <ac:chgData name="辻本　航" userId="53dfa694-903e-47f9-bd5b-00db30ff12b2" providerId="ADAL" clId="{F2647A7C-AA77-49F8-9770-76CDFF203DA6}" dt="2026-07-15T06:31:14.336" v="279"/>
          <ac:spMkLst>
            <pc:docMk/>
            <pc:sldMk cId="526844032" sldId="315"/>
            <ac:spMk id="29" creationId="{F0C543A8-940E-F929-43DE-1D2691052A6E}"/>
          </ac:spMkLst>
        </pc:spChg>
        <pc:spChg chg="add mod ord">
          <ac:chgData name="辻本　航" userId="53dfa694-903e-47f9-bd5b-00db30ff12b2" providerId="ADAL" clId="{F2647A7C-AA77-49F8-9770-76CDFF203DA6}" dt="2026-07-15T06:42:34.033" v="412" actId="1076"/>
          <ac:spMkLst>
            <pc:docMk/>
            <pc:sldMk cId="526844032" sldId="315"/>
            <ac:spMk id="30" creationId="{5C4947FD-A6BB-C704-D6D1-918DBDE00C8E}"/>
          </ac:spMkLst>
        </pc:spChg>
        <pc:spChg chg="add mod">
          <ac:chgData name="辻本　航" userId="53dfa694-903e-47f9-bd5b-00db30ff12b2" providerId="ADAL" clId="{F2647A7C-AA77-49F8-9770-76CDFF203DA6}" dt="2026-07-15T06:31:14.336" v="279"/>
          <ac:spMkLst>
            <pc:docMk/>
            <pc:sldMk cId="526844032" sldId="315"/>
            <ac:spMk id="31" creationId="{B6CC88BC-8F39-F0C5-FE01-C3E92F980E82}"/>
          </ac:spMkLst>
        </pc:spChg>
        <pc:spChg chg="add mod">
          <ac:chgData name="辻本　航" userId="53dfa694-903e-47f9-bd5b-00db30ff12b2" providerId="ADAL" clId="{F2647A7C-AA77-49F8-9770-76CDFF203DA6}" dt="2026-07-15T06:31:14.336" v="279"/>
          <ac:spMkLst>
            <pc:docMk/>
            <pc:sldMk cId="526844032" sldId="315"/>
            <ac:spMk id="32" creationId="{17CDCCE3-8E55-C733-1C7F-3AFAA8B77586}"/>
          </ac:spMkLst>
        </pc:spChg>
        <pc:spChg chg="add mod">
          <ac:chgData name="辻本　航" userId="53dfa694-903e-47f9-bd5b-00db30ff12b2" providerId="ADAL" clId="{F2647A7C-AA77-49F8-9770-76CDFF203DA6}" dt="2026-07-15T06:31:14.336" v="279"/>
          <ac:spMkLst>
            <pc:docMk/>
            <pc:sldMk cId="526844032" sldId="315"/>
            <ac:spMk id="33" creationId="{16420B32-BC93-429F-D9CE-4A6962A98E52}"/>
          </ac:spMkLst>
        </pc:spChg>
        <pc:spChg chg="add mod ord">
          <ac:chgData name="辻本　航" userId="53dfa694-903e-47f9-bd5b-00db30ff12b2" providerId="ADAL" clId="{F2647A7C-AA77-49F8-9770-76CDFF203DA6}" dt="2026-07-15T06:42:34.033" v="412" actId="1076"/>
          <ac:spMkLst>
            <pc:docMk/>
            <pc:sldMk cId="526844032" sldId="315"/>
            <ac:spMk id="34" creationId="{A75F0F72-8A78-EFE4-F6A6-31BC7820D155}"/>
          </ac:spMkLst>
        </pc:spChg>
        <pc:spChg chg="add mod">
          <ac:chgData name="辻本　航" userId="53dfa694-903e-47f9-bd5b-00db30ff12b2" providerId="ADAL" clId="{F2647A7C-AA77-49F8-9770-76CDFF203DA6}" dt="2026-07-15T06:34:27.824" v="312" actId="1076"/>
          <ac:spMkLst>
            <pc:docMk/>
            <pc:sldMk cId="526844032" sldId="315"/>
            <ac:spMk id="35" creationId="{4AD6AC32-0BA7-4657-F209-D1C10CCADBF1}"/>
          </ac:spMkLst>
        </pc:spChg>
        <pc:spChg chg="add mod">
          <ac:chgData name="辻本　航" userId="53dfa694-903e-47f9-bd5b-00db30ff12b2" providerId="ADAL" clId="{F2647A7C-AA77-49F8-9770-76CDFF203DA6}" dt="2026-07-15T06:34:31.394" v="313" actId="1076"/>
          <ac:spMkLst>
            <pc:docMk/>
            <pc:sldMk cId="526844032" sldId="315"/>
            <ac:spMk id="36" creationId="{ACF58C08-A5FB-5431-1365-5CBA520B522A}"/>
          </ac:spMkLst>
        </pc:spChg>
        <pc:spChg chg="add mod">
          <ac:chgData name="辻本　航" userId="53dfa694-903e-47f9-bd5b-00db30ff12b2" providerId="ADAL" clId="{F2647A7C-AA77-49F8-9770-76CDFF203DA6}" dt="2026-07-15T06:34:15.932" v="310" actId="1582"/>
          <ac:spMkLst>
            <pc:docMk/>
            <pc:sldMk cId="526844032" sldId="315"/>
            <ac:spMk id="37" creationId="{1330F527-3DFA-971F-95CA-57A13B0EBC42}"/>
          </ac:spMkLst>
        </pc:spChg>
        <pc:spChg chg="add mod">
          <ac:chgData name="辻本　航" userId="53dfa694-903e-47f9-bd5b-00db30ff12b2" providerId="ADAL" clId="{F2647A7C-AA77-49F8-9770-76CDFF203DA6}" dt="2026-07-15T06:33:20.212" v="305" actId="1076"/>
          <ac:spMkLst>
            <pc:docMk/>
            <pc:sldMk cId="526844032" sldId="315"/>
            <ac:spMk id="47" creationId="{C8221CA7-808C-78A9-277B-A4BFFD340469}"/>
          </ac:spMkLst>
        </pc:spChg>
        <pc:spChg chg="add mod">
          <ac:chgData name="辻本　航" userId="53dfa694-903e-47f9-bd5b-00db30ff12b2" providerId="ADAL" clId="{F2647A7C-AA77-49F8-9770-76CDFF203DA6}" dt="2026-07-15T06:42:26.959" v="410" actId="14100"/>
          <ac:spMkLst>
            <pc:docMk/>
            <pc:sldMk cId="526844032" sldId="315"/>
            <ac:spMk id="49" creationId="{417F79F9-3B0C-E106-8373-6ADFF8DE0F85}"/>
          </ac:spMkLst>
        </pc:spChg>
        <pc:grpChg chg="mod">
          <ac:chgData name="辻本　航" userId="53dfa694-903e-47f9-bd5b-00db30ff12b2" providerId="ADAL" clId="{F2647A7C-AA77-49F8-9770-76CDFF203DA6}" dt="2026-07-15T06:34:40.650" v="315" actId="1076"/>
          <ac:grpSpMkLst>
            <pc:docMk/>
            <pc:sldMk cId="526844032" sldId="315"/>
            <ac:grpSpMk id="38" creationId="{D0BD93CE-C11A-5DFD-9BCC-C7165B82B44E}"/>
          </ac:grpSpMkLst>
        </pc:grpChg>
        <pc:picChg chg="add mod">
          <ac:chgData name="辻本　航" userId="53dfa694-903e-47f9-bd5b-00db30ff12b2" providerId="ADAL" clId="{F2647A7C-AA77-49F8-9770-76CDFF203DA6}" dt="2026-07-15T06:31:14.336" v="279"/>
          <ac:picMkLst>
            <pc:docMk/>
            <pc:sldMk cId="526844032" sldId="315"/>
            <ac:picMk id="22" creationId="{DC6B3976-A726-2DF9-7AC7-8CE7AF845824}"/>
          </ac:picMkLst>
        </pc:picChg>
        <pc:picChg chg="mod">
          <ac:chgData name="辻本　航" userId="53dfa694-903e-47f9-bd5b-00db30ff12b2" providerId="ADAL" clId="{F2647A7C-AA77-49F8-9770-76CDFF203DA6}" dt="2026-07-15T06:34:40.650" v="315" actId="1076"/>
          <ac:picMkLst>
            <pc:docMk/>
            <pc:sldMk cId="526844032" sldId="315"/>
            <ac:picMk id="42" creationId="{A9C933B4-BC23-5306-4EDE-687D6CCFF609}"/>
          </ac:picMkLst>
        </pc:picChg>
      </pc:sldChg>
      <pc:sldChg chg="addSp delSp modSp mod">
        <pc:chgData name="辻本　航" userId="53dfa694-903e-47f9-bd5b-00db30ff12b2" providerId="ADAL" clId="{F2647A7C-AA77-49F8-9770-76CDFF203DA6}" dt="2026-07-15T06:56:04.694" v="695" actId="22"/>
        <pc:sldMkLst>
          <pc:docMk/>
          <pc:sldMk cId="3181152066" sldId="316"/>
        </pc:sldMkLst>
        <pc:spChg chg="del">
          <ac:chgData name="辻本　航" userId="53dfa694-903e-47f9-bd5b-00db30ff12b2" providerId="ADAL" clId="{F2647A7C-AA77-49F8-9770-76CDFF203DA6}" dt="2026-07-15T06:30:51.537" v="274" actId="478"/>
          <ac:spMkLst>
            <pc:docMk/>
            <pc:sldMk cId="3181152066" sldId="316"/>
            <ac:spMk id="3" creationId="{6472A745-22B7-CD31-A574-B74230AEDD68}"/>
          </ac:spMkLst>
        </pc:spChg>
        <pc:spChg chg="add del mod">
          <ac:chgData name="辻本　航" userId="53dfa694-903e-47f9-bd5b-00db30ff12b2" providerId="ADAL" clId="{F2647A7C-AA77-49F8-9770-76CDFF203DA6}" dt="2026-07-15T06:30:53.849" v="275" actId="478"/>
          <ac:spMkLst>
            <pc:docMk/>
            <pc:sldMk cId="3181152066" sldId="316"/>
            <ac:spMk id="7" creationId="{BEF75FC0-0661-45E1-FABB-AEF8B7B85F3C}"/>
          </ac:spMkLst>
        </pc:spChg>
        <pc:spChg chg="del">
          <ac:chgData name="辻本　航" userId="53dfa694-903e-47f9-bd5b-00db30ff12b2" providerId="ADAL" clId="{F2647A7C-AA77-49F8-9770-76CDFF203DA6}" dt="2026-07-15T06:30:51.537" v="274" actId="478"/>
          <ac:spMkLst>
            <pc:docMk/>
            <pc:sldMk cId="3181152066" sldId="316"/>
            <ac:spMk id="12" creationId="{3B8A63FC-030E-A47C-0065-EC2CBFA8494D}"/>
          </ac:spMkLst>
        </pc:spChg>
        <pc:spChg chg="del">
          <ac:chgData name="辻本　航" userId="53dfa694-903e-47f9-bd5b-00db30ff12b2" providerId="ADAL" clId="{F2647A7C-AA77-49F8-9770-76CDFF203DA6}" dt="2026-07-15T06:30:51.537" v="274" actId="478"/>
          <ac:spMkLst>
            <pc:docMk/>
            <pc:sldMk cId="3181152066" sldId="316"/>
            <ac:spMk id="13" creationId="{378D7340-6E81-AF4E-BC58-954DAC24052F}"/>
          </ac:spMkLst>
        </pc:spChg>
        <pc:spChg chg="del">
          <ac:chgData name="辻本　航" userId="53dfa694-903e-47f9-bd5b-00db30ff12b2" providerId="ADAL" clId="{F2647A7C-AA77-49F8-9770-76CDFF203DA6}" dt="2026-07-15T06:30:51.537" v="274" actId="478"/>
          <ac:spMkLst>
            <pc:docMk/>
            <pc:sldMk cId="3181152066" sldId="316"/>
            <ac:spMk id="14" creationId="{AD587AD5-8BC5-EA5B-ED1D-41637E6748AA}"/>
          </ac:spMkLst>
        </pc:spChg>
        <pc:spChg chg="del">
          <ac:chgData name="辻本　航" userId="53dfa694-903e-47f9-bd5b-00db30ff12b2" providerId="ADAL" clId="{F2647A7C-AA77-49F8-9770-76CDFF203DA6}" dt="2026-07-15T06:30:51.537" v="274" actId="478"/>
          <ac:spMkLst>
            <pc:docMk/>
            <pc:sldMk cId="3181152066" sldId="316"/>
            <ac:spMk id="15" creationId="{3B72D40A-70D6-3B9A-2CEF-3CD478898393}"/>
          </ac:spMkLst>
        </pc:spChg>
        <pc:spChg chg="del">
          <ac:chgData name="辻本　航" userId="53dfa694-903e-47f9-bd5b-00db30ff12b2" providerId="ADAL" clId="{F2647A7C-AA77-49F8-9770-76CDFF203DA6}" dt="2026-07-15T06:30:51.537" v="274" actId="478"/>
          <ac:spMkLst>
            <pc:docMk/>
            <pc:sldMk cId="3181152066" sldId="316"/>
            <ac:spMk id="16" creationId="{7F02369F-660A-15C1-8E58-10D474BA9732}"/>
          </ac:spMkLst>
        </pc:spChg>
        <pc:spChg chg="del">
          <ac:chgData name="辻本　航" userId="53dfa694-903e-47f9-bd5b-00db30ff12b2" providerId="ADAL" clId="{F2647A7C-AA77-49F8-9770-76CDFF203DA6}" dt="2026-07-15T06:30:51.537" v="274" actId="478"/>
          <ac:spMkLst>
            <pc:docMk/>
            <pc:sldMk cId="3181152066" sldId="316"/>
            <ac:spMk id="19" creationId="{873601BA-4FE7-EFF8-C0BD-B5857683B895}"/>
          </ac:spMkLst>
        </pc:spChg>
        <pc:spChg chg="del">
          <ac:chgData name="辻本　航" userId="53dfa694-903e-47f9-bd5b-00db30ff12b2" providerId="ADAL" clId="{F2647A7C-AA77-49F8-9770-76CDFF203DA6}" dt="2026-07-15T06:30:51.537" v="274" actId="478"/>
          <ac:spMkLst>
            <pc:docMk/>
            <pc:sldMk cId="3181152066" sldId="316"/>
            <ac:spMk id="20" creationId="{864CB3B5-EAFE-8936-C1D2-91A04FCCF4C8}"/>
          </ac:spMkLst>
        </pc:spChg>
        <pc:spChg chg="del">
          <ac:chgData name="辻本　航" userId="53dfa694-903e-47f9-bd5b-00db30ff12b2" providerId="ADAL" clId="{F2647A7C-AA77-49F8-9770-76CDFF203DA6}" dt="2026-07-15T06:30:51.537" v="274" actId="478"/>
          <ac:spMkLst>
            <pc:docMk/>
            <pc:sldMk cId="3181152066" sldId="316"/>
            <ac:spMk id="23" creationId="{B3C038CB-2B56-1900-CFE1-082C9A2AECF8}"/>
          </ac:spMkLst>
        </pc:spChg>
        <pc:spChg chg="add del mod">
          <ac:chgData name="辻本　航" userId="53dfa694-903e-47f9-bd5b-00db30ff12b2" providerId="ADAL" clId="{F2647A7C-AA77-49F8-9770-76CDFF203DA6}" dt="2026-07-15T06:34:59.711" v="319" actId="478"/>
          <ac:spMkLst>
            <pc:docMk/>
            <pc:sldMk cId="3181152066" sldId="316"/>
            <ac:spMk id="28" creationId="{83DD74EC-8E05-FBF8-BF3D-7E4E047452A4}"/>
          </ac:spMkLst>
        </pc:spChg>
        <pc:spChg chg="add del mod">
          <ac:chgData name="辻本　航" userId="53dfa694-903e-47f9-bd5b-00db30ff12b2" providerId="ADAL" clId="{F2647A7C-AA77-49F8-9770-76CDFF203DA6}" dt="2026-07-15T06:34:59.711" v="319" actId="478"/>
          <ac:spMkLst>
            <pc:docMk/>
            <pc:sldMk cId="3181152066" sldId="316"/>
            <ac:spMk id="29" creationId="{D6CBE6A9-111C-AE3C-0ED5-9AAD6214118A}"/>
          </ac:spMkLst>
        </pc:spChg>
        <pc:spChg chg="add del mod">
          <ac:chgData name="辻本　航" userId="53dfa694-903e-47f9-bd5b-00db30ff12b2" providerId="ADAL" clId="{F2647A7C-AA77-49F8-9770-76CDFF203DA6}" dt="2026-07-15T06:34:59.711" v="319" actId="478"/>
          <ac:spMkLst>
            <pc:docMk/>
            <pc:sldMk cId="3181152066" sldId="316"/>
            <ac:spMk id="30" creationId="{C1E5F851-5C0B-B456-F84C-0383F6B9CB55}"/>
          </ac:spMkLst>
        </pc:spChg>
        <pc:spChg chg="add del mod">
          <ac:chgData name="辻本　航" userId="53dfa694-903e-47f9-bd5b-00db30ff12b2" providerId="ADAL" clId="{F2647A7C-AA77-49F8-9770-76CDFF203DA6}" dt="2026-07-15T06:34:59.711" v="319" actId="478"/>
          <ac:spMkLst>
            <pc:docMk/>
            <pc:sldMk cId="3181152066" sldId="316"/>
            <ac:spMk id="31" creationId="{3458F9DE-D6C1-E040-FD70-73AB73E2D505}"/>
          </ac:spMkLst>
        </pc:spChg>
        <pc:spChg chg="add del mod">
          <ac:chgData name="辻本　航" userId="53dfa694-903e-47f9-bd5b-00db30ff12b2" providerId="ADAL" clId="{F2647A7C-AA77-49F8-9770-76CDFF203DA6}" dt="2026-07-15T06:34:59.711" v="319" actId="478"/>
          <ac:spMkLst>
            <pc:docMk/>
            <pc:sldMk cId="3181152066" sldId="316"/>
            <ac:spMk id="32" creationId="{611B077A-89E6-8092-7FE0-6B73583852BA}"/>
          </ac:spMkLst>
        </pc:spChg>
        <pc:spChg chg="add del mod">
          <ac:chgData name="辻本　航" userId="53dfa694-903e-47f9-bd5b-00db30ff12b2" providerId="ADAL" clId="{F2647A7C-AA77-49F8-9770-76CDFF203DA6}" dt="2026-07-15T06:34:59.711" v="319" actId="478"/>
          <ac:spMkLst>
            <pc:docMk/>
            <pc:sldMk cId="3181152066" sldId="316"/>
            <ac:spMk id="33" creationId="{74E98C4F-509D-DD30-4696-16649FB4B464}"/>
          </ac:spMkLst>
        </pc:spChg>
        <pc:spChg chg="add del mod">
          <ac:chgData name="辻本　航" userId="53dfa694-903e-47f9-bd5b-00db30ff12b2" providerId="ADAL" clId="{F2647A7C-AA77-49F8-9770-76CDFF203DA6}" dt="2026-07-15T06:34:59.711" v="319" actId="478"/>
          <ac:spMkLst>
            <pc:docMk/>
            <pc:sldMk cId="3181152066" sldId="316"/>
            <ac:spMk id="34" creationId="{3138133F-DE7C-CB77-91DD-A30D51ABCF45}"/>
          </ac:spMkLst>
        </pc:spChg>
        <pc:spChg chg="add del mod">
          <ac:chgData name="辻本　航" userId="53dfa694-903e-47f9-bd5b-00db30ff12b2" providerId="ADAL" clId="{F2647A7C-AA77-49F8-9770-76CDFF203DA6}" dt="2026-07-15T06:34:59.711" v="319" actId="478"/>
          <ac:spMkLst>
            <pc:docMk/>
            <pc:sldMk cId="3181152066" sldId="316"/>
            <ac:spMk id="35" creationId="{AC37A2FB-36AC-FC37-71DF-D56C28938F5D}"/>
          </ac:spMkLst>
        </pc:spChg>
        <pc:spChg chg="add del mod">
          <ac:chgData name="辻本　航" userId="53dfa694-903e-47f9-bd5b-00db30ff12b2" providerId="ADAL" clId="{F2647A7C-AA77-49F8-9770-76CDFF203DA6}" dt="2026-07-15T06:34:59.711" v="319" actId="478"/>
          <ac:spMkLst>
            <pc:docMk/>
            <pc:sldMk cId="3181152066" sldId="316"/>
            <ac:spMk id="36" creationId="{FAC72CA8-C0F0-5633-9EE4-8F1C6285C0A7}"/>
          </ac:spMkLst>
        </pc:spChg>
        <pc:spChg chg="add del mod">
          <ac:chgData name="辻本　航" userId="53dfa694-903e-47f9-bd5b-00db30ff12b2" providerId="ADAL" clId="{F2647A7C-AA77-49F8-9770-76CDFF203DA6}" dt="2026-07-15T06:35:02.966" v="320" actId="478"/>
          <ac:spMkLst>
            <pc:docMk/>
            <pc:sldMk cId="3181152066" sldId="316"/>
            <ac:spMk id="49" creationId="{DDA1E734-6BBE-E63E-0F01-13564FFF9127}"/>
          </ac:spMkLst>
        </pc:spChg>
        <pc:spChg chg="add del mod">
          <ac:chgData name="辻本　航" userId="53dfa694-903e-47f9-bd5b-00db30ff12b2" providerId="ADAL" clId="{F2647A7C-AA77-49F8-9770-76CDFF203DA6}" dt="2026-07-15T06:42:41.245" v="413" actId="478"/>
          <ac:spMkLst>
            <pc:docMk/>
            <pc:sldMk cId="3181152066" sldId="316"/>
            <ac:spMk id="54" creationId="{AD53EF15-FDB6-714D-0264-7BF930E58F26}"/>
          </ac:spMkLst>
        </pc:spChg>
        <pc:spChg chg="add mod">
          <ac:chgData name="辻本　航" userId="53dfa694-903e-47f9-bd5b-00db30ff12b2" providerId="ADAL" clId="{F2647A7C-AA77-49F8-9770-76CDFF203DA6}" dt="2026-07-15T06:35:03.184" v="321"/>
          <ac:spMkLst>
            <pc:docMk/>
            <pc:sldMk cId="3181152066" sldId="316"/>
            <ac:spMk id="55" creationId="{9A8197EC-F6A7-4577-DDA3-8DED6C28EA3C}"/>
          </ac:spMkLst>
        </pc:spChg>
        <pc:spChg chg="add mod">
          <ac:chgData name="辻本　航" userId="53dfa694-903e-47f9-bd5b-00db30ff12b2" providerId="ADAL" clId="{F2647A7C-AA77-49F8-9770-76CDFF203DA6}" dt="2026-07-15T06:35:03.184" v="321"/>
          <ac:spMkLst>
            <pc:docMk/>
            <pc:sldMk cId="3181152066" sldId="316"/>
            <ac:spMk id="56" creationId="{71687331-8BEF-41BC-E02F-75D5FC3FADC7}"/>
          </ac:spMkLst>
        </pc:spChg>
        <pc:spChg chg="add mod">
          <ac:chgData name="辻本　航" userId="53dfa694-903e-47f9-bd5b-00db30ff12b2" providerId="ADAL" clId="{F2647A7C-AA77-49F8-9770-76CDFF203DA6}" dt="2026-07-15T06:35:03.184" v="321"/>
          <ac:spMkLst>
            <pc:docMk/>
            <pc:sldMk cId="3181152066" sldId="316"/>
            <ac:spMk id="57" creationId="{2BC22497-52D4-C972-8BAF-FD99F5EC6755}"/>
          </ac:spMkLst>
        </pc:spChg>
        <pc:spChg chg="add del mod">
          <ac:chgData name="辻本　航" userId="53dfa694-903e-47f9-bd5b-00db30ff12b2" providerId="ADAL" clId="{F2647A7C-AA77-49F8-9770-76CDFF203DA6}" dt="2026-07-15T06:42:41.245" v="413" actId="478"/>
          <ac:spMkLst>
            <pc:docMk/>
            <pc:sldMk cId="3181152066" sldId="316"/>
            <ac:spMk id="58" creationId="{FC958DE1-5AC4-FB2E-F5CA-48E2C46AC359}"/>
          </ac:spMkLst>
        </pc:spChg>
        <pc:spChg chg="add mod">
          <ac:chgData name="辻本　航" userId="53dfa694-903e-47f9-bd5b-00db30ff12b2" providerId="ADAL" clId="{F2647A7C-AA77-49F8-9770-76CDFF203DA6}" dt="2026-07-15T06:35:03.184" v="321"/>
          <ac:spMkLst>
            <pc:docMk/>
            <pc:sldMk cId="3181152066" sldId="316"/>
            <ac:spMk id="59" creationId="{F408D8FA-AFB9-C1B3-1A3E-FB77E0199061}"/>
          </ac:spMkLst>
        </pc:spChg>
        <pc:spChg chg="add mod">
          <ac:chgData name="辻本　航" userId="53dfa694-903e-47f9-bd5b-00db30ff12b2" providerId="ADAL" clId="{F2647A7C-AA77-49F8-9770-76CDFF203DA6}" dt="2026-07-15T06:35:03.184" v="321"/>
          <ac:spMkLst>
            <pc:docMk/>
            <pc:sldMk cId="3181152066" sldId="316"/>
            <ac:spMk id="60" creationId="{321FB855-07D9-358E-8B3A-4310394A311A}"/>
          </ac:spMkLst>
        </pc:spChg>
        <pc:spChg chg="add mod">
          <ac:chgData name="辻本　航" userId="53dfa694-903e-47f9-bd5b-00db30ff12b2" providerId="ADAL" clId="{F2647A7C-AA77-49F8-9770-76CDFF203DA6}" dt="2026-07-15T06:35:03.184" v="321"/>
          <ac:spMkLst>
            <pc:docMk/>
            <pc:sldMk cId="3181152066" sldId="316"/>
            <ac:spMk id="61" creationId="{D907317F-B7D4-77C9-4F1C-A70F291D9A16}"/>
          </ac:spMkLst>
        </pc:spChg>
        <pc:spChg chg="add del mod">
          <ac:chgData name="辻本　航" userId="53dfa694-903e-47f9-bd5b-00db30ff12b2" providerId="ADAL" clId="{F2647A7C-AA77-49F8-9770-76CDFF203DA6}" dt="2026-07-15T06:36:02.178" v="332" actId="478"/>
          <ac:spMkLst>
            <pc:docMk/>
            <pc:sldMk cId="3181152066" sldId="316"/>
            <ac:spMk id="71" creationId="{ED0F5ABF-4F04-BC21-20DA-EBA1A00252E9}"/>
          </ac:spMkLst>
        </pc:spChg>
        <pc:spChg chg="add del mod">
          <ac:chgData name="辻本　航" userId="53dfa694-903e-47f9-bd5b-00db30ff12b2" providerId="ADAL" clId="{F2647A7C-AA77-49F8-9770-76CDFF203DA6}" dt="2026-07-15T06:36:03.323" v="333" actId="478"/>
          <ac:spMkLst>
            <pc:docMk/>
            <pc:sldMk cId="3181152066" sldId="316"/>
            <ac:spMk id="72" creationId="{25AFADBE-5440-A823-EC99-5429735E80E6}"/>
          </ac:spMkLst>
        </pc:spChg>
        <pc:spChg chg="add mod">
          <ac:chgData name="辻本　航" userId="53dfa694-903e-47f9-bd5b-00db30ff12b2" providerId="ADAL" clId="{F2647A7C-AA77-49F8-9770-76CDFF203DA6}" dt="2026-07-15T06:51:21.701" v="436" actId="14100"/>
          <ac:spMkLst>
            <pc:docMk/>
            <pc:sldMk cId="3181152066" sldId="316"/>
            <ac:spMk id="74" creationId="{8213462D-8581-5132-3C85-BA68E8EB15B8}"/>
          </ac:spMkLst>
        </pc:spChg>
        <pc:spChg chg="add del">
          <ac:chgData name="辻本　航" userId="53dfa694-903e-47f9-bd5b-00db30ff12b2" providerId="ADAL" clId="{F2647A7C-AA77-49F8-9770-76CDFF203DA6}" dt="2026-07-15T06:52:10.193" v="441" actId="478"/>
          <ac:spMkLst>
            <pc:docMk/>
            <pc:sldMk cId="3181152066" sldId="316"/>
            <ac:spMk id="76" creationId="{1C4BF2B1-FC3D-1A7A-E8C6-0F135B0EBAF2}"/>
          </ac:spMkLst>
        </pc:spChg>
        <pc:spChg chg="add">
          <ac:chgData name="辻本　航" userId="53dfa694-903e-47f9-bd5b-00db30ff12b2" providerId="ADAL" clId="{F2647A7C-AA77-49F8-9770-76CDFF203DA6}" dt="2026-07-15T06:42:41.480" v="414" actId="22"/>
          <ac:spMkLst>
            <pc:docMk/>
            <pc:sldMk cId="3181152066" sldId="316"/>
            <ac:spMk id="78" creationId="{E8A81C4B-3F24-4D65-CA34-02724A0BA460}"/>
          </ac:spMkLst>
        </pc:spChg>
        <pc:spChg chg="add del">
          <ac:chgData name="辻本　航" userId="53dfa694-903e-47f9-bd5b-00db30ff12b2" providerId="ADAL" clId="{F2647A7C-AA77-49F8-9770-76CDFF203DA6}" dt="2026-07-15T06:52:08.891" v="440" actId="22"/>
          <ac:spMkLst>
            <pc:docMk/>
            <pc:sldMk cId="3181152066" sldId="316"/>
            <ac:spMk id="80" creationId="{1FA530FC-F130-FC0C-7E62-2C31BB2EBC55}"/>
          </ac:spMkLst>
        </pc:spChg>
        <pc:spChg chg="add">
          <ac:chgData name="辻本　航" userId="53dfa694-903e-47f9-bd5b-00db30ff12b2" providerId="ADAL" clId="{F2647A7C-AA77-49F8-9770-76CDFF203DA6}" dt="2026-07-15T06:56:04.694" v="695" actId="22"/>
          <ac:spMkLst>
            <pc:docMk/>
            <pc:sldMk cId="3181152066" sldId="316"/>
            <ac:spMk id="82" creationId="{6965D532-6CA8-C500-201E-673843608273}"/>
          </ac:spMkLst>
        </pc:spChg>
        <pc:picChg chg="add mod">
          <ac:chgData name="辻本　航" userId="53dfa694-903e-47f9-bd5b-00db30ff12b2" providerId="ADAL" clId="{F2647A7C-AA77-49F8-9770-76CDFF203DA6}" dt="2026-07-15T06:30:54.370" v="276"/>
          <ac:picMkLst>
            <pc:docMk/>
            <pc:sldMk cId="3181152066" sldId="316"/>
            <ac:picMk id="21" creationId="{3EA27D97-DAED-807C-EA7D-DF0055DB4DAD}"/>
          </ac:picMkLst>
        </pc:picChg>
        <pc:picChg chg="del">
          <ac:chgData name="辻本　航" userId="53dfa694-903e-47f9-bd5b-00db30ff12b2" providerId="ADAL" clId="{F2647A7C-AA77-49F8-9770-76CDFF203DA6}" dt="2026-07-15T06:32:15.725" v="291" actId="478"/>
          <ac:picMkLst>
            <pc:docMk/>
            <pc:sldMk cId="3181152066" sldId="316"/>
            <ac:picMk id="41" creationId="{9C62123B-C12F-AAEC-5723-E62A52253A46}"/>
          </ac:picMkLst>
        </pc:picChg>
        <pc:picChg chg="add">
          <ac:chgData name="辻本　航" userId="53dfa694-903e-47f9-bd5b-00db30ff12b2" providerId="ADAL" clId="{F2647A7C-AA77-49F8-9770-76CDFF203DA6}" dt="2026-07-15T06:32:16.202" v="292" actId="22"/>
          <ac:picMkLst>
            <pc:docMk/>
            <pc:sldMk cId="3181152066" sldId="316"/>
            <ac:picMk id="47" creationId="{B68D6DA1-037F-69EB-9797-2EC93B938505}"/>
          </ac:picMkLst>
        </pc:picChg>
      </pc:sldChg>
      <pc:sldChg chg="modSp add mod ord">
        <pc:chgData name="辻本　航" userId="53dfa694-903e-47f9-bd5b-00db30ff12b2" providerId="ADAL" clId="{F2647A7C-AA77-49F8-9770-76CDFF203DA6}" dt="2026-07-15T06:56:17.924" v="696"/>
        <pc:sldMkLst>
          <pc:docMk/>
          <pc:sldMk cId="1539811572" sldId="322"/>
        </pc:sldMkLst>
        <pc:spChg chg="mod">
          <ac:chgData name="辻本　航" userId="53dfa694-903e-47f9-bd5b-00db30ff12b2" providerId="ADAL" clId="{F2647A7C-AA77-49F8-9770-76CDFF203DA6}" dt="2026-07-15T06:53:18.710" v="542" actId="27636"/>
          <ac:spMkLst>
            <pc:docMk/>
            <pc:sldMk cId="1539811572" sldId="322"/>
            <ac:spMk id="2" creationId="{F6387C5B-820F-C1FD-F7C3-6471FD67A4E3}"/>
          </ac:spMkLst>
        </pc:spChg>
      </pc:sldChg>
      <pc:sldChg chg="addSp delSp del mod">
        <pc:chgData name="辻本　航" userId="53dfa694-903e-47f9-bd5b-00db30ff12b2" providerId="ADAL" clId="{F2647A7C-AA77-49F8-9770-76CDFF203DA6}" dt="2026-07-15T06:30:42.264" v="273" actId="47"/>
        <pc:sldMkLst>
          <pc:docMk/>
          <pc:sldMk cId="2709696925" sldId="322"/>
        </pc:sldMkLst>
        <pc:spChg chg="add del">
          <ac:chgData name="辻本　航" userId="53dfa694-903e-47f9-bd5b-00db30ff12b2" providerId="ADAL" clId="{F2647A7C-AA77-49F8-9770-76CDFF203DA6}" dt="2026-07-15T06:13:26.300" v="33" actId="478"/>
          <ac:spMkLst>
            <pc:docMk/>
            <pc:sldMk cId="2709696925" sldId="322"/>
            <ac:spMk id="6" creationId="{703D4651-A5E3-0DFE-275C-29E2864D4FB3}"/>
          </ac:spMkLst>
        </pc:spChg>
        <pc:spChg chg="add del">
          <ac:chgData name="辻本　航" userId="53dfa694-903e-47f9-bd5b-00db30ff12b2" providerId="ADAL" clId="{F2647A7C-AA77-49F8-9770-76CDFF203DA6}" dt="2026-07-15T06:13:25.299" v="32" actId="478"/>
          <ac:spMkLst>
            <pc:docMk/>
            <pc:sldMk cId="2709696925" sldId="322"/>
            <ac:spMk id="7" creationId="{A9A5C8D2-0CDF-AC20-A823-8EAF010806A8}"/>
          </ac:spMkLst>
        </pc:spChg>
        <pc:spChg chg="add del">
          <ac:chgData name="辻本　航" userId="53dfa694-903e-47f9-bd5b-00db30ff12b2" providerId="ADAL" clId="{F2647A7C-AA77-49F8-9770-76CDFF203DA6}" dt="2026-07-15T06:13:31.869" v="34" actId="21"/>
          <ac:spMkLst>
            <pc:docMk/>
            <pc:sldMk cId="2709696925" sldId="322"/>
            <ac:spMk id="10" creationId="{DAEC6D9A-64D8-D465-88EA-5441FE6A1E6C}"/>
          </ac:spMkLst>
        </pc:spChg>
      </pc:sldChg>
    </pc:docChg>
  </pc:docChgLst>
  <pc:docChgLst>
    <pc:chgData name="辻本　航" userId="S::aa84439411@ms.nagasaki-u.ac.jp::53dfa694-903e-47f9-bd5b-00db30ff12b2" providerId="AD" clId="Web-{B53749ED-185A-F3FC-C2F9-01A0450953EC}"/>
    <pc:docChg chg="addSld delSld modSld sldOrd">
      <pc:chgData name="辻本　航" userId="S::aa84439411@ms.nagasaki-u.ac.jp::53dfa694-903e-47f9-bd5b-00db30ff12b2" providerId="AD" clId="Web-{B53749ED-185A-F3FC-C2F9-01A0450953EC}" dt="2026-07-14T16:03:20.023" v="3058"/>
      <pc:docMkLst>
        <pc:docMk/>
      </pc:docMkLst>
      <pc:sldChg chg="addSp modSp">
        <pc:chgData name="辻本　航" userId="S::aa84439411@ms.nagasaki-u.ac.jp::53dfa694-903e-47f9-bd5b-00db30ff12b2" providerId="AD" clId="Web-{B53749ED-185A-F3FC-C2F9-01A0450953EC}" dt="2026-07-14T15:57:37.555" v="3025" actId="20577"/>
        <pc:sldMkLst>
          <pc:docMk/>
          <pc:sldMk cId="2123073485" sldId="273"/>
        </pc:sldMkLst>
        <pc:spChg chg="mod">
          <ac:chgData name="辻本　航" userId="S::aa84439411@ms.nagasaki-u.ac.jp::53dfa694-903e-47f9-bd5b-00db30ff12b2" providerId="AD" clId="Web-{B53749ED-185A-F3FC-C2F9-01A0450953EC}" dt="2026-07-14T13:17:59.500" v="1179" actId="20577"/>
          <ac:spMkLst>
            <pc:docMk/>
            <pc:sldMk cId="2123073485" sldId="273"/>
            <ac:spMk id="3" creationId="{CBF4AE0D-CF4F-60DF-80F3-E754644DC760}"/>
          </ac:spMkLst>
        </pc:spChg>
        <pc:spChg chg="add mod">
          <ac:chgData name="辻本　航" userId="S::aa84439411@ms.nagasaki-u.ac.jp::53dfa694-903e-47f9-bd5b-00db30ff12b2" providerId="AD" clId="Web-{B53749ED-185A-F3FC-C2F9-01A0450953EC}" dt="2026-07-14T15:57:37.555" v="3025" actId="20577"/>
          <ac:spMkLst>
            <pc:docMk/>
            <pc:sldMk cId="2123073485" sldId="273"/>
            <ac:spMk id="4" creationId="{3A159DC6-3A30-1138-033B-21040968D237}"/>
          </ac:spMkLst>
        </pc:spChg>
        <pc:spChg chg="mod">
          <ac:chgData name="辻本　航" userId="S::aa84439411@ms.nagasaki-u.ac.jp::53dfa694-903e-47f9-bd5b-00db30ff12b2" providerId="AD" clId="Web-{B53749ED-185A-F3FC-C2F9-01A0450953EC}" dt="2026-07-14T13:16:54.810" v="1168" actId="20577"/>
          <ac:spMkLst>
            <pc:docMk/>
            <pc:sldMk cId="2123073485" sldId="273"/>
            <ac:spMk id="10" creationId="{94BC08ED-14BC-FF07-5D0A-EC920EDF70AA}"/>
          </ac:spMkLst>
        </pc:spChg>
        <pc:picChg chg="mod">
          <ac:chgData name="辻本　航" userId="S::aa84439411@ms.nagasaki-u.ac.jp::53dfa694-903e-47f9-bd5b-00db30ff12b2" providerId="AD" clId="Web-{B53749ED-185A-F3FC-C2F9-01A0450953EC}" dt="2026-07-14T13:14:39.228" v="1142" actId="14100"/>
          <ac:picMkLst>
            <pc:docMk/>
            <pc:sldMk cId="2123073485" sldId="273"/>
            <ac:picMk id="18" creationId="{7AA2DB6C-6D90-210F-524F-60A417F28989}"/>
          </ac:picMkLst>
        </pc:picChg>
      </pc:sldChg>
      <pc:sldChg chg="addSp modSp ord">
        <pc:chgData name="辻本　航" userId="S::aa84439411@ms.nagasaki-u.ac.jp::53dfa694-903e-47f9-bd5b-00db30ff12b2" providerId="AD" clId="Web-{B53749ED-185A-F3FC-C2F9-01A0450953EC}" dt="2026-07-14T16:03:20.023" v="3058"/>
        <pc:sldMkLst>
          <pc:docMk/>
          <pc:sldMk cId="3719430257" sldId="274"/>
        </pc:sldMkLst>
        <pc:spChg chg="mod">
          <ac:chgData name="辻本　航" userId="S::aa84439411@ms.nagasaki-u.ac.jp::53dfa694-903e-47f9-bd5b-00db30ff12b2" providerId="AD" clId="Web-{B53749ED-185A-F3FC-C2F9-01A0450953EC}" dt="2026-07-14T12:18:15.991" v="625" actId="20577"/>
          <ac:spMkLst>
            <pc:docMk/>
            <pc:sldMk cId="3719430257" sldId="274"/>
            <ac:spMk id="3" creationId="{6DAA5608-679A-79A0-D327-6986AB3B4F5E}"/>
          </ac:spMkLst>
        </pc:spChg>
        <pc:spChg chg="add mod">
          <ac:chgData name="辻本　航" userId="S::aa84439411@ms.nagasaki-u.ac.jp::53dfa694-903e-47f9-bd5b-00db30ff12b2" providerId="AD" clId="Web-{B53749ED-185A-F3FC-C2F9-01A0450953EC}" dt="2026-07-14T15:55:54.394" v="3021" actId="20577"/>
          <ac:spMkLst>
            <pc:docMk/>
            <pc:sldMk cId="3719430257" sldId="274"/>
            <ac:spMk id="5" creationId="{8EEB02C6-DA52-FE66-0375-11599B9D2F3F}"/>
          </ac:spMkLst>
        </pc:spChg>
        <pc:picChg chg="mod">
          <ac:chgData name="辻本　航" userId="S::aa84439411@ms.nagasaki-u.ac.jp::53dfa694-903e-47f9-bd5b-00db30ff12b2" providerId="AD" clId="Web-{B53749ED-185A-F3FC-C2F9-01A0450953EC}" dt="2026-07-14T13:15:51.887" v="1150" actId="14100"/>
          <ac:picMkLst>
            <pc:docMk/>
            <pc:sldMk cId="3719430257" sldId="274"/>
            <ac:picMk id="4" creationId="{D6901E55-3733-D441-202D-B9C73F378D89}"/>
          </ac:picMkLst>
        </pc:picChg>
      </pc:sldChg>
      <pc:sldChg chg="modSp new mod modClrScheme chgLayout">
        <pc:chgData name="辻本　航" userId="S::aa84439411@ms.nagasaki-u.ac.jp::53dfa694-903e-47f9-bd5b-00db30ff12b2" providerId="AD" clId="Web-{B53749ED-185A-F3FC-C2F9-01A0450953EC}" dt="2026-07-14T13:31:54.449" v="1351"/>
        <pc:sldMkLst>
          <pc:docMk/>
          <pc:sldMk cId="2227626790" sldId="290"/>
        </pc:sldMkLst>
        <pc:spChg chg="mod ord">
          <ac:chgData name="辻本　航" userId="S::aa84439411@ms.nagasaki-u.ac.jp::53dfa694-903e-47f9-bd5b-00db30ff12b2" providerId="AD" clId="Web-{B53749ED-185A-F3FC-C2F9-01A0450953EC}" dt="2026-07-14T13:31:54.449" v="1351"/>
          <ac:spMkLst>
            <pc:docMk/>
            <pc:sldMk cId="2227626790" sldId="290"/>
            <ac:spMk id="2" creationId="{BF640145-3632-13DB-4112-92F7E1B3478D}"/>
          </ac:spMkLst>
        </pc:spChg>
        <pc:spChg chg="mod ord">
          <ac:chgData name="辻本　航" userId="S::aa84439411@ms.nagasaki-u.ac.jp::53dfa694-903e-47f9-bd5b-00db30ff12b2" providerId="AD" clId="Web-{B53749ED-185A-F3FC-C2F9-01A0450953EC}" dt="2026-07-14T13:31:54.449" v="1351"/>
          <ac:spMkLst>
            <pc:docMk/>
            <pc:sldMk cId="2227626790" sldId="290"/>
            <ac:spMk id="3" creationId="{072FB62C-5233-EB3E-A807-CF1715239801}"/>
          </ac:spMkLst>
        </pc:spChg>
      </pc:sldChg>
      <pc:sldChg chg="addSp delSp modSp new del">
        <pc:chgData name="辻本　航" userId="S::aa84439411@ms.nagasaki-u.ac.jp::53dfa694-903e-47f9-bd5b-00db30ff12b2" providerId="AD" clId="Web-{B53749ED-185A-F3FC-C2F9-01A0450953EC}" dt="2026-07-14T11:47:28.863" v="204"/>
        <pc:sldMkLst>
          <pc:docMk/>
          <pc:sldMk cId="3592873266" sldId="291"/>
        </pc:sldMkLst>
        <pc:spChg chg="del">
          <ac:chgData name="辻本　航" userId="S::aa84439411@ms.nagasaki-u.ac.jp::53dfa694-903e-47f9-bd5b-00db30ff12b2" providerId="AD" clId="Web-{B53749ED-185A-F3FC-C2F9-01A0450953EC}" dt="2026-07-14T11:34:27.572" v="10"/>
          <ac:spMkLst>
            <pc:docMk/>
            <pc:sldMk cId="3592873266" sldId="291"/>
            <ac:spMk id="3" creationId="{4334D05D-2731-38AB-293B-DBD2B44D304B}"/>
          </ac:spMkLst>
        </pc:spChg>
        <pc:spChg chg="add del">
          <ac:chgData name="辻本　航" userId="S::aa84439411@ms.nagasaki-u.ac.jp::53dfa694-903e-47f9-bd5b-00db30ff12b2" providerId="AD" clId="Web-{B53749ED-185A-F3FC-C2F9-01A0450953EC}" dt="2026-07-14T11:35:39.121" v="18"/>
          <ac:spMkLst>
            <pc:docMk/>
            <pc:sldMk cId="3592873266" sldId="291"/>
            <ac:spMk id="6" creationId="{F86E2E3F-4981-1054-EEB5-F2CCE9DB4D9A}"/>
          </ac:spMkLst>
        </pc:spChg>
        <pc:spChg chg="add del">
          <ac:chgData name="辻本　航" userId="S::aa84439411@ms.nagasaki-u.ac.jp::53dfa694-903e-47f9-bd5b-00db30ff12b2" providerId="AD" clId="Web-{B53749ED-185A-F3FC-C2F9-01A0450953EC}" dt="2026-07-14T11:36:15.966" v="20"/>
          <ac:spMkLst>
            <pc:docMk/>
            <pc:sldMk cId="3592873266" sldId="291"/>
            <ac:spMk id="7" creationId="{C985D871-04C4-496B-02A1-10DF3F1F8476}"/>
          </ac:spMkLst>
        </pc:spChg>
        <pc:spChg chg="add del">
          <ac:chgData name="辻本　航" userId="S::aa84439411@ms.nagasaki-u.ac.jp::53dfa694-903e-47f9-bd5b-00db30ff12b2" providerId="AD" clId="Web-{B53749ED-185A-F3FC-C2F9-01A0450953EC}" dt="2026-07-14T11:39:36.379" v="41"/>
          <ac:spMkLst>
            <pc:docMk/>
            <pc:sldMk cId="3592873266" sldId="291"/>
            <ac:spMk id="10" creationId="{62C826B5-F7A4-D889-D312-AFF42E8BC888}"/>
          </ac:spMkLst>
        </pc:spChg>
        <pc:spChg chg="add del mod">
          <ac:chgData name="辻本　航" userId="S::aa84439411@ms.nagasaki-u.ac.jp::53dfa694-903e-47f9-bd5b-00db30ff12b2" providerId="AD" clId="Web-{B53749ED-185A-F3FC-C2F9-01A0450953EC}" dt="2026-07-14T11:40:53.803" v="50"/>
          <ac:spMkLst>
            <pc:docMk/>
            <pc:sldMk cId="3592873266" sldId="291"/>
            <ac:spMk id="11" creationId="{79B277E3-9D38-8109-2F7A-49037FBCF531}"/>
          </ac:spMkLst>
        </pc:spChg>
        <pc:spChg chg="add mod">
          <ac:chgData name="辻本　航" userId="S::aa84439411@ms.nagasaki-u.ac.jp::53dfa694-903e-47f9-bd5b-00db30ff12b2" providerId="AD" clId="Web-{B53749ED-185A-F3FC-C2F9-01A0450953EC}" dt="2026-07-14T11:45:26.953" v="107" actId="1076"/>
          <ac:spMkLst>
            <pc:docMk/>
            <pc:sldMk cId="3592873266" sldId="291"/>
            <ac:spMk id="12" creationId="{05FB1E62-A328-94CD-0C95-8EB4D473D69F}"/>
          </ac:spMkLst>
        </pc:spChg>
        <pc:spChg chg="add mod">
          <ac:chgData name="辻本　航" userId="S::aa84439411@ms.nagasaki-u.ac.jp::53dfa694-903e-47f9-bd5b-00db30ff12b2" providerId="AD" clId="Web-{B53749ED-185A-F3FC-C2F9-01A0450953EC}" dt="2026-07-14T11:45:26.953" v="108" actId="1076"/>
          <ac:spMkLst>
            <pc:docMk/>
            <pc:sldMk cId="3592873266" sldId="291"/>
            <ac:spMk id="13" creationId="{8FB56A60-E920-80D7-64FD-65CB6EBD47FB}"/>
          </ac:spMkLst>
        </pc:spChg>
        <pc:spChg chg="add mod">
          <ac:chgData name="辻本　航" userId="S::aa84439411@ms.nagasaki-u.ac.jp::53dfa694-903e-47f9-bd5b-00db30ff12b2" providerId="AD" clId="Web-{B53749ED-185A-F3FC-C2F9-01A0450953EC}" dt="2026-07-14T11:45:55.188" v="128" actId="1076"/>
          <ac:spMkLst>
            <pc:docMk/>
            <pc:sldMk cId="3592873266" sldId="291"/>
            <ac:spMk id="14" creationId="{E6EA8B53-E91C-BC34-136B-F71624CDFB5F}"/>
          </ac:spMkLst>
        </pc:spChg>
        <pc:spChg chg="add mod">
          <ac:chgData name="辻本　航" userId="S::aa84439411@ms.nagasaki-u.ac.jp::53dfa694-903e-47f9-bd5b-00db30ff12b2" providerId="AD" clId="Web-{B53749ED-185A-F3FC-C2F9-01A0450953EC}" dt="2026-07-14T11:45:46.594" v="125" actId="1076"/>
          <ac:spMkLst>
            <pc:docMk/>
            <pc:sldMk cId="3592873266" sldId="291"/>
            <ac:spMk id="15" creationId="{A9449FD2-4187-FE5C-586B-A4F9E76EB65D}"/>
          </ac:spMkLst>
        </pc:spChg>
        <pc:picChg chg="add mod ord">
          <ac:chgData name="辻本　航" userId="S::aa84439411@ms.nagasaki-u.ac.jp::53dfa694-903e-47f9-bd5b-00db30ff12b2" providerId="AD" clId="Web-{B53749ED-185A-F3FC-C2F9-01A0450953EC}" dt="2026-07-14T11:45:26.937" v="103" actId="1076"/>
          <ac:picMkLst>
            <pc:docMk/>
            <pc:sldMk cId="3592873266" sldId="291"/>
            <ac:picMk id="4" creationId="{DC835976-CC9C-1217-DEC6-D10788732533}"/>
          </ac:picMkLst>
        </pc:picChg>
        <pc:picChg chg="add mod">
          <ac:chgData name="辻本　航" userId="S::aa84439411@ms.nagasaki-u.ac.jp::53dfa694-903e-47f9-bd5b-00db30ff12b2" providerId="AD" clId="Web-{B53749ED-185A-F3FC-C2F9-01A0450953EC}" dt="2026-07-14T11:45:26.937" v="104" actId="1076"/>
          <ac:picMkLst>
            <pc:docMk/>
            <pc:sldMk cId="3592873266" sldId="291"/>
            <ac:picMk id="5" creationId="{9F9D8FA0-5A74-4E85-68E2-DB93E447CE34}"/>
          </ac:picMkLst>
        </pc:picChg>
        <pc:picChg chg="add mod">
          <ac:chgData name="辻本　航" userId="S::aa84439411@ms.nagasaki-u.ac.jp::53dfa694-903e-47f9-bd5b-00db30ff12b2" providerId="AD" clId="Web-{B53749ED-185A-F3FC-C2F9-01A0450953EC}" dt="2026-07-14T11:45:26.937" v="105" actId="1076"/>
          <ac:picMkLst>
            <pc:docMk/>
            <pc:sldMk cId="3592873266" sldId="291"/>
            <ac:picMk id="8" creationId="{882BB1E2-DA30-8CC9-6B8F-6134AF8099DC}"/>
          </ac:picMkLst>
        </pc:picChg>
        <pc:picChg chg="add mod">
          <ac:chgData name="辻本　航" userId="S::aa84439411@ms.nagasaki-u.ac.jp::53dfa694-903e-47f9-bd5b-00db30ff12b2" providerId="AD" clId="Web-{B53749ED-185A-F3FC-C2F9-01A0450953EC}" dt="2026-07-14T11:45:26.953" v="106" actId="1076"/>
          <ac:picMkLst>
            <pc:docMk/>
            <pc:sldMk cId="3592873266" sldId="291"/>
            <ac:picMk id="9" creationId="{86F84ABF-0AC4-49C3-F025-A864C3C7C6A7}"/>
          </ac:picMkLst>
        </pc:picChg>
        <pc:picChg chg="add del mod">
          <ac:chgData name="辻本　航" userId="S::aa84439411@ms.nagasaki-u.ac.jp::53dfa694-903e-47f9-bd5b-00db30ff12b2" providerId="AD" clId="Web-{B53749ED-185A-F3FC-C2F9-01A0450953EC}" dt="2026-07-14T11:45:08.062" v="95"/>
          <ac:picMkLst>
            <pc:docMk/>
            <pc:sldMk cId="3592873266" sldId="291"/>
            <ac:picMk id="16" creationId="{AB76AA1D-5A64-61A1-3C2A-A1A93CD18291}"/>
          </ac:picMkLst>
        </pc:picChg>
        <pc:picChg chg="add mod">
          <ac:chgData name="辻本　航" userId="S::aa84439411@ms.nagasaki-u.ac.jp::53dfa694-903e-47f9-bd5b-00db30ff12b2" providerId="AD" clId="Web-{B53749ED-185A-F3FC-C2F9-01A0450953EC}" dt="2026-07-14T11:45:26.968" v="111" actId="1076"/>
          <ac:picMkLst>
            <pc:docMk/>
            <pc:sldMk cId="3592873266" sldId="291"/>
            <ac:picMk id="17" creationId="{45F378DB-28B5-1B85-C183-356F32E9A565}"/>
          </ac:picMkLst>
        </pc:picChg>
      </pc:sldChg>
      <pc:sldChg chg="addSp delSp modSp add del">
        <pc:chgData name="辻本　航" userId="S::aa84439411@ms.nagasaki-u.ac.jp::53dfa694-903e-47f9-bd5b-00db30ff12b2" providerId="AD" clId="Web-{B53749ED-185A-F3FC-C2F9-01A0450953EC}" dt="2026-07-14T12:05:31.792" v="397"/>
        <pc:sldMkLst>
          <pc:docMk/>
          <pc:sldMk cId="3611337082" sldId="292"/>
        </pc:sldMkLst>
        <pc:spChg chg="mod">
          <ac:chgData name="辻本　航" userId="S::aa84439411@ms.nagasaki-u.ac.jp::53dfa694-903e-47f9-bd5b-00db30ff12b2" providerId="AD" clId="Web-{B53749ED-185A-F3FC-C2F9-01A0450953EC}" dt="2026-07-14T11:48:52.975" v="227" actId="20577"/>
          <ac:spMkLst>
            <pc:docMk/>
            <pc:sldMk cId="3611337082" sldId="292"/>
            <ac:spMk id="2" creationId="{EC46EF13-5CE5-7267-E284-29D0827624B9}"/>
          </ac:spMkLst>
        </pc:spChg>
        <pc:spChg chg="add mod">
          <ac:chgData name="辻本　航" userId="S::aa84439411@ms.nagasaki-u.ac.jp::53dfa694-903e-47f9-bd5b-00db30ff12b2" providerId="AD" clId="Web-{B53749ED-185A-F3FC-C2F9-01A0450953EC}" dt="2026-07-14T11:48:54.600" v="228" actId="20577"/>
          <ac:spMkLst>
            <pc:docMk/>
            <pc:sldMk cId="3611337082" sldId="292"/>
            <ac:spMk id="3" creationId="{D26EE824-202E-810C-8B3F-8E061314A015}"/>
          </ac:spMkLst>
        </pc:spChg>
        <pc:spChg chg="add mod">
          <ac:chgData name="辻本　航" userId="S::aa84439411@ms.nagasaki-u.ac.jp::53dfa694-903e-47f9-bd5b-00db30ff12b2" providerId="AD" clId="Web-{B53749ED-185A-F3FC-C2F9-01A0450953EC}" dt="2026-07-14T11:46:58.159" v="197" actId="1076"/>
          <ac:spMkLst>
            <pc:docMk/>
            <pc:sldMk cId="3611337082" sldId="292"/>
            <ac:spMk id="6" creationId="{86666399-F670-A4CC-BBE3-7EB63C1BE0AD}"/>
          </ac:spMkLst>
        </pc:spChg>
        <pc:spChg chg="add mod">
          <ac:chgData name="辻本　航" userId="S::aa84439411@ms.nagasaki-u.ac.jp::53dfa694-903e-47f9-bd5b-00db30ff12b2" providerId="AD" clId="Web-{B53749ED-185A-F3FC-C2F9-01A0450953EC}" dt="2026-07-14T11:47:06.690" v="201" actId="20577"/>
          <ac:spMkLst>
            <pc:docMk/>
            <pc:sldMk cId="3611337082" sldId="292"/>
            <ac:spMk id="7" creationId="{4C4CCB00-7F72-11AA-6F3C-88C957CEFB6C}"/>
          </ac:spMkLst>
        </pc:spChg>
        <pc:spChg chg="mod">
          <ac:chgData name="辻本　航" userId="S::aa84439411@ms.nagasaki-u.ac.jp::53dfa694-903e-47f9-bd5b-00db30ff12b2" providerId="AD" clId="Web-{B53749ED-185A-F3FC-C2F9-01A0450953EC}" dt="2026-07-14T11:46:29.846" v="186" actId="1076"/>
          <ac:spMkLst>
            <pc:docMk/>
            <pc:sldMk cId="3611337082" sldId="292"/>
            <ac:spMk id="12" creationId="{05FB1E62-A328-94CD-0C95-8EB4D473D69F}"/>
          </ac:spMkLst>
        </pc:spChg>
        <pc:spChg chg="mod">
          <ac:chgData name="辻本　航" userId="S::aa84439411@ms.nagasaki-u.ac.jp::53dfa694-903e-47f9-bd5b-00db30ff12b2" providerId="AD" clId="Web-{B53749ED-185A-F3FC-C2F9-01A0450953EC}" dt="2026-07-14T11:46:29.861" v="187" actId="1076"/>
          <ac:spMkLst>
            <pc:docMk/>
            <pc:sldMk cId="3611337082" sldId="292"/>
            <ac:spMk id="13" creationId="{8FB56A60-E920-80D7-64FD-65CB6EBD47FB}"/>
          </ac:spMkLst>
        </pc:spChg>
        <pc:spChg chg="mod">
          <ac:chgData name="辻本　航" userId="S::aa84439411@ms.nagasaki-u.ac.jp::53dfa694-903e-47f9-bd5b-00db30ff12b2" providerId="AD" clId="Web-{B53749ED-185A-F3FC-C2F9-01A0450953EC}" dt="2026-07-14T11:46:29.861" v="188" actId="1076"/>
          <ac:spMkLst>
            <pc:docMk/>
            <pc:sldMk cId="3611337082" sldId="292"/>
            <ac:spMk id="14" creationId="{E6EA8B53-E91C-BC34-136B-F71624CDFB5F}"/>
          </ac:spMkLst>
        </pc:spChg>
        <pc:spChg chg="mod">
          <ac:chgData name="辻本　航" userId="S::aa84439411@ms.nagasaki-u.ac.jp::53dfa694-903e-47f9-bd5b-00db30ff12b2" providerId="AD" clId="Web-{B53749ED-185A-F3FC-C2F9-01A0450953EC}" dt="2026-07-14T11:48:49.725" v="225" actId="20577"/>
          <ac:spMkLst>
            <pc:docMk/>
            <pc:sldMk cId="3611337082" sldId="292"/>
            <ac:spMk id="15" creationId="{A9449FD2-4187-FE5C-586B-A4F9E76EB65D}"/>
          </ac:spMkLst>
        </pc:spChg>
        <pc:spChg chg="add del mod">
          <ac:chgData name="辻本　航" userId="S::aa84439411@ms.nagasaki-u.ac.jp::53dfa694-903e-47f9-bd5b-00db30ff12b2" providerId="AD" clId="Web-{B53749ED-185A-F3FC-C2F9-01A0450953EC}" dt="2026-07-14T11:51:52.028" v="266"/>
          <ac:spMkLst>
            <pc:docMk/>
            <pc:sldMk cId="3611337082" sldId="292"/>
            <ac:spMk id="18" creationId="{C5BC5D0B-0DBC-278C-D484-5F0DBB09B655}"/>
          </ac:spMkLst>
        </pc:spChg>
        <pc:spChg chg="add del mod">
          <ac:chgData name="辻本　航" userId="S::aa84439411@ms.nagasaki-u.ac.jp::53dfa694-903e-47f9-bd5b-00db30ff12b2" providerId="AD" clId="Web-{B53749ED-185A-F3FC-C2F9-01A0450953EC}" dt="2026-07-14T11:52:25.092" v="271"/>
          <ac:spMkLst>
            <pc:docMk/>
            <pc:sldMk cId="3611337082" sldId="292"/>
            <ac:spMk id="19" creationId="{16F44807-865D-B898-FF22-6F1C3F62557E}"/>
          </ac:spMkLst>
        </pc:spChg>
        <pc:spChg chg="add mod">
          <ac:chgData name="辻本　航" userId="S::aa84439411@ms.nagasaki-u.ac.jp::53dfa694-903e-47f9-bd5b-00db30ff12b2" providerId="AD" clId="Web-{B53749ED-185A-F3FC-C2F9-01A0450953EC}" dt="2026-07-14T11:52:40.186" v="276" actId="1076"/>
          <ac:spMkLst>
            <pc:docMk/>
            <pc:sldMk cId="3611337082" sldId="292"/>
            <ac:spMk id="20" creationId="{05E0457D-FAEB-9003-CAD7-34D0CDB47131}"/>
          </ac:spMkLst>
        </pc:spChg>
        <pc:spChg chg="add mod">
          <ac:chgData name="辻本　航" userId="S::aa84439411@ms.nagasaki-u.ac.jp::53dfa694-903e-47f9-bd5b-00db30ff12b2" providerId="AD" clId="Web-{B53749ED-185A-F3FC-C2F9-01A0450953EC}" dt="2026-07-14T11:53:25.781" v="286" actId="20577"/>
          <ac:spMkLst>
            <pc:docMk/>
            <pc:sldMk cId="3611337082" sldId="292"/>
            <ac:spMk id="21" creationId="{51320774-EC57-FDA3-52EC-BF8B4FE5953F}"/>
          </ac:spMkLst>
        </pc:spChg>
        <pc:picChg chg="mod">
          <ac:chgData name="辻本　航" userId="S::aa84439411@ms.nagasaki-u.ac.jp::53dfa694-903e-47f9-bd5b-00db30ff12b2" providerId="AD" clId="Web-{B53749ED-185A-F3FC-C2F9-01A0450953EC}" dt="2026-07-14T11:46:29.830" v="182" actId="1076"/>
          <ac:picMkLst>
            <pc:docMk/>
            <pc:sldMk cId="3611337082" sldId="292"/>
            <ac:picMk id="4" creationId="{DC835976-CC9C-1217-DEC6-D10788732533}"/>
          </ac:picMkLst>
        </pc:picChg>
        <pc:picChg chg="mod">
          <ac:chgData name="辻本　航" userId="S::aa84439411@ms.nagasaki-u.ac.jp::53dfa694-903e-47f9-bd5b-00db30ff12b2" providerId="AD" clId="Web-{B53749ED-185A-F3FC-C2F9-01A0450953EC}" dt="2026-07-14T11:50:06.837" v="240" actId="1076"/>
          <ac:picMkLst>
            <pc:docMk/>
            <pc:sldMk cId="3611337082" sldId="292"/>
            <ac:picMk id="5" creationId="{9F9D8FA0-5A74-4E85-68E2-DB93E447CE34}"/>
          </ac:picMkLst>
        </pc:picChg>
        <pc:picChg chg="mod">
          <ac:chgData name="辻本　航" userId="S::aa84439411@ms.nagasaki-u.ac.jp::53dfa694-903e-47f9-bd5b-00db30ff12b2" providerId="AD" clId="Web-{B53749ED-185A-F3FC-C2F9-01A0450953EC}" dt="2026-07-14T11:46:56.331" v="196" actId="1076"/>
          <ac:picMkLst>
            <pc:docMk/>
            <pc:sldMk cId="3611337082" sldId="292"/>
            <ac:picMk id="8" creationId="{882BB1E2-DA30-8CC9-6B8F-6134AF8099DC}"/>
          </ac:picMkLst>
        </pc:picChg>
        <pc:picChg chg="mod">
          <ac:chgData name="辻本　航" userId="S::aa84439411@ms.nagasaki-u.ac.jp::53dfa694-903e-47f9-bd5b-00db30ff12b2" providerId="AD" clId="Web-{B53749ED-185A-F3FC-C2F9-01A0450953EC}" dt="2026-07-14T11:46:29.846" v="185" actId="1076"/>
          <ac:picMkLst>
            <pc:docMk/>
            <pc:sldMk cId="3611337082" sldId="292"/>
            <ac:picMk id="9" creationId="{86F84ABF-0AC4-49C3-F025-A864C3C7C6A7}"/>
          </ac:picMkLst>
        </pc:picChg>
        <pc:picChg chg="add del mod">
          <ac:chgData name="辻本　航" userId="S::aa84439411@ms.nagasaki-u.ac.jp::53dfa694-903e-47f9-bd5b-00db30ff12b2" providerId="AD" clId="Web-{B53749ED-185A-F3FC-C2F9-01A0450953EC}" dt="2026-07-14T11:50:35.822" v="247"/>
          <ac:picMkLst>
            <pc:docMk/>
            <pc:sldMk cId="3611337082" sldId="292"/>
            <ac:picMk id="11" creationId="{0E7D0AAF-AEA1-3A3E-A96C-6365BD0151E2}"/>
          </ac:picMkLst>
        </pc:picChg>
        <pc:picChg chg="add del mod">
          <ac:chgData name="辻本　航" userId="S::aa84439411@ms.nagasaki-u.ac.jp::53dfa694-903e-47f9-bd5b-00db30ff12b2" providerId="AD" clId="Web-{B53749ED-185A-F3FC-C2F9-01A0450953EC}" dt="2026-07-14T11:50:55.323" v="252"/>
          <ac:picMkLst>
            <pc:docMk/>
            <pc:sldMk cId="3611337082" sldId="292"/>
            <ac:picMk id="16" creationId="{6621E13F-17C0-C899-1A7E-C2688A162A18}"/>
          </ac:picMkLst>
        </pc:picChg>
        <pc:picChg chg="mod">
          <ac:chgData name="辻本　航" userId="S::aa84439411@ms.nagasaki-u.ac.jp::53dfa694-903e-47f9-bd5b-00db30ff12b2" providerId="AD" clId="Web-{B53749ED-185A-F3FC-C2F9-01A0450953EC}" dt="2026-07-14T11:46:29.861" v="190" actId="1076"/>
          <ac:picMkLst>
            <pc:docMk/>
            <pc:sldMk cId="3611337082" sldId="292"/>
            <ac:picMk id="17" creationId="{45F378DB-28B5-1B85-C183-356F32E9A565}"/>
          </ac:picMkLst>
        </pc:picChg>
      </pc:sldChg>
      <pc:sldChg chg="addSp delSp modSp add del ord replId">
        <pc:chgData name="辻本　航" userId="S::aa84439411@ms.nagasaki-u.ac.jp::53dfa694-903e-47f9-bd5b-00db30ff12b2" providerId="AD" clId="Web-{B53749ED-185A-F3FC-C2F9-01A0450953EC}" dt="2026-07-14T12:04:47.603" v="392"/>
        <pc:sldMkLst>
          <pc:docMk/>
          <pc:sldMk cId="336828022" sldId="293"/>
        </pc:sldMkLst>
        <pc:spChg chg="mod">
          <ac:chgData name="辻本　航" userId="S::aa84439411@ms.nagasaki-u.ac.jp::53dfa694-903e-47f9-bd5b-00db30ff12b2" providerId="AD" clId="Web-{B53749ED-185A-F3FC-C2F9-01A0450953EC}" dt="2026-07-14T12:04:12.993" v="384" actId="20577"/>
          <ac:spMkLst>
            <pc:docMk/>
            <pc:sldMk cId="336828022" sldId="293"/>
            <ac:spMk id="2" creationId="{FFA9F7BB-A284-4E00-D714-EC773433DAF6}"/>
          </ac:spMkLst>
        </pc:spChg>
        <pc:spChg chg="mod">
          <ac:chgData name="辻本　航" userId="S::aa84439411@ms.nagasaki-u.ac.jp::53dfa694-903e-47f9-bd5b-00db30ff12b2" providerId="AD" clId="Web-{B53749ED-185A-F3FC-C2F9-01A0450953EC}" dt="2026-07-14T11:49:03.913" v="230" actId="20577"/>
          <ac:spMkLst>
            <pc:docMk/>
            <pc:sldMk cId="336828022" sldId="293"/>
            <ac:spMk id="3" creationId="{6740599A-48D4-C4F8-4DDD-B0D2FCD71198}"/>
          </ac:spMkLst>
        </pc:spChg>
        <pc:spChg chg="add">
          <ac:chgData name="辻本　航" userId="S::aa84439411@ms.nagasaki-u.ac.jp::53dfa694-903e-47f9-bd5b-00db30ff12b2" providerId="AD" clId="Web-{B53749ED-185A-F3FC-C2F9-01A0450953EC}" dt="2026-07-14T11:52:58.624" v="282"/>
          <ac:spMkLst>
            <pc:docMk/>
            <pc:sldMk cId="336828022" sldId="293"/>
            <ac:spMk id="18" creationId="{496BF6C0-7BCA-C13F-0FCD-7B96F2CA5A66}"/>
          </ac:spMkLst>
        </pc:spChg>
        <pc:spChg chg="add">
          <ac:chgData name="辻本　航" userId="S::aa84439411@ms.nagasaki-u.ac.jp::53dfa694-903e-47f9-bd5b-00db30ff12b2" providerId="AD" clId="Web-{B53749ED-185A-F3FC-C2F9-01A0450953EC}" dt="2026-07-14T11:52:58.640" v="283"/>
          <ac:spMkLst>
            <pc:docMk/>
            <pc:sldMk cId="336828022" sldId="293"/>
            <ac:spMk id="20" creationId="{29AD78BB-8396-4D4C-0C1E-AF897EC7237E}"/>
          </ac:spMkLst>
        </pc:spChg>
        <pc:picChg chg="mod">
          <ac:chgData name="辻本　航" userId="S::aa84439411@ms.nagasaki-u.ac.jp::53dfa694-903e-47f9-bd5b-00db30ff12b2" providerId="AD" clId="Web-{B53749ED-185A-F3FC-C2F9-01A0450953EC}" dt="2026-07-14T11:51:14.011" v="258"/>
          <ac:picMkLst>
            <pc:docMk/>
            <pc:sldMk cId="336828022" sldId="293"/>
            <ac:picMk id="5" creationId="{7D9C7E91-4597-F65A-AA03-CCC068B81283}"/>
          </ac:picMkLst>
        </pc:picChg>
        <pc:picChg chg="add del mod">
          <ac:chgData name="辻本　航" userId="S::aa84439411@ms.nagasaki-u.ac.jp::53dfa694-903e-47f9-bd5b-00db30ff12b2" providerId="AD" clId="Web-{B53749ED-185A-F3FC-C2F9-01A0450953EC}" dt="2026-07-14T11:50:58.448" v="253"/>
          <ac:picMkLst>
            <pc:docMk/>
            <pc:sldMk cId="336828022" sldId="293"/>
            <ac:picMk id="10" creationId="{49914E15-27E8-B8BF-A6DA-18A9F2FEB86B}"/>
          </ac:picMkLst>
        </pc:picChg>
        <pc:picChg chg="add mod">
          <ac:chgData name="辻本　航" userId="S::aa84439411@ms.nagasaki-u.ac.jp::53dfa694-903e-47f9-bd5b-00db30ff12b2" providerId="AD" clId="Web-{B53749ED-185A-F3FC-C2F9-01A0450953EC}" dt="2026-07-14T11:51:17.542" v="259" actId="1076"/>
          <ac:picMkLst>
            <pc:docMk/>
            <pc:sldMk cId="336828022" sldId="293"/>
            <ac:picMk id="11" creationId="{0BE045BC-56BB-44B9-D12D-041D478E48F1}"/>
          </ac:picMkLst>
        </pc:picChg>
      </pc:sldChg>
      <pc:sldChg chg="add del replId">
        <pc:chgData name="辻本　航" userId="S::aa84439411@ms.nagasaki-u.ac.jp::53dfa694-903e-47f9-bd5b-00db30ff12b2" providerId="AD" clId="Web-{B53749ED-185A-F3FC-C2F9-01A0450953EC}" dt="2026-07-14T11:50:04.837" v="239"/>
        <pc:sldMkLst>
          <pc:docMk/>
          <pc:sldMk cId="1080060863" sldId="294"/>
        </pc:sldMkLst>
      </pc:sldChg>
      <pc:sldChg chg="addSp delSp modSp add del ord replId">
        <pc:chgData name="辻本　航" userId="S::aa84439411@ms.nagasaki-u.ac.jp::53dfa694-903e-47f9-bd5b-00db30ff12b2" providerId="AD" clId="Web-{B53749ED-185A-F3FC-C2F9-01A0450953EC}" dt="2026-07-14T11:58:44.513" v="322"/>
        <pc:sldMkLst>
          <pc:docMk/>
          <pc:sldMk cId="4024467284" sldId="294"/>
        </pc:sldMkLst>
        <pc:spChg chg="mod">
          <ac:chgData name="辻本　航" userId="S::aa84439411@ms.nagasaki-u.ac.jp::53dfa694-903e-47f9-bd5b-00db30ff12b2" providerId="AD" clId="Web-{B53749ED-185A-F3FC-C2F9-01A0450953EC}" dt="2026-07-14T11:56:20.008" v="320" actId="20577"/>
          <ac:spMkLst>
            <pc:docMk/>
            <pc:sldMk cId="4024467284" sldId="294"/>
            <ac:spMk id="2" creationId="{7A0E4B51-71AC-2ED1-0F62-E6E3A4FFB063}"/>
          </ac:spMkLst>
        </pc:spChg>
        <pc:spChg chg="mod">
          <ac:chgData name="辻本　航" userId="S::aa84439411@ms.nagasaki-u.ac.jp::53dfa694-903e-47f9-bd5b-00db30ff12b2" providerId="AD" clId="Web-{B53749ED-185A-F3FC-C2F9-01A0450953EC}" dt="2026-07-14T11:56:10.368" v="317" actId="20577"/>
          <ac:spMkLst>
            <pc:docMk/>
            <pc:sldMk cId="4024467284" sldId="294"/>
            <ac:spMk id="3" creationId="{589FFDEC-54F3-ADA3-A134-D59FCE5D0EFD}"/>
          </ac:spMkLst>
        </pc:spChg>
        <pc:spChg chg="mod">
          <ac:chgData name="辻本　航" userId="S::aa84439411@ms.nagasaki-u.ac.jp::53dfa694-903e-47f9-bd5b-00db30ff12b2" providerId="AD" clId="Web-{B53749ED-185A-F3FC-C2F9-01A0450953EC}" dt="2026-07-14T11:55:58.992" v="315" actId="1076"/>
          <ac:spMkLst>
            <pc:docMk/>
            <pc:sldMk cId="4024467284" sldId="294"/>
            <ac:spMk id="14" creationId="{C1431DEC-E6E5-26DD-22D0-FC712CBE7F9C}"/>
          </ac:spMkLst>
        </pc:spChg>
        <pc:spChg chg="mod ord">
          <ac:chgData name="辻本　航" userId="S::aa84439411@ms.nagasaki-u.ac.jp::53dfa694-903e-47f9-bd5b-00db30ff12b2" providerId="AD" clId="Web-{B53749ED-185A-F3FC-C2F9-01A0450953EC}" dt="2026-07-14T11:55:55.429" v="314"/>
          <ac:spMkLst>
            <pc:docMk/>
            <pc:sldMk cId="4024467284" sldId="294"/>
            <ac:spMk id="20" creationId="{2D36ABA3-A1AB-0DFA-21CB-C8D71C53BE8A}"/>
          </ac:spMkLst>
        </pc:spChg>
        <pc:spChg chg="mod">
          <ac:chgData name="辻本　航" userId="S::aa84439411@ms.nagasaki-u.ac.jp::53dfa694-903e-47f9-bd5b-00db30ff12b2" providerId="AD" clId="Web-{B53749ED-185A-F3FC-C2F9-01A0450953EC}" dt="2026-07-14T11:56:12.883" v="319" actId="20577"/>
          <ac:spMkLst>
            <pc:docMk/>
            <pc:sldMk cId="4024467284" sldId="294"/>
            <ac:spMk id="21" creationId="{88428A8C-9066-EA39-5BAC-0A9A46D1358C}"/>
          </ac:spMkLst>
        </pc:spChg>
        <pc:picChg chg="mod">
          <ac:chgData name="辻本　航" userId="S::aa84439411@ms.nagasaki-u.ac.jp::53dfa694-903e-47f9-bd5b-00db30ff12b2" providerId="AD" clId="Web-{B53749ED-185A-F3FC-C2F9-01A0450953EC}" dt="2026-07-14T11:55:35.226" v="309" actId="1076"/>
          <ac:picMkLst>
            <pc:docMk/>
            <pc:sldMk cId="4024467284" sldId="294"/>
            <ac:picMk id="4" creationId="{54BF89D5-E941-1E02-B316-BF95FB8A17DC}"/>
          </ac:picMkLst>
        </pc:picChg>
        <pc:picChg chg="mod">
          <ac:chgData name="辻本　航" userId="S::aa84439411@ms.nagasaki-u.ac.jp::53dfa694-903e-47f9-bd5b-00db30ff12b2" providerId="AD" clId="Web-{B53749ED-185A-F3FC-C2F9-01A0450953EC}" dt="2026-07-14T11:55:39.976" v="310" actId="14100"/>
          <ac:picMkLst>
            <pc:docMk/>
            <pc:sldMk cId="4024467284" sldId="294"/>
            <ac:picMk id="8" creationId="{18DDE6D0-F7A7-5DF7-05DA-13AAB8AD2DA9}"/>
          </ac:picMkLst>
        </pc:picChg>
        <pc:picChg chg="mod">
          <ac:chgData name="辻本　航" userId="S::aa84439411@ms.nagasaki-u.ac.jp::53dfa694-903e-47f9-bd5b-00db30ff12b2" providerId="AD" clId="Web-{B53749ED-185A-F3FC-C2F9-01A0450953EC}" dt="2026-07-14T11:55:29.491" v="307" actId="14100"/>
          <ac:picMkLst>
            <pc:docMk/>
            <pc:sldMk cId="4024467284" sldId="294"/>
            <ac:picMk id="9" creationId="{1428DAAB-CE07-67B9-8BFE-8D1FACF6E5DC}"/>
          </ac:picMkLst>
        </pc:picChg>
        <pc:picChg chg="add del mod">
          <ac:chgData name="辻本　航" userId="S::aa84439411@ms.nagasaki-u.ac.jp::53dfa694-903e-47f9-bd5b-00db30ff12b2" providerId="AD" clId="Web-{B53749ED-185A-F3FC-C2F9-01A0450953EC}" dt="2026-07-14T11:54:00.032" v="299"/>
          <ac:picMkLst>
            <pc:docMk/>
            <pc:sldMk cId="4024467284" sldId="294"/>
            <ac:picMk id="10" creationId="{706A4B69-521E-FDE1-3A80-D651943AFB1F}"/>
          </ac:picMkLst>
        </pc:picChg>
        <pc:picChg chg="add mod">
          <ac:chgData name="辻本　航" userId="S::aa84439411@ms.nagasaki-u.ac.jp::53dfa694-903e-47f9-bd5b-00db30ff12b2" providerId="AD" clId="Web-{B53749ED-185A-F3FC-C2F9-01A0450953EC}" dt="2026-07-14T11:55:22.832" v="306" actId="1076"/>
          <ac:picMkLst>
            <pc:docMk/>
            <pc:sldMk cId="4024467284" sldId="294"/>
            <ac:picMk id="11" creationId="{612AFA20-400D-09E4-E1BA-C78B547B8592}"/>
          </ac:picMkLst>
        </pc:picChg>
        <pc:picChg chg="mod">
          <ac:chgData name="辻本　航" userId="S::aa84439411@ms.nagasaki-u.ac.jp::53dfa694-903e-47f9-bd5b-00db30ff12b2" providerId="AD" clId="Web-{B53749ED-185A-F3FC-C2F9-01A0450953EC}" dt="2026-07-14T11:56:03.023" v="316" actId="1076"/>
          <ac:picMkLst>
            <pc:docMk/>
            <pc:sldMk cId="4024467284" sldId="294"/>
            <ac:picMk id="17" creationId="{8B7BE48A-816C-7E00-0F93-F07343E5209E}"/>
          </ac:picMkLst>
        </pc:picChg>
      </pc:sldChg>
      <pc:sldChg chg="addSp delSp modSp add replId">
        <pc:chgData name="辻本　航" userId="S::aa84439411@ms.nagasaki-u.ac.jp::53dfa694-903e-47f9-bd5b-00db30ff12b2" providerId="AD" clId="Web-{B53749ED-185A-F3FC-C2F9-01A0450953EC}" dt="2026-07-14T14:57:27.370" v="2181" actId="20577"/>
        <pc:sldMkLst>
          <pc:docMk/>
          <pc:sldMk cId="1897880342" sldId="295"/>
        </pc:sldMkLst>
        <pc:spChg chg="mod">
          <ac:chgData name="辻本　航" userId="S::aa84439411@ms.nagasaki-u.ac.jp::53dfa694-903e-47f9-bd5b-00db30ff12b2" providerId="AD" clId="Web-{B53749ED-185A-F3FC-C2F9-01A0450953EC}" dt="2026-07-14T14:55:35.914" v="2151" actId="20577"/>
          <ac:spMkLst>
            <pc:docMk/>
            <pc:sldMk cId="1897880342" sldId="295"/>
            <ac:spMk id="2" creationId="{664B890F-4B79-2FCD-AFBA-DCDA99E3F29E}"/>
          </ac:spMkLst>
        </pc:spChg>
        <pc:spChg chg="del">
          <ac:chgData name="辻本　航" userId="S::aa84439411@ms.nagasaki-u.ac.jp::53dfa694-903e-47f9-bd5b-00db30ff12b2" providerId="AD" clId="Web-{B53749ED-185A-F3FC-C2F9-01A0450953EC}" dt="2026-07-14T13:31:08.370" v="1345"/>
          <ac:spMkLst>
            <pc:docMk/>
            <pc:sldMk cId="1897880342" sldId="295"/>
            <ac:spMk id="6" creationId="{E25ACA72-6569-3975-3A67-A355440C84E4}"/>
          </ac:spMkLst>
        </pc:spChg>
        <pc:spChg chg="del mod">
          <ac:chgData name="辻本　航" userId="S::aa84439411@ms.nagasaki-u.ac.jp::53dfa694-903e-47f9-bd5b-00db30ff12b2" providerId="AD" clId="Web-{B53749ED-185A-F3FC-C2F9-01A0450953EC}" dt="2026-07-14T12:02:54.646" v="375"/>
          <ac:spMkLst>
            <pc:docMk/>
            <pc:sldMk cId="1897880342" sldId="295"/>
            <ac:spMk id="7" creationId="{46FC416E-C559-4C24-3CEB-25220A45D854}"/>
          </ac:spMkLst>
        </pc:spChg>
        <pc:spChg chg="mod">
          <ac:chgData name="辻本　航" userId="S::aa84439411@ms.nagasaki-u.ac.jp::53dfa694-903e-47f9-bd5b-00db30ff12b2" providerId="AD" clId="Web-{B53749ED-185A-F3FC-C2F9-01A0450953EC}" dt="2026-07-14T13:47:26.120" v="1577" actId="20577"/>
          <ac:spMkLst>
            <pc:docMk/>
            <pc:sldMk cId="1897880342" sldId="295"/>
            <ac:spMk id="14" creationId="{62ABCB17-810A-6422-2C0A-0376DDCF108F}"/>
          </ac:spMkLst>
        </pc:spChg>
        <pc:spChg chg="mod">
          <ac:chgData name="辻本　航" userId="S::aa84439411@ms.nagasaki-u.ac.jp::53dfa694-903e-47f9-bd5b-00db30ff12b2" providerId="AD" clId="Web-{B53749ED-185A-F3FC-C2F9-01A0450953EC}" dt="2026-07-14T14:57:27.370" v="2181" actId="20577"/>
          <ac:spMkLst>
            <pc:docMk/>
            <pc:sldMk cId="1897880342" sldId="295"/>
            <ac:spMk id="15" creationId="{2F346E83-16DA-6E33-E48A-6F5A1D796C07}"/>
          </ac:spMkLst>
        </pc:spChg>
        <pc:spChg chg="add mod">
          <ac:chgData name="辻本　航" userId="S::aa84439411@ms.nagasaki-u.ac.jp::53dfa694-903e-47f9-bd5b-00db30ff12b2" providerId="AD" clId="Web-{B53749ED-185A-F3FC-C2F9-01A0450953EC}" dt="2026-07-14T14:52:31.345" v="2120" actId="20577"/>
          <ac:spMkLst>
            <pc:docMk/>
            <pc:sldMk cId="1897880342" sldId="295"/>
            <ac:spMk id="16" creationId="{053ADC90-E9CF-C0AC-15E5-C47A4D9945E5}"/>
          </ac:spMkLst>
        </pc:spChg>
        <pc:spChg chg="add">
          <ac:chgData name="辻本　航" userId="S::aa84439411@ms.nagasaki-u.ac.jp::53dfa694-903e-47f9-bd5b-00db30ff12b2" providerId="AD" clId="Web-{B53749ED-185A-F3FC-C2F9-01A0450953EC}" dt="2026-07-14T12:02:56.240" v="376"/>
          <ac:spMkLst>
            <pc:docMk/>
            <pc:sldMk cId="1897880342" sldId="295"/>
            <ac:spMk id="19" creationId="{0718D243-4717-12A7-0737-CC331199A2C0}"/>
          </ac:spMkLst>
        </pc:spChg>
        <pc:spChg chg="mod">
          <ac:chgData name="辻本　航" userId="S::aa84439411@ms.nagasaki-u.ac.jp::53dfa694-903e-47f9-bd5b-00db30ff12b2" providerId="AD" clId="Web-{B53749ED-185A-F3FC-C2F9-01A0450953EC}" dt="2026-07-14T13:41:46.500" v="1481" actId="1076"/>
          <ac:spMkLst>
            <pc:docMk/>
            <pc:sldMk cId="1897880342" sldId="295"/>
            <ac:spMk id="20" creationId="{104CDF3D-8E88-71EF-793F-2E19AD73656D}"/>
          </ac:spMkLst>
        </pc:spChg>
        <pc:spChg chg="del">
          <ac:chgData name="辻本　航" userId="S::aa84439411@ms.nagasaki-u.ac.jp::53dfa694-903e-47f9-bd5b-00db30ff12b2" providerId="AD" clId="Web-{B53749ED-185A-F3FC-C2F9-01A0450953EC}" dt="2026-07-14T12:02:18.083" v="362"/>
          <ac:spMkLst>
            <pc:docMk/>
            <pc:sldMk cId="1897880342" sldId="295"/>
            <ac:spMk id="21" creationId="{91477E4D-1205-DE1E-DDAD-7976EB2BF51D}"/>
          </ac:spMkLst>
        </pc:spChg>
        <pc:spChg chg="add">
          <ac:chgData name="辻本　航" userId="S::aa84439411@ms.nagasaki-u.ac.jp::53dfa694-903e-47f9-bd5b-00db30ff12b2" providerId="AD" clId="Web-{B53749ED-185A-F3FC-C2F9-01A0450953EC}" dt="2026-07-14T13:31:11.557" v="1346"/>
          <ac:spMkLst>
            <pc:docMk/>
            <pc:sldMk cId="1897880342" sldId="295"/>
            <ac:spMk id="23" creationId="{CC4DFFDD-BB5B-3122-46A5-D28C116F5ED5}"/>
          </ac:spMkLst>
        </pc:spChg>
        <pc:spChg chg="add mod">
          <ac:chgData name="辻本　航" userId="S::aa84439411@ms.nagasaki-u.ac.jp::53dfa694-903e-47f9-bd5b-00db30ff12b2" providerId="AD" clId="Web-{B53749ED-185A-F3FC-C2F9-01A0450953EC}" dt="2026-07-14T13:46:36.322" v="1571" actId="20577"/>
          <ac:spMkLst>
            <pc:docMk/>
            <pc:sldMk cId="1897880342" sldId="295"/>
            <ac:spMk id="27" creationId="{6FA2130B-4A4E-12E2-1FAB-A8DF2F13494A}"/>
          </ac:spMkLst>
        </pc:spChg>
        <pc:picChg chg="mod">
          <ac:chgData name="辻本　航" userId="S::aa84439411@ms.nagasaki-u.ac.jp::53dfa694-903e-47f9-bd5b-00db30ff12b2" providerId="AD" clId="Web-{B53749ED-185A-F3FC-C2F9-01A0450953EC}" dt="2026-07-14T13:42:02.375" v="1488" actId="1076"/>
          <ac:picMkLst>
            <pc:docMk/>
            <pc:sldMk cId="1897880342" sldId="295"/>
            <ac:picMk id="11" creationId="{2615B0F2-DD5C-2D68-D089-2B6757AB4C60}"/>
          </ac:picMkLst>
        </pc:picChg>
        <pc:picChg chg="mod">
          <ac:chgData name="辻本　航" userId="S::aa84439411@ms.nagasaki-u.ac.jp::53dfa694-903e-47f9-bd5b-00db30ff12b2" providerId="AD" clId="Web-{B53749ED-185A-F3FC-C2F9-01A0450953EC}" dt="2026-07-14T13:42:04.469" v="1493" actId="1076"/>
          <ac:picMkLst>
            <pc:docMk/>
            <pc:sldMk cId="1897880342" sldId="295"/>
            <ac:picMk id="17" creationId="{ECD63254-EDED-A4B8-FD16-199DA06B3754}"/>
          </ac:picMkLst>
        </pc:picChg>
        <pc:picChg chg="add mod">
          <ac:chgData name="辻本　航" userId="S::aa84439411@ms.nagasaki-u.ac.jp::53dfa694-903e-47f9-bd5b-00db30ff12b2" providerId="AD" clId="Web-{B53749ED-185A-F3FC-C2F9-01A0450953EC}" dt="2026-07-14T13:42:02.375" v="1489" actId="1076"/>
          <ac:picMkLst>
            <pc:docMk/>
            <pc:sldMk cId="1897880342" sldId="295"/>
            <ac:picMk id="24" creationId="{55EEA717-748A-81D9-7CBF-7D4BE301F34E}"/>
          </ac:picMkLst>
        </pc:picChg>
        <pc:picChg chg="add mod">
          <ac:chgData name="辻本　航" userId="S::aa84439411@ms.nagasaki-u.ac.jp::53dfa694-903e-47f9-bd5b-00db30ff12b2" providerId="AD" clId="Web-{B53749ED-185A-F3FC-C2F9-01A0450953EC}" dt="2026-07-14T13:42:02.391" v="1490" actId="1076"/>
          <ac:picMkLst>
            <pc:docMk/>
            <pc:sldMk cId="1897880342" sldId="295"/>
            <ac:picMk id="25" creationId="{6878F214-8248-F82E-44F6-0E9C4D6206B6}"/>
          </ac:picMkLst>
        </pc:picChg>
        <pc:picChg chg="add mod">
          <ac:chgData name="辻本　航" userId="S::aa84439411@ms.nagasaki-u.ac.jp::53dfa694-903e-47f9-bd5b-00db30ff12b2" providerId="AD" clId="Web-{B53749ED-185A-F3FC-C2F9-01A0450953EC}" dt="2026-07-14T13:42:02.391" v="1491" actId="1076"/>
          <ac:picMkLst>
            <pc:docMk/>
            <pc:sldMk cId="1897880342" sldId="295"/>
            <ac:picMk id="26" creationId="{87A4168F-F6D8-E3D5-2585-D888DCFD5DC2}"/>
          </ac:picMkLst>
        </pc:picChg>
      </pc:sldChg>
      <pc:sldChg chg="addSp delSp modSp add del replId">
        <pc:chgData name="辻本　航" userId="S::aa84439411@ms.nagasaki-u.ac.jp::53dfa694-903e-47f9-bd5b-00db30ff12b2" providerId="AD" clId="Web-{B53749ED-185A-F3FC-C2F9-01A0450953EC}" dt="2026-07-14T14:59:30.702" v="2201"/>
        <pc:sldMkLst>
          <pc:docMk/>
          <pc:sldMk cId="2075155871" sldId="296"/>
        </pc:sldMkLst>
        <pc:spChg chg="mod">
          <ac:chgData name="辻本　航" userId="S::aa84439411@ms.nagasaki-u.ac.jp::53dfa694-903e-47f9-bd5b-00db30ff12b2" providerId="AD" clId="Web-{B53749ED-185A-F3FC-C2F9-01A0450953EC}" dt="2026-07-14T14:56:46.681" v="2176" actId="14100"/>
          <ac:spMkLst>
            <pc:docMk/>
            <pc:sldMk cId="2075155871" sldId="296"/>
            <ac:spMk id="2" creationId="{33ECF372-F401-1746-03BF-178685BD002A}"/>
          </ac:spMkLst>
        </pc:spChg>
        <pc:spChg chg="del">
          <ac:chgData name="辻本　航" userId="S::aa84439411@ms.nagasaki-u.ac.jp::53dfa694-903e-47f9-bd5b-00db30ff12b2" providerId="AD" clId="Web-{B53749ED-185A-F3FC-C2F9-01A0450953EC}" dt="2026-07-14T13:31:01.854" v="1343"/>
          <ac:spMkLst>
            <pc:docMk/>
            <pc:sldMk cId="2075155871" sldId="296"/>
            <ac:spMk id="6" creationId="{A0C630C7-FB0B-247F-823A-E1CF329763C7}"/>
          </ac:spMkLst>
        </pc:spChg>
        <pc:spChg chg="del mod">
          <ac:chgData name="辻本　航" userId="S::aa84439411@ms.nagasaki-u.ac.jp::53dfa694-903e-47f9-bd5b-00db30ff12b2" providerId="AD" clId="Web-{B53749ED-185A-F3FC-C2F9-01A0450953EC}" dt="2026-07-14T12:02:59.006" v="377"/>
          <ac:spMkLst>
            <pc:docMk/>
            <pc:sldMk cId="2075155871" sldId="296"/>
            <ac:spMk id="7" creationId="{02168CB9-C5E5-99A2-9484-F3CDA7F1136F}"/>
          </ac:spMkLst>
        </pc:spChg>
        <pc:spChg chg="add del mod">
          <ac:chgData name="辻本　航" userId="S::aa84439411@ms.nagasaki-u.ac.jp::53dfa694-903e-47f9-bd5b-00db30ff12b2" providerId="AD" clId="Web-{B53749ED-185A-F3FC-C2F9-01A0450953EC}" dt="2026-07-14T13:43:34.988" v="1524"/>
          <ac:spMkLst>
            <pc:docMk/>
            <pc:sldMk cId="2075155871" sldId="296"/>
            <ac:spMk id="10" creationId="{922872F7-85BC-5853-B00D-C104E61F424E}"/>
          </ac:spMkLst>
        </pc:spChg>
        <pc:spChg chg="mod">
          <ac:chgData name="辻本　航" userId="S::aa84439411@ms.nagasaki-u.ac.jp::53dfa694-903e-47f9-bd5b-00db30ff12b2" providerId="AD" clId="Web-{B53749ED-185A-F3FC-C2F9-01A0450953EC}" dt="2026-07-14T13:47:21.386" v="1575" actId="20577"/>
          <ac:spMkLst>
            <pc:docMk/>
            <pc:sldMk cId="2075155871" sldId="296"/>
            <ac:spMk id="14" creationId="{404A3F15-64CD-2B38-D5D1-02B8DAF2A4A4}"/>
          </ac:spMkLst>
        </pc:spChg>
        <pc:spChg chg="add del mod">
          <ac:chgData name="辻本　航" userId="S::aa84439411@ms.nagasaki-u.ac.jp::53dfa694-903e-47f9-bd5b-00db30ff12b2" providerId="AD" clId="Web-{B53749ED-185A-F3FC-C2F9-01A0450953EC}" dt="2026-07-14T13:43:26.706" v="1521"/>
          <ac:spMkLst>
            <pc:docMk/>
            <pc:sldMk cId="2075155871" sldId="296"/>
            <ac:spMk id="16" creationId="{8C6454BC-525C-1C27-72B9-51BDBF3209E5}"/>
          </ac:spMkLst>
        </pc:spChg>
        <pc:spChg chg="add mod">
          <ac:chgData name="辻本　航" userId="S::aa84439411@ms.nagasaki-u.ac.jp::53dfa694-903e-47f9-bd5b-00db30ff12b2" providerId="AD" clId="Web-{B53749ED-185A-F3FC-C2F9-01A0450953EC}" dt="2026-07-14T14:52:28.157" v="2119" actId="20577"/>
          <ac:spMkLst>
            <pc:docMk/>
            <pc:sldMk cId="2075155871" sldId="296"/>
            <ac:spMk id="19" creationId="{D4AC223E-3DE0-F23D-944F-A3974B65BAB0}"/>
          </ac:spMkLst>
        </pc:spChg>
        <pc:spChg chg="del">
          <ac:chgData name="辻本　航" userId="S::aa84439411@ms.nagasaki-u.ac.jp::53dfa694-903e-47f9-bd5b-00db30ff12b2" providerId="AD" clId="Web-{B53749ED-185A-F3FC-C2F9-01A0450953EC}" dt="2026-07-14T12:02:24.177" v="364"/>
          <ac:spMkLst>
            <pc:docMk/>
            <pc:sldMk cId="2075155871" sldId="296"/>
            <ac:spMk id="21" creationId="{A1A9EDB5-8CCF-3B0F-F695-9913A1E4D72F}"/>
          </ac:spMkLst>
        </pc:spChg>
        <pc:spChg chg="add">
          <ac:chgData name="辻本　航" userId="S::aa84439411@ms.nagasaki-u.ac.jp::53dfa694-903e-47f9-bd5b-00db30ff12b2" providerId="AD" clId="Web-{B53749ED-185A-F3FC-C2F9-01A0450953EC}" dt="2026-07-14T12:03:03.209" v="378"/>
          <ac:spMkLst>
            <pc:docMk/>
            <pc:sldMk cId="2075155871" sldId="296"/>
            <ac:spMk id="23" creationId="{C96DFA81-6C19-94DF-9B5E-10A97548769C}"/>
          </ac:spMkLst>
        </pc:spChg>
        <pc:spChg chg="add">
          <ac:chgData name="辻本　航" userId="S::aa84439411@ms.nagasaki-u.ac.jp::53dfa694-903e-47f9-bd5b-00db30ff12b2" providerId="AD" clId="Web-{B53749ED-185A-F3FC-C2F9-01A0450953EC}" dt="2026-07-14T13:31:05.370" v="1344"/>
          <ac:spMkLst>
            <pc:docMk/>
            <pc:sldMk cId="2075155871" sldId="296"/>
            <ac:spMk id="25" creationId="{59B33C1B-380D-AA22-1DB6-D8E773B97942}"/>
          </ac:spMkLst>
        </pc:spChg>
        <pc:spChg chg="add mod">
          <ac:chgData name="辻本　航" userId="S::aa84439411@ms.nagasaki-u.ac.jp::53dfa694-903e-47f9-bd5b-00db30ff12b2" providerId="AD" clId="Web-{B53749ED-185A-F3FC-C2F9-01A0450953EC}" dt="2026-07-14T13:43:33.394" v="1523" actId="1076"/>
          <ac:spMkLst>
            <pc:docMk/>
            <pc:sldMk cId="2075155871" sldId="296"/>
            <ac:spMk id="35" creationId="{F4A7E8C2-A7E9-7EEF-5A43-B2641B0D8FB7}"/>
          </ac:spMkLst>
        </pc:spChg>
        <pc:spChg chg="add mod">
          <ac:chgData name="辻本　航" userId="S::aa84439411@ms.nagasaki-u.ac.jp::53dfa694-903e-47f9-bd5b-00db30ff12b2" providerId="AD" clId="Web-{B53749ED-185A-F3FC-C2F9-01A0450953EC}" dt="2026-07-14T14:52:55.736" v="2124" actId="1076"/>
          <ac:spMkLst>
            <pc:docMk/>
            <pc:sldMk cId="2075155871" sldId="296"/>
            <ac:spMk id="37" creationId="{73C2C31F-4EAC-639C-768C-AB0FAD358306}"/>
          </ac:spMkLst>
        </pc:spChg>
        <pc:picChg chg="del">
          <ac:chgData name="辻本　航" userId="S::aa84439411@ms.nagasaki-u.ac.jp::53dfa694-903e-47f9-bd5b-00db30ff12b2" providerId="AD" clId="Web-{B53749ED-185A-F3FC-C2F9-01A0450953EC}" dt="2026-07-14T13:42:18.079" v="1494"/>
          <ac:picMkLst>
            <pc:docMk/>
            <pc:sldMk cId="2075155871" sldId="296"/>
            <ac:picMk id="11" creationId="{01CF2854-100C-CF4B-345F-D50487160543}"/>
          </ac:picMkLst>
        </pc:picChg>
        <pc:picChg chg="add">
          <ac:chgData name="辻本　航" userId="S::aa84439411@ms.nagasaki-u.ac.jp::53dfa694-903e-47f9-bd5b-00db30ff12b2" providerId="AD" clId="Web-{B53749ED-185A-F3FC-C2F9-01A0450953EC}" dt="2026-07-14T13:42:21.814" v="1495"/>
          <ac:picMkLst>
            <pc:docMk/>
            <pc:sldMk cId="2075155871" sldId="296"/>
            <ac:picMk id="27" creationId="{48681C51-C342-BC44-1617-502FA0BE4E25}"/>
          </ac:picMkLst>
        </pc:picChg>
        <pc:picChg chg="add">
          <ac:chgData name="辻本　航" userId="S::aa84439411@ms.nagasaki-u.ac.jp::53dfa694-903e-47f9-bd5b-00db30ff12b2" providerId="AD" clId="Web-{B53749ED-185A-F3FC-C2F9-01A0450953EC}" dt="2026-07-14T13:42:21.860" v="1496"/>
          <ac:picMkLst>
            <pc:docMk/>
            <pc:sldMk cId="2075155871" sldId="296"/>
            <ac:picMk id="29" creationId="{0F688B2D-C6F0-AE1C-AB49-FA6157BFFB5E}"/>
          </ac:picMkLst>
        </pc:picChg>
        <pc:picChg chg="add">
          <ac:chgData name="辻本　航" userId="S::aa84439411@ms.nagasaki-u.ac.jp::53dfa694-903e-47f9-bd5b-00db30ff12b2" providerId="AD" clId="Web-{B53749ED-185A-F3FC-C2F9-01A0450953EC}" dt="2026-07-14T13:42:21.892" v="1497"/>
          <ac:picMkLst>
            <pc:docMk/>
            <pc:sldMk cId="2075155871" sldId="296"/>
            <ac:picMk id="31" creationId="{F30C4D7B-499D-88A8-3469-C859E87BC1A6}"/>
          </ac:picMkLst>
        </pc:picChg>
        <pc:picChg chg="add">
          <ac:chgData name="辻本　航" userId="S::aa84439411@ms.nagasaki-u.ac.jp::53dfa694-903e-47f9-bd5b-00db30ff12b2" providerId="AD" clId="Web-{B53749ED-185A-F3FC-C2F9-01A0450953EC}" dt="2026-07-14T13:42:21.939" v="1498"/>
          <ac:picMkLst>
            <pc:docMk/>
            <pc:sldMk cId="2075155871" sldId="296"/>
            <ac:picMk id="33" creationId="{5CB9DBAC-80C9-812C-10F4-0C928CDEE4DB}"/>
          </ac:picMkLst>
        </pc:picChg>
      </pc:sldChg>
      <pc:sldChg chg="addSp delSp modSp add replId">
        <pc:chgData name="辻本　航" userId="S::aa84439411@ms.nagasaki-u.ac.jp::53dfa694-903e-47f9-bd5b-00db30ff12b2" providerId="AD" clId="Web-{B53749ED-185A-F3FC-C2F9-01A0450953EC}" dt="2026-07-14T15:33:14.842" v="2784" actId="20577"/>
        <pc:sldMkLst>
          <pc:docMk/>
          <pc:sldMk cId="1053969772" sldId="297"/>
        </pc:sldMkLst>
        <pc:spChg chg="mod">
          <ac:chgData name="辻本　航" userId="S::aa84439411@ms.nagasaki-u.ac.jp::53dfa694-903e-47f9-bd5b-00db30ff12b2" providerId="AD" clId="Web-{B53749ED-185A-F3FC-C2F9-01A0450953EC}" dt="2026-07-14T15:33:14.842" v="2784" actId="20577"/>
          <ac:spMkLst>
            <pc:docMk/>
            <pc:sldMk cId="1053969772" sldId="297"/>
            <ac:spMk id="2" creationId="{1834AB07-AB9C-7C87-CE3A-3921032BB9D8}"/>
          </ac:spMkLst>
        </pc:spChg>
        <pc:spChg chg="mod">
          <ac:chgData name="辻本　航" userId="S::aa84439411@ms.nagasaki-u.ac.jp::53dfa694-903e-47f9-bd5b-00db30ff12b2" providerId="AD" clId="Web-{B53749ED-185A-F3FC-C2F9-01A0450953EC}" dt="2026-07-14T12:00:28.079" v="351" actId="20577"/>
          <ac:spMkLst>
            <pc:docMk/>
            <pc:sldMk cId="1053969772" sldId="297"/>
            <ac:spMk id="3" creationId="{CD5B9165-CCBC-32CC-E89A-53932F090A3D}"/>
          </ac:spMkLst>
        </pc:spChg>
        <pc:spChg chg="add del mod">
          <ac:chgData name="辻本　航" userId="S::aa84439411@ms.nagasaki-u.ac.jp::53dfa694-903e-47f9-bd5b-00db30ff12b2" providerId="AD" clId="Web-{B53749ED-185A-F3FC-C2F9-01A0450953EC}" dt="2026-07-14T14:47:59.945" v="2045"/>
          <ac:spMkLst>
            <pc:docMk/>
            <pc:sldMk cId="1053969772" sldId="297"/>
            <ac:spMk id="6" creationId="{8E949540-B559-4834-1ABC-5FCC2EDE440D}"/>
          </ac:spMkLst>
        </pc:spChg>
        <pc:spChg chg="del">
          <ac:chgData name="辻本　航" userId="S::aa84439411@ms.nagasaki-u.ac.jp::53dfa694-903e-47f9-bd5b-00db30ff12b2" providerId="AD" clId="Web-{B53749ED-185A-F3FC-C2F9-01A0450953EC}" dt="2026-07-14T13:30:56.244" v="1341"/>
          <ac:spMkLst>
            <pc:docMk/>
            <pc:sldMk cId="1053969772" sldId="297"/>
            <ac:spMk id="6" creationId="{E56D2701-6C40-9831-E639-2D5E57A76528}"/>
          </ac:spMkLst>
        </pc:spChg>
        <pc:spChg chg="del">
          <ac:chgData name="辻本　航" userId="S::aa84439411@ms.nagasaki-u.ac.jp::53dfa694-903e-47f9-bd5b-00db30ff12b2" providerId="AD" clId="Web-{B53749ED-185A-F3FC-C2F9-01A0450953EC}" dt="2026-07-14T12:03:06.584" v="379"/>
          <ac:spMkLst>
            <pc:docMk/>
            <pc:sldMk cId="1053969772" sldId="297"/>
            <ac:spMk id="7" creationId="{7DD595F1-CA18-F027-74C3-04DFDD1CEB98}"/>
          </ac:spMkLst>
        </pc:spChg>
        <pc:spChg chg="del">
          <ac:chgData name="辻本　航" userId="S::aa84439411@ms.nagasaki-u.ac.jp::53dfa694-903e-47f9-bd5b-00db30ff12b2" providerId="AD" clId="Web-{B53749ED-185A-F3FC-C2F9-01A0450953EC}" dt="2026-07-14T13:31:23.073" v="1347"/>
          <ac:spMkLst>
            <pc:docMk/>
            <pc:sldMk cId="1053969772" sldId="297"/>
            <ac:spMk id="10" creationId="{316F280C-A9EB-C6E0-666B-385073E7A603}"/>
          </ac:spMkLst>
        </pc:spChg>
        <pc:spChg chg="mod">
          <ac:chgData name="辻本　航" userId="S::aa84439411@ms.nagasaki-u.ac.jp::53dfa694-903e-47f9-bd5b-00db30ff12b2" providerId="AD" clId="Web-{B53749ED-185A-F3FC-C2F9-01A0450953EC}" dt="2026-07-14T13:47:30.183" v="1579" actId="20577"/>
          <ac:spMkLst>
            <pc:docMk/>
            <pc:sldMk cId="1053969772" sldId="297"/>
            <ac:spMk id="14" creationId="{02E8E543-2125-65EB-0A3C-6E613C64B6E5}"/>
          </ac:spMkLst>
        </pc:spChg>
        <pc:spChg chg="del">
          <ac:chgData name="辻本　航" userId="S::aa84439411@ms.nagasaki-u.ac.jp::53dfa694-903e-47f9-bd5b-00db30ff12b2" providerId="AD" clId="Web-{B53749ED-185A-F3FC-C2F9-01A0450953EC}" dt="2026-07-14T13:43:10.393" v="1515"/>
          <ac:spMkLst>
            <pc:docMk/>
            <pc:sldMk cId="1053969772" sldId="297"/>
            <ac:spMk id="16" creationId="{85CD9A32-0A27-D54D-35FD-3923DD4F78F6}"/>
          </ac:spMkLst>
        </pc:spChg>
        <pc:spChg chg="add mod">
          <ac:chgData name="辻本　航" userId="S::aa84439411@ms.nagasaki-u.ac.jp::53dfa694-903e-47f9-bd5b-00db30ff12b2" providerId="AD" clId="Web-{B53749ED-185A-F3FC-C2F9-01A0450953EC}" dt="2026-07-14T13:43:07.987" v="1514" actId="14100"/>
          <ac:spMkLst>
            <pc:docMk/>
            <pc:sldMk cId="1053969772" sldId="297"/>
            <ac:spMk id="18" creationId="{71410AD3-0AC7-9514-2C91-2E38BE4C030E}"/>
          </ac:spMkLst>
        </pc:spChg>
        <pc:spChg chg="del mod">
          <ac:chgData name="辻本　航" userId="S::aa84439411@ms.nagasaki-u.ac.jp::53dfa694-903e-47f9-bd5b-00db30ff12b2" providerId="AD" clId="Web-{B53749ED-185A-F3FC-C2F9-01A0450953EC}" dt="2026-07-14T13:31:23.073" v="1348"/>
          <ac:spMkLst>
            <pc:docMk/>
            <pc:sldMk cId="1053969772" sldId="297"/>
            <ac:spMk id="21" creationId="{7F2D07C1-BD4B-67FE-9379-A3AF35671344}"/>
          </ac:spMkLst>
        </pc:spChg>
        <pc:spChg chg="add">
          <ac:chgData name="辻本　航" userId="S::aa84439411@ms.nagasaki-u.ac.jp::53dfa694-903e-47f9-bd5b-00db30ff12b2" providerId="AD" clId="Web-{B53749ED-185A-F3FC-C2F9-01A0450953EC}" dt="2026-07-14T12:03:07.553" v="380"/>
          <ac:spMkLst>
            <pc:docMk/>
            <pc:sldMk cId="1053969772" sldId="297"/>
            <ac:spMk id="22" creationId="{4E379483-8863-6AAB-ABE8-A972A36053EE}"/>
          </ac:spMkLst>
        </pc:spChg>
        <pc:spChg chg="add">
          <ac:chgData name="辻本　航" userId="S::aa84439411@ms.nagasaki-u.ac.jp::53dfa694-903e-47f9-bd5b-00db30ff12b2" providerId="AD" clId="Web-{B53749ED-185A-F3FC-C2F9-01A0450953EC}" dt="2026-07-14T13:30:58.369" v="1342"/>
          <ac:spMkLst>
            <pc:docMk/>
            <pc:sldMk cId="1053969772" sldId="297"/>
            <ac:spMk id="24" creationId="{71F4FF93-3D53-BDAA-E05C-844814E2FD60}"/>
          </ac:spMkLst>
        </pc:spChg>
        <pc:spChg chg="add del">
          <ac:chgData name="辻本　航" userId="S::aa84439411@ms.nagasaki-u.ac.jp::53dfa694-903e-47f9-bd5b-00db30ff12b2" providerId="AD" clId="Web-{B53749ED-185A-F3FC-C2F9-01A0450953EC}" dt="2026-07-14T13:43:17.909" v="1518"/>
          <ac:spMkLst>
            <pc:docMk/>
            <pc:sldMk cId="1053969772" sldId="297"/>
            <ac:spMk id="26" creationId="{EA7C6763-7647-1489-7E91-4483BDA59A04}"/>
          </ac:spMkLst>
        </pc:spChg>
        <pc:spChg chg="add mod">
          <ac:chgData name="辻本　航" userId="S::aa84439411@ms.nagasaki-u.ac.jp::53dfa694-903e-47f9-bd5b-00db30ff12b2" providerId="AD" clId="Web-{B53749ED-185A-F3FC-C2F9-01A0450953EC}" dt="2026-07-14T14:52:58.674" v="2125" actId="20577"/>
          <ac:spMkLst>
            <pc:docMk/>
            <pc:sldMk cId="1053969772" sldId="297"/>
            <ac:spMk id="28" creationId="{66CA5D35-25B4-C39D-EE66-6E39F47BB297}"/>
          </ac:spMkLst>
        </pc:spChg>
        <pc:spChg chg="add mod">
          <ac:chgData name="辻本　航" userId="S::aa84439411@ms.nagasaki-u.ac.jp::53dfa694-903e-47f9-bd5b-00db30ff12b2" providerId="AD" clId="Web-{B53749ED-185A-F3FC-C2F9-01A0450953EC}" dt="2026-07-14T13:43:16.237" v="1517" actId="1076"/>
          <ac:spMkLst>
            <pc:docMk/>
            <pc:sldMk cId="1053969772" sldId="297"/>
            <ac:spMk id="37" creationId="{5830ECDF-470C-CA39-5962-18AFAAEFDACC}"/>
          </ac:spMkLst>
        </pc:spChg>
        <pc:spChg chg="add del mod">
          <ac:chgData name="辻本　航" userId="S::aa84439411@ms.nagasaki-u.ac.jp::53dfa694-903e-47f9-bd5b-00db30ff12b2" providerId="AD" clId="Web-{B53749ED-185A-F3FC-C2F9-01A0450953EC}" dt="2026-07-14T14:11:08.198" v="1986"/>
          <ac:spMkLst>
            <pc:docMk/>
            <pc:sldMk cId="1053969772" sldId="297"/>
            <ac:spMk id="38" creationId="{F6698CEB-B26A-21EC-EFD3-EB1F1EB93D81}"/>
          </ac:spMkLst>
        </pc:spChg>
        <pc:picChg chg="del">
          <ac:chgData name="辻本　航" userId="S::aa84439411@ms.nagasaki-u.ac.jp::53dfa694-903e-47f9-bd5b-00db30ff12b2" providerId="AD" clId="Web-{B53749ED-185A-F3FC-C2F9-01A0450953EC}" dt="2026-07-14T13:42:25.751" v="1499"/>
          <ac:picMkLst>
            <pc:docMk/>
            <pc:sldMk cId="1053969772" sldId="297"/>
            <ac:picMk id="11" creationId="{A1A15D03-6A6D-13F7-4A5E-B4D6574A7C86}"/>
          </ac:picMkLst>
        </pc:picChg>
        <pc:picChg chg="add">
          <ac:chgData name="辻本　航" userId="S::aa84439411@ms.nagasaki-u.ac.jp::53dfa694-903e-47f9-bd5b-00db30ff12b2" providerId="AD" clId="Web-{B53749ED-185A-F3FC-C2F9-01A0450953EC}" dt="2026-07-14T13:42:28.298" v="1500"/>
          <ac:picMkLst>
            <pc:docMk/>
            <pc:sldMk cId="1053969772" sldId="297"/>
            <ac:picMk id="30" creationId="{8FBC99B4-461A-F9B3-5647-13BC71573A2E}"/>
          </ac:picMkLst>
        </pc:picChg>
        <pc:picChg chg="add">
          <ac:chgData name="辻本　航" userId="S::aa84439411@ms.nagasaki-u.ac.jp::53dfa694-903e-47f9-bd5b-00db30ff12b2" providerId="AD" clId="Web-{B53749ED-185A-F3FC-C2F9-01A0450953EC}" dt="2026-07-14T13:42:28.329" v="1501"/>
          <ac:picMkLst>
            <pc:docMk/>
            <pc:sldMk cId="1053969772" sldId="297"/>
            <ac:picMk id="32" creationId="{362824B1-2C4A-010F-FEE6-525EDBBDE78A}"/>
          </ac:picMkLst>
        </pc:picChg>
        <pc:picChg chg="add">
          <ac:chgData name="辻本　航" userId="S::aa84439411@ms.nagasaki-u.ac.jp::53dfa694-903e-47f9-bd5b-00db30ff12b2" providerId="AD" clId="Web-{B53749ED-185A-F3FC-C2F9-01A0450953EC}" dt="2026-07-14T13:42:28.361" v="1502"/>
          <ac:picMkLst>
            <pc:docMk/>
            <pc:sldMk cId="1053969772" sldId="297"/>
            <ac:picMk id="34" creationId="{7DBF6E55-A7DD-4EA0-5536-F3B0F927519D}"/>
          </ac:picMkLst>
        </pc:picChg>
        <pc:picChg chg="add">
          <ac:chgData name="辻本　航" userId="S::aa84439411@ms.nagasaki-u.ac.jp::53dfa694-903e-47f9-bd5b-00db30ff12b2" providerId="AD" clId="Web-{B53749ED-185A-F3FC-C2F9-01A0450953EC}" dt="2026-07-14T13:42:28.408" v="1503"/>
          <ac:picMkLst>
            <pc:docMk/>
            <pc:sldMk cId="1053969772" sldId="297"/>
            <ac:picMk id="36" creationId="{0704E5E0-D4D1-1D4F-90E4-5EA9E80724A6}"/>
          </ac:picMkLst>
        </pc:picChg>
      </pc:sldChg>
      <pc:sldChg chg="addSp delSp modSp add ord replId">
        <pc:chgData name="辻本　航" userId="S::aa84439411@ms.nagasaki-u.ac.jp::53dfa694-903e-47f9-bd5b-00db30ff12b2" providerId="AD" clId="Web-{B53749ED-185A-F3FC-C2F9-01A0450953EC}" dt="2026-07-14T13:47:32.433" v="1581" actId="20577"/>
        <pc:sldMkLst>
          <pc:docMk/>
          <pc:sldMk cId="3765210463" sldId="298"/>
        </pc:sldMkLst>
        <pc:spChg chg="mod">
          <ac:chgData name="辻本　航" userId="S::aa84439411@ms.nagasaki-u.ac.jp::53dfa694-903e-47f9-bd5b-00db30ff12b2" providerId="AD" clId="Web-{B53749ED-185A-F3FC-C2F9-01A0450953EC}" dt="2026-07-14T13:37:30.679" v="1437" actId="20577"/>
          <ac:spMkLst>
            <pc:docMk/>
            <pc:sldMk cId="3765210463" sldId="298"/>
            <ac:spMk id="2" creationId="{B1FEFD1B-22CC-749B-662C-7AE8255F488F}"/>
          </ac:spMkLst>
        </pc:spChg>
        <pc:spChg chg="mod">
          <ac:chgData name="辻本　航" userId="S::aa84439411@ms.nagasaki-u.ac.jp::53dfa694-903e-47f9-bd5b-00db30ff12b2" providerId="AD" clId="Web-{B53749ED-185A-F3FC-C2F9-01A0450953EC}" dt="2026-07-14T12:05:45.605" v="398" actId="20577"/>
          <ac:spMkLst>
            <pc:docMk/>
            <pc:sldMk cId="3765210463" sldId="298"/>
            <ac:spMk id="3" creationId="{07E33F63-7BE9-6176-6D45-8DC1A92C09EF}"/>
          </ac:spMkLst>
        </pc:spChg>
        <pc:spChg chg="mod">
          <ac:chgData name="辻本　航" userId="S::aa84439411@ms.nagasaki-u.ac.jp::53dfa694-903e-47f9-bd5b-00db30ff12b2" providerId="AD" clId="Web-{B53749ED-185A-F3FC-C2F9-01A0450953EC}" dt="2026-07-14T13:30:44.759" v="1338" actId="1076"/>
          <ac:spMkLst>
            <pc:docMk/>
            <pc:sldMk cId="3765210463" sldId="298"/>
            <ac:spMk id="6" creationId="{483716FC-96C7-E2A2-E84C-209447A7B519}"/>
          </ac:spMkLst>
        </pc:spChg>
        <pc:spChg chg="mod">
          <ac:chgData name="辻本　航" userId="S::aa84439411@ms.nagasaki-u.ac.jp::53dfa694-903e-47f9-bd5b-00db30ff12b2" providerId="AD" clId="Web-{B53749ED-185A-F3FC-C2F9-01A0450953EC}" dt="2026-07-14T12:02:51.365" v="374" actId="1076"/>
          <ac:spMkLst>
            <pc:docMk/>
            <pc:sldMk cId="3765210463" sldId="298"/>
            <ac:spMk id="7" creationId="{1EBBDC0F-9AA6-7A41-8258-CAD17A49F5E8}"/>
          </ac:spMkLst>
        </pc:spChg>
        <pc:spChg chg="mod">
          <ac:chgData name="辻本　航" userId="S::aa84439411@ms.nagasaki-u.ac.jp::53dfa694-903e-47f9-bd5b-00db30ff12b2" providerId="AD" clId="Web-{B53749ED-185A-F3FC-C2F9-01A0450953EC}" dt="2026-07-14T13:47:32.433" v="1581" actId="20577"/>
          <ac:spMkLst>
            <pc:docMk/>
            <pc:sldMk cId="3765210463" sldId="298"/>
            <ac:spMk id="14" creationId="{F96C9960-04F4-B16B-D8F5-DBA45DE6AD0D}"/>
          </ac:spMkLst>
        </pc:spChg>
        <pc:spChg chg="mod">
          <ac:chgData name="辻本　航" userId="S::aa84439411@ms.nagasaki-u.ac.jp::53dfa694-903e-47f9-bd5b-00db30ff12b2" providerId="AD" clId="Web-{B53749ED-185A-F3FC-C2F9-01A0450953EC}" dt="2026-07-14T12:05:48.840" v="400" actId="20577"/>
          <ac:spMkLst>
            <pc:docMk/>
            <pc:sldMk cId="3765210463" sldId="298"/>
            <ac:spMk id="15" creationId="{A17A9DCE-B3EC-E57B-446A-E5101B6CB0D4}"/>
          </ac:spMkLst>
        </pc:spChg>
        <pc:spChg chg="mod">
          <ac:chgData name="辻本　航" userId="S::aa84439411@ms.nagasaki-u.ac.jp::53dfa694-903e-47f9-bd5b-00db30ff12b2" providerId="AD" clId="Web-{B53749ED-185A-F3FC-C2F9-01A0450953EC}" dt="2026-07-14T12:05:47.449" v="399" actId="20577"/>
          <ac:spMkLst>
            <pc:docMk/>
            <pc:sldMk cId="3765210463" sldId="298"/>
            <ac:spMk id="21" creationId="{70DDC292-F1C8-2D55-062A-C56B40B4C14E}"/>
          </ac:spMkLst>
        </pc:spChg>
        <pc:picChg chg="del">
          <ac:chgData name="辻本　航" userId="S::aa84439411@ms.nagasaki-u.ac.jp::53dfa694-903e-47f9-bd5b-00db30ff12b2" providerId="AD" clId="Web-{B53749ED-185A-F3FC-C2F9-01A0450953EC}" dt="2026-07-14T13:42:30.204" v="1504"/>
          <ac:picMkLst>
            <pc:docMk/>
            <pc:sldMk cId="3765210463" sldId="298"/>
            <ac:picMk id="11" creationId="{E0CF069A-69A8-5D25-41A4-E99E5D5371BD}"/>
          </ac:picMkLst>
        </pc:picChg>
        <pc:picChg chg="add">
          <ac:chgData name="辻本　航" userId="S::aa84439411@ms.nagasaki-u.ac.jp::53dfa694-903e-47f9-bd5b-00db30ff12b2" providerId="AD" clId="Web-{B53749ED-185A-F3FC-C2F9-01A0450953EC}" dt="2026-07-14T12:04:26.009" v="387"/>
          <ac:picMkLst>
            <pc:docMk/>
            <pc:sldMk cId="3765210463" sldId="298"/>
            <ac:picMk id="16" creationId="{69B5D8EC-B32D-E3EF-DD4C-206C9D0A8BE1}"/>
          </ac:picMkLst>
        </pc:picChg>
        <pc:picChg chg="add">
          <ac:chgData name="辻本　航" userId="S::aa84439411@ms.nagasaki-u.ac.jp::53dfa694-903e-47f9-bd5b-00db30ff12b2" providerId="AD" clId="Web-{B53749ED-185A-F3FC-C2F9-01A0450953EC}" dt="2026-07-14T13:42:31.658" v="1505"/>
          <ac:picMkLst>
            <pc:docMk/>
            <pc:sldMk cId="3765210463" sldId="298"/>
            <ac:picMk id="19" creationId="{9517B153-BFCD-AB07-BAAD-E9FF3A8BB48E}"/>
          </ac:picMkLst>
        </pc:picChg>
        <pc:picChg chg="add">
          <ac:chgData name="辻本　航" userId="S::aa84439411@ms.nagasaki-u.ac.jp::53dfa694-903e-47f9-bd5b-00db30ff12b2" providerId="AD" clId="Web-{B53749ED-185A-F3FC-C2F9-01A0450953EC}" dt="2026-07-14T13:42:31.705" v="1506"/>
          <ac:picMkLst>
            <pc:docMk/>
            <pc:sldMk cId="3765210463" sldId="298"/>
            <ac:picMk id="23" creationId="{5AF60694-E3CF-4270-5D94-E5D4CAA4E923}"/>
          </ac:picMkLst>
        </pc:picChg>
        <pc:picChg chg="add">
          <ac:chgData name="辻本　航" userId="S::aa84439411@ms.nagasaki-u.ac.jp::53dfa694-903e-47f9-bd5b-00db30ff12b2" providerId="AD" clId="Web-{B53749ED-185A-F3FC-C2F9-01A0450953EC}" dt="2026-07-14T13:42:31.736" v="1507"/>
          <ac:picMkLst>
            <pc:docMk/>
            <pc:sldMk cId="3765210463" sldId="298"/>
            <ac:picMk id="25" creationId="{1C1E65D9-71D3-A417-A5B5-29AD49F2A1B2}"/>
          </ac:picMkLst>
        </pc:picChg>
        <pc:picChg chg="add">
          <ac:chgData name="辻本　航" userId="S::aa84439411@ms.nagasaki-u.ac.jp::53dfa694-903e-47f9-bd5b-00db30ff12b2" providerId="AD" clId="Web-{B53749ED-185A-F3FC-C2F9-01A0450953EC}" dt="2026-07-14T13:42:31.783" v="1508"/>
          <ac:picMkLst>
            <pc:docMk/>
            <pc:sldMk cId="3765210463" sldId="298"/>
            <ac:picMk id="27" creationId="{6A096361-4084-E758-338E-D7DE70267E7B}"/>
          </ac:picMkLst>
        </pc:picChg>
      </pc:sldChg>
      <pc:sldChg chg="delSp modSp add del replId">
        <pc:chgData name="辻本　航" userId="S::aa84439411@ms.nagasaki-u.ac.jp::53dfa694-903e-47f9-bd5b-00db30ff12b2" providerId="AD" clId="Web-{B53749ED-185A-F3FC-C2F9-01A0450953EC}" dt="2026-07-14T13:25:29.390" v="1281"/>
        <pc:sldMkLst>
          <pc:docMk/>
          <pc:sldMk cId="1195634658" sldId="299"/>
        </pc:sldMkLst>
        <pc:spChg chg="mod">
          <ac:chgData name="辻本　航" userId="S::aa84439411@ms.nagasaki-u.ac.jp::53dfa694-903e-47f9-bd5b-00db30ff12b2" providerId="AD" clId="Web-{B53749ED-185A-F3FC-C2F9-01A0450953EC}" dt="2026-07-14T12:09:45.238" v="475" actId="1076"/>
          <ac:spMkLst>
            <pc:docMk/>
            <pc:sldMk cId="1195634658" sldId="299"/>
            <ac:spMk id="2" creationId="{86DD95AB-9EE7-3C2E-020A-1C2A6C1A469B}"/>
          </ac:spMkLst>
        </pc:spChg>
        <pc:spChg chg="mod">
          <ac:chgData name="辻本　航" userId="S::aa84439411@ms.nagasaki-u.ac.jp::53dfa694-903e-47f9-bd5b-00db30ff12b2" providerId="AD" clId="Web-{B53749ED-185A-F3FC-C2F9-01A0450953EC}" dt="2026-07-14T12:10:07.207" v="476"/>
          <ac:spMkLst>
            <pc:docMk/>
            <pc:sldMk cId="1195634658" sldId="299"/>
            <ac:spMk id="15" creationId="{CD11880A-5402-F328-5495-68859281A17C}"/>
          </ac:spMkLst>
        </pc:spChg>
        <pc:picChg chg="del">
          <ac:chgData name="辻本　航" userId="S::aa84439411@ms.nagasaki-u.ac.jp::53dfa694-903e-47f9-bd5b-00db30ff12b2" providerId="AD" clId="Web-{B53749ED-185A-F3FC-C2F9-01A0450953EC}" dt="2026-07-14T12:09:24.815" v="458"/>
          <ac:picMkLst>
            <pc:docMk/>
            <pc:sldMk cId="1195634658" sldId="299"/>
            <ac:picMk id="16" creationId="{6C56D996-A3F0-B84D-412D-2DE44680F228}"/>
          </ac:picMkLst>
        </pc:picChg>
      </pc:sldChg>
      <pc:sldChg chg="add del replId">
        <pc:chgData name="辻本　航" userId="S::aa84439411@ms.nagasaki-u.ac.jp::53dfa694-903e-47f9-bd5b-00db30ff12b2" providerId="AD" clId="Web-{B53749ED-185A-F3FC-C2F9-01A0450953EC}" dt="2026-07-14T12:06:02.621" v="401"/>
        <pc:sldMkLst>
          <pc:docMk/>
          <pc:sldMk cId="3666602766" sldId="299"/>
        </pc:sldMkLst>
      </pc:sldChg>
      <pc:sldChg chg="addSp delSp modSp add del">
        <pc:chgData name="辻本　航" userId="S::aa84439411@ms.nagasaki-u.ac.jp::53dfa694-903e-47f9-bd5b-00db30ff12b2" providerId="AD" clId="Web-{B53749ED-185A-F3FC-C2F9-01A0450953EC}" dt="2026-07-14T14:08:33.146" v="1950"/>
        <pc:sldMkLst>
          <pc:docMk/>
          <pc:sldMk cId="2544197682" sldId="300"/>
        </pc:sldMkLst>
        <pc:spChg chg="mod">
          <ac:chgData name="辻本　航" userId="S::aa84439411@ms.nagasaki-u.ac.jp::53dfa694-903e-47f9-bd5b-00db30ff12b2" providerId="AD" clId="Web-{B53749ED-185A-F3FC-C2F9-01A0450953EC}" dt="2026-07-14T14:04:06.403" v="1848" actId="14100"/>
          <ac:spMkLst>
            <pc:docMk/>
            <pc:sldMk cId="2544197682" sldId="300"/>
            <ac:spMk id="2" creationId="{86DD95AB-9EE7-3C2E-020A-1C2A6C1A469B}"/>
          </ac:spMkLst>
        </pc:spChg>
        <pc:spChg chg="del mod">
          <ac:chgData name="辻本　航" userId="S::aa84439411@ms.nagasaki-u.ac.jp::53dfa694-903e-47f9-bd5b-00db30ff12b2" providerId="AD" clId="Web-{B53749ED-185A-F3FC-C2F9-01A0450953EC}" dt="2026-07-14T14:00:05.098" v="1768"/>
          <ac:spMkLst>
            <pc:docMk/>
            <pc:sldMk cId="2544197682" sldId="300"/>
            <ac:spMk id="3" creationId="{749897D8-CF58-64DE-8B68-0E7A8EFB7D3D}"/>
          </ac:spMkLst>
        </pc:spChg>
        <pc:spChg chg="del">
          <ac:chgData name="辻本　航" userId="S::aa84439411@ms.nagasaki-u.ac.jp::53dfa694-903e-47f9-bd5b-00db30ff12b2" providerId="AD" clId="Web-{B53749ED-185A-F3FC-C2F9-01A0450953EC}" dt="2026-07-14T13:30:49.791" v="1339"/>
          <ac:spMkLst>
            <pc:docMk/>
            <pc:sldMk cId="2544197682" sldId="300"/>
            <ac:spMk id="6" creationId="{4C19BC50-6B71-891A-1A5A-AA583A330BDC}"/>
          </ac:spMkLst>
        </pc:spChg>
        <pc:spChg chg="del mod">
          <ac:chgData name="辻本　航" userId="S::aa84439411@ms.nagasaki-u.ac.jp::53dfa694-903e-47f9-bd5b-00db30ff12b2" providerId="AD" clId="Web-{B53749ED-185A-F3FC-C2F9-01A0450953EC}" dt="2026-07-14T14:00:05.098" v="1767"/>
          <ac:spMkLst>
            <pc:docMk/>
            <pc:sldMk cId="2544197682" sldId="300"/>
            <ac:spMk id="7" creationId="{9D5216EE-3117-FE0A-DF50-EBA30973E7C9}"/>
          </ac:spMkLst>
        </pc:spChg>
        <pc:spChg chg="del mod">
          <ac:chgData name="辻本　航" userId="S::aa84439411@ms.nagasaki-u.ac.jp::53dfa694-903e-47f9-bd5b-00db30ff12b2" providerId="AD" clId="Web-{B53749ED-185A-F3FC-C2F9-01A0450953EC}" dt="2026-07-14T14:00:05.098" v="1773"/>
          <ac:spMkLst>
            <pc:docMk/>
            <pc:sldMk cId="2544197682" sldId="300"/>
            <ac:spMk id="12" creationId="{86AB0912-D21A-0F90-72F8-BBD6DB98386F}"/>
          </ac:spMkLst>
        </pc:spChg>
        <pc:spChg chg="del mod">
          <ac:chgData name="辻本　航" userId="S::aa84439411@ms.nagasaki-u.ac.jp::53dfa694-903e-47f9-bd5b-00db30ff12b2" providerId="AD" clId="Web-{B53749ED-185A-F3FC-C2F9-01A0450953EC}" dt="2026-07-14T14:00:05.098" v="1772"/>
          <ac:spMkLst>
            <pc:docMk/>
            <pc:sldMk cId="2544197682" sldId="300"/>
            <ac:spMk id="13" creationId="{CF8AA3BE-D6F1-7710-2EDE-3BBE4E5D56D4}"/>
          </ac:spMkLst>
        </pc:spChg>
        <pc:spChg chg="del mod">
          <ac:chgData name="辻本　航" userId="S::aa84439411@ms.nagasaki-u.ac.jp::53dfa694-903e-47f9-bd5b-00db30ff12b2" providerId="AD" clId="Web-{B53749ED-185A-F3FC-C2F9-01A0450953EC}" dt="2026-07-14T14:00:05.098" v="1771"/>
          <ac:spMkLst>
            <pc:docMk/>
            <pc:sldMk cId="2544197682" sldId="300"/>
            <ac:spMk id="14" creationId="{4EAE6C95-5322-D4F3-8E6C-7B11D91594B2}"/>
          </ac:spMkLst>
        </pc:spChg>
        <pc:spChg chg="del mod">
          <ac:chgData name="辻本　航" userId="S::aa84439411@ms.nagasaki-u.ac.jp::53dfa694-903e-47f9-bd5b-00db30ff12b2" providerId="AD" clId="Web-{B53749ED-185A-F3FC-C2F9-01A0450953EC}" dt="2026-07-14T14:00:05.098" v="1770"/>
          <ac:spMkLst>
            <pc:docMk/>
            <pc:sldMk cId="2544197682" sldId="300"/>
            <ac:spMk id="15" creationId="{CD11880A-5402-F328-5495-68859281A17C}"/>
          </ac:spMkLst>
        </pc:spChg>
        <pc:spChg chg="add del mod">
          <ac:chgData name="辻本　航" userId="S::aa84439411@ms.nagasaki-u.ac.jp::53dfa694-903e-47f9-bd5b-00db30ff12b2" providerId="AD" clId="Web-{B53749ED-185A-F3FC-C2F9-01A0450953EC}" dt="2026-07-14T14:00:05.098" v="1765"/>
          <ac:spMkLst>
            <pc:docMk/>
            <pc:sldMk cId="2544197682" sldId="300"/>
            <ac:spMk id="16" creationId="{4B659D6E-5D8E-6549-6E35-4410BF7947C3}"/>
          </ac:spMkLst>
        </pc:spChg>
        <pc:spChg chg="del mod">
          <ac:chgData name="辻本　航" userId="S::aa84439411@ms.nagasaki-u.ac.jp::53dfa694-903e-47f9-bd5b-00db30ff12b2" providerId="AD" clId="Web-{B53749ED-185A-F3FC-C2F9-01A0450953EC}" dt="2026-07-14T14:00:05.130" v="1778"/>
          <ac:spMkLst>
            <pc:docMk/>
            <pc:sldMk cId="2544197682" sldId="300"/>
            <ac:spMk id="20" creationId="{E66A3990-9B4C-5657-8E23-1AA8DF81AC1A}"/>
          </ac:spMkLst>
        </pc:spChg>
        <pc:spChg chg="del mod">
          <ac:chgData name="辻本　航" userId="S::aa84439411@ms.nagasaki-u.ac.jp::53dfa694-903e-47f9-bd5b-00db30ff12b2" providerId="AD" clId="Web-{B53749ED-185A-F3FC-C2F9-01A0450953EC}" dt="2026-07-14T14:00:05.098" v="1766"/>
          <ac:spMkLst>
            <pc:docMk/>
            <pc:sldMk cId="2544197682" sldId="300"/>
            <ac:spMk id="21" creationId="{961A5C51-DADA-7294-48CD-703BE27A36D4}"/>
          </ac:spMkLst>
        </pc:spChg>
        <pc:spChg chg="add del mod">
          <ac:chgData name="辻本　航" userId="S::aa84439411@ms.nagasaki-u.ac.jp::53dfa694-903e-47f9-bd5b-00db30ff12b2" providerId="AD" clId="Web-{B53749ED-185A-F3FC-C2F9-01A0450953EC}" dt="2026-07-14T14:00:23.208" v="1782"/>
          <ac:spMkLst>
            <pc:docMk/>
            <pc:sldMk cId="2544197682" sldId="300"/>
            <ac:spMk id="29" creationId="{9810C4C7-97BA-1280-0C13-BA4994FCF102}"/>
          </ac:spMkLst>
        </pc:spChg>
        <pc:spChg chg="add mod">
          <ac:chgData name="辻本　航" userId="S::aa84439411@ms.nagasaki-u.ac.jp::53dfa694-903e-47f9-bd5b-00db30ff12b2" providerId="AD" clId="Web-{B53749ED-185A-F3FC-C2F9-01A0450953EC}" dt="2026-07-14T14:04:14.575" v="1849" actId="1076"/>
          <ac:spMkLst>
            <pc:docMk/>
            <pc:sldMk cId="2544197682" sldId="300"/>
            <ac:spMk id="30" creationId="{14B725B2-DC30-7B06-F2F1-BD8CE7C10718}"/>
          </ac:spMkLst>
        </pc:spChg>
        <pc:spChg chg="add mod">
          <ac:chgData name="辻本　航" userId="S::aa84439411@ms.nagasaki-u.ac.jp::53dfa694-903e-47f9-bd5b-00db30ff12b2" providerId="AD" clId="Web-{B53749ED-185A-F3FC-C2F9-01A0450953EC}" dt="2026-07-14T14:04:14.591" v="1850" actId="1076"/>
          <ac:spMkLst>
            <pc:docMk/>
            <pc:sldMk cId="2544197682" sldId="300"/>
            <ac:spMk id="31" creationId="{A9C8FED9-A7B7-F2C8-5378-FD536877F9A1}"/>
          </ac:spMkLst>
        </pc:spChg>
        <pc:spChg chg="add mod">
          <ac:chgData name="辻本　航" userId="S::aa84439411@ms.nagasaki-u.ac.jp::53dfa694-903e-47f9-bd5b-00db30ff12b2" providerId="AD" clId="Web-{B53749ED-185A-F3FC-C2F9-01A0450953EC}" dt="2026-07-14T14:04:14.607" v="1852" actId="1076"/>
          <ac:spMkLst>
            <pc:docMk/>
            <pc:sldMk cId="2544197682" sldId="300"/>
            <ac:spMk id="33" creationId="{2B84A496-8844-D31C-B8E9-BD1EDBC5F835}"/>
          </ac:spMkLst>
        </pc:spChg>
        <pc:spChg chg="add del mod">
          <ac:chgData name="辻本　航" userId="S::aa84439411@ms.nagasaki-u.ac.jp::53dfa694-903e-47f9-bd5b-00db30ff12b2" providerId="AD" clId="Web-{B53749ED-185A-F3FC-C2F9-01A0450953EC}" dt="2026-07-14T14:05:29.953" v="1881"/>
          <ac:spMkLst>
            <pc:docMk/>
            <pc:sldMk cId="2544197682" sldId="300"/>
            <ac:spMk id="34" creationId="{21A33EA4-0023-FA84-6784-E85B98354827}"/>
          </ac:spMkLst>
        </pc:spChg>
        <pc:spChg chg="add del">
          <ac:chgData name="辻本　航" userId="S::aa84439411@ms.nagasaki-u.ac.jp::53dfa694-903e-47f9-bd5b-00db30ff12b2" providerId="AD" clId="Web-{B53749ED-185A-F3FC-C2F9-01A0450953EC}" dt="2026-07-14T14:05:35.359" v="1883"/>
          <ac:spMkLst>
            <pc:docMk/>
            <pc:sldMk cId="2544197682" sldId="300"/>
            <ac:spMk id="35" creationId="{2ED64B43-F00F-631C-149C-763504C851BE}"/>
          </ac:spMkLst>
        </pc:spChg>
        <pc:spChg chg="add del">
          <ac:chgData name="辻本　航" userId="S::aa84439411@ms.nagasaki-u.ac.jp::53dfa694-903e-47f9-bd5b-00db30ff12b2" providerId="AD" clId="Web-{B53749ED-185A-F3FC-C2F9-01A0450953EC}" dt="2026-07-14T14:05:41.484" v="1889"/>
          <ac:spMkLst>
            <pc:docMk/>
            <pc:sldMk cId="2544197682" sldId="300"/>
            <ac:spMk id="36" creationId="{EA621109-A430-E98E-A89B-104958980A64}"/>
          </ac:spMkLst>
        </pc:spChg>
        <pc:spChg chg="add del">
          <ac:chgData name="辻本　航" userId="S::aa84439411@ms.nagasaki-u.ac.jp::53dfa694-903e-47f9-bd5b-00db30ff12b2" providerId="AD" clId="Web-{B53749ED-185A-F3FC-C2F9-01A0450953EC}" dt="2026-07-14T14:05:41.484" v="1888"/>
          <ac:spMkLst>
            <pc:docMk/>
            <pc:sldMk cId="2544197682" sldId="300"/>
            <ac:spMk id="37" creationId="{D57AEB37-E169-A664-1FD7-56F0FE2CF898}"/>
          </ac:spMkLst>
        </pc:spChg>
        <pc:picChg chg="del mod">
          <ac:chgData name="辻本　航" userId="S::aa84439411@ms.nagasaki-u.ac.jp::53dfa694-903e-47f9-bd5b-00db30ff12b2" providerId="AD" clId="Web-{B53749ED-185A-F3FC-C2F9-01A0450953EC}" dt="2026-07-14T14:00:05.130" v="1777"/>
          <ac:picMkLst>
            <pc:docMk/>
            <pc:sldMk cId="2544197682" sldId="300"/>
            <ac:picMk id="4" creationId="{7088AB79-95FF-C37F-A8CE-884084D232E6}"/>
          </ac:picMkLst>
        </pc:picChg>
        <pc:picChg chg="del mod">
          <ac:chgData name="辻本　航" userId="S::aa84439411@ms.nagasaki-u.ac.jp::53dfa694-903e-47f9-bd5b-00db30ff12b2" providerId="AD" clId="Web-{B53749ED-185A-F3FC-C2F9-01A0450953EC}" dt="2026-07-14T14:00:05.098" v="1776"/>
          <ac:picMkLst>
            <pc:docMk/>
            <pc:sldMk cId="2544197682" sldId="300"/>
            <ac:picMk id="5" creationId="{74601F1F-E88F-4DD1-C1AE-151C3639E798}"/>
          </ac:picMkLst>
        </pc:picChg>
        <pc:picChg chg="del mod">
          <ac:chgData name="辻本　航" userId="S::aa84439411@ms.nagasaki-u.ac.jp::53dfa694-903e-47f9-bd5b-00db30ff12b2" providerId="AD" clId="Web-{B53749ED-185A-F3FC-C2F9-01A0450953EC}" dt="2026-07-14T14:00:05.098" v="1775"/>
          <ac:picMkLst>
            <pc:docMk/>
            <pc:sldMk cId="2544197682" sldId="300"/>
            <ac:picMk id="8" creationId="{B5F363EA-7B82-FFF4-9A43-99EF8199F9FC}"/>
          </ac:picMkLst>
        </pc:picChg>
        <pc:picChg chg="del mod">
          <ac:chgData name="辻本　航" userId="S::aa84439411@ms.nagasaki-u.ac.jp::53dfa694-903e-47f9-bd5b-00db30ff12b2" providerId="AD" clId="Web-{B53749ED-185A-F3FC-C2F9-01A0450953EC}" dt="2026-07-14T14:00:05.098" v="1774"/>
          <ac:picMkLst>
            <pc:docMk/>
            <pc:sldMk cId="2544197682" sldId="300"/>
            <ac:picMk id="9" creationId="{BB38EAAD-B81A-EB1F-641F-6E95AA534997}"/>
          </ac:picMkLst>
        </pc:picChg>
        <pc:picChg chg="del">
          <ac:chgData name="辻本　航" userId="S::aa84439411@ms.nagasaki-u.ac.jp::53dfa694-903e-47f9-bd5b-00db30ff12b2" providerId="AD" clId="Web-{B53749ED-185A-F3FC-C2F9-01A0450953EC}" dt="2026-07-14T13:42:34.111" v="1509"/>
          <ac:picMkLst>
            <pc:docMk/>
            <pc:sldMk cId="2544197682" sldId="300"/>
            <ac:picMk id="11" creationId="{95159ACD-F0B2-3864-3DF8-07FE95D4A109}"/>
          </ac:picMkLst>
        </pc:picChg>
        <pc:picChg chg="del mod">
          <ac:chgData name="辻本　航" userId="S::aa84439411@ms.nagasaki-u.ac.jp::53dfa694-903e-47f9-bd5b-00db30ff12b2" providerId="AD" clId="Web-{B53749ED-185A-F3FC-C2F9-01A0450953EC}" dt="2026-07-14T14:00:05.098" v="1769"/>
          <ac:picMkLst>
            <pc:docMk/>
            <pc:sldMk cId="2544197682" sldId="300"/>
            <ac:picMk id="17" creationId="{0DCD4A98-1D6F-64F3-3FB2-22CE9F73C662}"/>
          </ac:picMkLst>
        </pc:picChg>
        <pc:picChg chg="add del mod">
          <ac:chgData name="辻本　航" userId="S::aa84439411@ms.nagasaki-u.ac.jp::53dfa694-903e-47f9-bd5b-00db30ff12b2" providerId="AD" clId="Web-{B53749ED-185A-F3FC-C2F9-01A0450953EC}" dt="2026-07-14T14:00:05.098" v="1764"/>
          <ac:picMkLst>
            <pc:docMk/>
            <pc:sldMk cId="2544197682" sldId="300"/>
            <ac:picMk id="19" creationId="{E9D46C45-8155-445F-969C-85895ED0366F}"/>
          </ac:picMkLst>
        </pc:picChg>
        <pc:picChg chg="add del mod">
          <ac:chgData name="辻本　航" userId="S::aa84439411@ms.nagasaki-u.ac.jp::53dfa694-903e-47f9-bd5b-00db30ff12b2" providerId="AD" clId="Web-{B53749ED-185A-F3FC-C2F9-01A0450953EC}" dt="2026-07-14T14:00:05.098" v="1763"/>
          <ac:picMkLst>
            <pc:docMk/>
            <pc:sldMk cId="2544197682" sldId="300"/>
            <ac:picMk id="23" creationId="{7A4A37B9-4C00-42D8-E8EA-3B598DC1DFAD}"/>
          </ac:picMkLst>
        </pc:picChg>
        <pc:picChg chg="add del mod">
          <ac:chgData name="辻本　航" userId="S::aa84439411@ms.nagasaki-u.ac.jp::53dfa694-903e-47f9-bd5b-00db30ff12b2" providerId="AD" clId="Web-{B53749ED-185A-F3FC-C2F9-01A0450953EC}" dt="2026-07-14T14:00:05.098" v="1762"/>
          <ac:picMkLst>
            <pc:docMk/>
            <pc:sldMk cId="2544197682" sldId="300"/>
            <ac:picMk id="25" creationId="{116EBC14-A65E-3D94-5619-8D00D96ED932}"/>
          </ac:picMkLst>
        </pc:picChg>
        <pc:picChg chg="add del mod">
          <ac:chgData name="辻本　航" userId="S::aa84439411@ms.nagasaki-u.ac.jp::53dfa694-903e-47f9-bd5b-00db30ff12b2" providerId="AD" clId="Web-{B53749ED-185A-F3FC-C2F9-01A0450953EC}" dt="2026-07-14T14:00:05.098" v="1761"/>
          <ac:picMkLst>
            <pc:docMk/>
            <pc:sldMk cId="2544197682" sldId="300"/>
            <ac:picMk id="27" creationId="{98C2950D-F596-9AB1-5A2D-095BC60520D0}"/>
          </ac:picMkLst>
        </pc:picChg>
        <pc:cxnChg chg="add mod">
          <ac:chgData name="辻本　航" userId="S::aa84439411@ms.nagasaki-u.ac.jp::53dfa694-903e-47f9-bd5b-00db30ff12b2" providerId="AD" clId="Web-{B53749ED-185A-F3FC-C2F9-01A0450953EC}" dt="2026-07-14T14:04:14.591" v="1851" actId="1076"/>
          <ac:cxnSpMkLst>
            <pc:docMk/>
            <pc:sldMk cId="2544197682" sldId="300"/>
            <ac:cxnSpMk id="32" creationId="{C71412C2-734D-C08F-9E24-BEF76E81B1BD}"/>
          </ac:cxnSpMkLst>
        </pc:cxnChg>
        <pc:cxnChg chg="add del mod">
          <ac:chgData name="辻本　航" userId="S::aa84439411@ms.nagasaki-u.ac.jp::53dfa694-903e-47f9-bd5b-00db30ff12b2" providerId="AD" clId="Web-{B53749ED-185A-F3FC-C2F9-01A0450953EC}" dt="2026-07-14T14:05:41.484" v="1887"/>
          <ac:cxnSpMkLst>
            <pc:docMk/>
            <pc:sldMk cId="2544197682" sldId="300"/>
            <ac:cxnSpMk id="38" creationId="{946E4F78-57D0-8272-EB7D-0790632C4A6C}"/>
          </ac:cxnSpMkLst>
        </pc:cxnChg>
      </pc:sldChg>
      <pc:sldChg chg="add del replId">
        <pc:chgData name="辻本　航" userId="S::aa84439411@ms.nagasaki-u.ac.jp::53dfa694-903e-47f9-bd5b-00db30ff12b2" providerId="AD" clId="Web-{B53749ED-185A-F3FC-C2F9-01A0450953EC}" dt="2026-07-14T12:07:25.202" v="422"/>
        <pc:sldMkLst>
          <pc:docMk/>
          <pc:sldMk cId="4021783533" sldId="300"/>
        </pc:sldMkLst>
      </pc:sldChg>
      <pc:sldChg chg="addSp delSp modSp add del replId">
        <pc:chgData name="辻本　航" userId="S::aa84439411@ms.nagasaki-u.ac.jp::53dfa694-903e-47f9-bd5b-00db30ff12b2" providerId="AD" clId="Web-{B53749ED-185A-F3FC-C2F9-01A0450953EC}" dt="2026-07-14T14:11:45.981" v="1987"/>
        <pc:sldMkLst>
          <pc:docMk/>
          <pc:sldMk cId="2453430960" sldId="302"/>
        </pc:sldMkLst>
        <pc:spChg chg="add del mod">
          <ac:chgData name="辻本　航" userId="S::aa84439411@ms.nagasaki-u.ac.jp::53dfa694-903e-47f9-bd5b-00db30ff12b2" providerId="AD" clId="Web-{B53749ED-185A-F3FC-C2F9-01A0450953EC}" dt="2026-07-14T14:04:52.108" v="1861"/>
          <ac:spMkLst>
            <pc:docMk/>
            <pc:sldMk cId="2453430960" sldId="302"/>
            <ac:spMk id="2" creationId="{9AC17FF1-52A4-4112-192A-F512327C8726}"/>
          </ac:spMkLst>
        </pc:spChg>
        <pc:spChg chg="del">
          <ac:chgData name="辻本　航" userId="S::aa84439411@ms.nagasaki-u.ac.jp::53dfa694-903e-47f9-bd5b-00db30ff12b2" providerId="AD" clId="Web-{B53749ED-185A-F3FC-C2F9-01A0450953EC}" dt="2026-07-14T12:12:21.868" v="499"/>
          <ac:spMkLst>
            <pc:docMk/>
            <pc:sldMk cId="2453430960" sldId="302"/>
            <ac:spMk id="3" creationId="{9B1C6EE6-4CBE-31A6-B9AA-8D676F1C48C1}"/>
          </ac:spMkLst>
        </pc:spChg>
        <pc:spChg chg="del">
          <ac:chgData name="辻本　航" userId="S::aa84439411@ms.nagasaki-u.ac.jp::53dfa694-903e-47f9-bd5b-00db30ff12b2" providerId="AD" clId="Web-{B53749ED-185A-F3FC-C2F9-01A0450953EC}" dt="2026-07-14T12:12:21.868" v="498"/>
          <ac:spMkLst>
            <pc:docMk/>
            <pc:sldMk cId="2453430960" sldId="302"/>
            <ac:spMk id="6" creationId="{390C61DF-24FB-C9E1-434C-C105FD2D640D}"/>
          </ac:spMkLst>
        </pc:spChg>
        <pc:spChg chg="del">
          <ac:chgData name="辻本　航" userId="S::aa84439411@ms.nagasaki-u.ac.jp::53dfa694-903e-47f9-bd5b-00db30ff12b2" providerId="AD" clId="Web-{B53749ED-185A-F3FC-C2F9-01A0450953EC}" dt="2026-07-14T12:12:21.868" v="497"/>
          <ac:spMkLst>
            <pc:docMk/>
            <pc:sldMk cId="2453430960" sldId="302"/>
            <ac:spMk id="7" creationId="{C73E2F20-10C6-A1D8-2ABB-7D2BABB5DB43}"/>
          </ac:spMkLst>
        </pc:spChg>
        <pc:spChg chg="del">
          <ac:chgData name="辻本　航" userId="S::aa84439411@ms.nagasaki-u.ac.jp::53dfa694-903e-47f9-bd5b-00db30ff12b2" providerId="AD" clId="Web-{B53749ED-185A-F3FC-C2F9-01A0450953EC}" dt="2026-07-14T12:12:21.868" v="504"/>
          <ac:spMkLst>
            <pc:docMk/>
            <pc:sldMk cId="2453430960" sldId="302"/>
            <ac:spMk id="12" creationId="{C31E8FCB-B748-C788-186B-84880500E882}"/>
          </ac:spMkLst>
        </pc:spChg>
        <pc:spChg chg="del">
          <ac:chgData name="辻本　航" userId="S::aa84439411@ms.nagasaki-u.ac.jp::53dfa694-903e-47f9-bd5b-00db30ff12b2" providerId="AD" clId="Web-{B53749ED-185A-F3FC-C2F9-01A0450953EC}" dt="2026-07-14T12:12:21.868" v="503"/>
          <ac:spMkLst>
            <pc:docMk/>
            <pc:sldMk cId="2453430960" sldId="302"/>
            <ac:spMk id="13" creationId="{F3C3016B-9503-2401-CEF4-09282C201545}"/>
          </ac:spMkLst>
        </pc:spChg>
        <pc:spChg chg="del">
          <ac:chgData name="辻本　航" userId="S::aa84439411@ms.nagasaki-u.ac.jp::53dfa694-903e-47f9-bd5b-00db30ff12b2" providerId="AD" clId="Web-{B53749ED-185A-F3FC-C2F9-01A0450953EC}" dt="2026-07-14T12:12:21.868" v="502"/>
          <ac:spMkLst>
            <pc:docMk/>
            <pc:sldMk cId="2453430960" sldId="302"/>
            <ac:spMk id="14" creationId="{F6318C24-EB86-6F64-B220-6243CF1617D8}"/>
          </ac:spMkLst>
        </pc:spChg>
        <pc:spChg chg="del">
          <ac:chgData name="辻本　航" userId="S::aa84439411@ms.nagasaki-u.ac.jp::53dfa694-903e-47f9-bd5b-00db30ff12b2" providerId="AD" clId="Web-{B53749ED-185A-F3FC-C2F9-01A0450953EC}" dt="2026-07-14T12:12:21.868" v="501"/>
          <ac:spMkLst>
            <pc:docMk/>
            <pc:sldMk cId="2453430960" sldId="302"/>
            <ac:spMk id="15" creationId="{D38E3200-1CFB-1E42-C995-820DA65AD84F}"/>
          </ac:spMkLst>
        </pc:spChg>
        <pc:spChg chg="add mod">
          <ac:chgData name="辻本　航" userId="S::aa84439411@ms.nagasaki-u.ac.jp::53dfa694-903e-47f9-bd5b-00db30ff12b2" providerId="AD" clId="Web-{B53749ED-185A-F3FC-C2F9-01A0450953EC}" dt="2026-07-14T13:48:00.637" v="1589" actId="20577"/>
          <ac:spMkLst>
            <pc:docMk/>
            <pc:sldMk cId="2453430960" sldId="302"/>
            <ac:spMk id="16" creationId="{E0C9E136-54A4-0F69-B608-33153F156AC2}"/>
          </ac:spMkLst>
        </pc:spChg>
        <pc:spChg chg="add del mod">
          <ac:chgData name="辻本　航" userId="S::aa84439411@ms.nagasaki-u.ac.jp::53dfa694-903e-47f9-bd5b-00db30ff12b2" providerId="AD" clId="Web-{B53749ED-185A-F3FC-C2F9-01A0450953EC}" dt="2026-07-14T14:04:46.248" v="1860"/>
          <ac:spMkLst>
            <pc:docMk/>
            <pc:sldMk cId="2453430960" sldId="302"/>
            <ac:spMk id="19" creationId="{8CDC1F7F-1CBE-C9B6-20A8-123DDC555187}"/>
          </ac:spMkLst>
        </pc:spChg>
        <pc:spChg chg="del">
          <ac:chgData name="辻本　航" userId="S::aa84439411@ms.nagasaki-u.ac.jp::53dfa694-903e-47f9-bd5b-00db30ff12b2" providerId="AD" clId="Web-{B53749ED-185A-F3FC-C2F9-01A0450953EC}" dt="2026-07-14T12:12:21.899" v="509"/>
          <ac:spMkLst>
            <pc:docMk/>
            <pc:sldMk cId="2453430960" sldId="302"/>
            <ac:spMk id="20" creationId="{10FA8369-BC80-CB91-F3C9-19AB1F456806}"/>
          </ac:spMkLst>
        </pc:spChg>
        <pc:spChg chg="del">
          <ac:chgData name="辻本　航" userId="S::aa84439411@ms.nagasaki-u.ac.jp::53dfa694-903e-47f9-bd5b-00db30ff12b2" providerId="AD" clId="Web-{B53749ED-185A-F3FC-C2F9-01A0450953EC}" dt="2026-07-14T12:12:21.868" v="496"/>
          <ac:spMkLst>
            <pc:docMk/>
            <pc:sldMk cId="2453430960" sldId="302"/>
            <ac:spMk id="21" creationId="{45322A8E-705E-ECCD-4283-DEE336F1BFAB}"/>
          </ac:spMkLst>
        </pc:spChg>
        <pc:spChg chg="add del mod">
          <ac:chgData name="辻本　航" userId="S::aa84439411@ms.nagasaki-u.ac.jp::53dfa694-903e-47f9-bd5b-00db30ff12b2" providerId="AD" clId="Web-{B53749ED-185A-F3FC-C2F9-01A0450953EC}" dt="2026-07-14T14:04:43.779" v="1859"/>
          <ac:spMkLst>
            <pc:docMk/>
            <pc:sldMk cId="2453430960" sldId="302"/>
            <ac:spMk id="22" creationId="{B6F44B3E-103F-D1C0-76F0-31F3F51CF9A5}"/>
          </ac:spMkLst>
        </pc:spChg>
        <pc:spChg chg="add del mod">
          <ac:chgData name="辻本　航" userId="S::aa84439411@ms.nagasaki-u.ac.jp::53dfa694-903e-47f9-bd5b-00db30ff12b2" providerId="AD" clId="Web-{B53749ED-185A-F3FC-C2F9-01A0450953EC}" dt="2026-07-14T14:05:15.109" v="1873"/>
          <ac:spMkLst>
            <pc:docMk/>
            <pc:sldMk cId="2453430960" sldId="302"/>
            <ac:spMk id="24" creationId="{E189B246-2321-B3AD-7C82-893CB170CCA4}"/>
          </ac:spMkLst>
        </pc:spChg>
        <pc:spChg chg="add del mod">
          <ac:chgData name="辻本　航" userId="S::aa84439411@ms.nagasaki-u.ac.jp::53dfa694-903e-47f9-bd5b-00db30ff12b2" providerId="AD" clId="Web-{B53749ED-185A-F3FC-C2F9-01A0450953EC}" dt="2026-07-14T14:04:56.217" v="1865"/>
          <ac:spMkLst>
            <pc:docMk/>
            <pc:sldMk cId="2453430960" sldId="302"/>
            <ac:spMk id="25" creationId="{A8196622-400E-9EF4-9EE1-E0C2C4DDE8BD}"/>
          </ac:spMkLst>
        </pc:spChg>
        <pc:spChg chg="add mod">
          <ac:chgData name="辻本　航" userId="S::aa84439411@ms.nagasaki-u.ac.jp::53dfa694-903e-47f9-bd5b-00db30ff12b2" providerId="AD" clId="Web-{B53749ED-185A-F3FC-C2F9-01A0450953EC}" dt="2026-07-14T14:05:12.015" v="1872" actId="1076"/>
          <ac:spMkLst>
            <pc:docMk/>
            <pc:sldMk cId="2453430960" sldId="302"/>
            <ac:spMk id="26" creationId="{8446D3D1-C23A-6794-99D5-A512366F6536}"/>
          </ac:spMkLst>
        </pc:spChg>
        <pc:spChg chg="add del mod">
          <ac:chgData name="辻本　航" userId="S::aa84439411@ms.nagasaki-u.ac.jp::53dfa694-903e-47f9-bd5b-00db30ff12b2" providerId="AD" clId="Web-{B53749ED-185A-F3FC-C2F9-01A0450953EC}" dt="2026-07-14T14:05:23.234" v="1877"/>
          <ac:spMkLst>
            <pc:docMk/>
            <pc:sldMk cId="2453430960" sldId="302"/>
            <ac:spMk id="27" creationId="{A51229D8-EA0B-9F81-6495-D25E9071BDC6}"/>
          </ac:spMkLst>
        </pc:spChg>
        <pc:spChg chg="add mod">
          <ac:chgData name="辻本　航" userId="S::aa84439411@ms.nagasaki-u.ac.jp::53dfa694-903e-47f9-bd5b-00db30ff12b2" providerId="AD" clId="Web-{B53749ED-185A-F3FC-C2F9-01A0450953EC}" dt="2026-07-14T14:05:54.719" v="1896" actId="14100"/>
          <ac:spMkLst>
            <pc:docMk/>
            <pc:sldMk cId="2453430960" sldId="302"/>
            <ac:spMk id="29" creationId="{FBAB40C2-DA98-988C-A41E-C3C523E6629F}"/>
          </ac:spMkLst>
        </pc:spChg>
        <pc:spChg chg="add mod">
          <ac:chgData name="辻本　航" userId="S::aa84439411@ms.nagasaki-u.ac.jp::53dfa694-903e-47f9-bd5b-00db30ff12b2" providerId="AD" clId="Web-{B53749ED-185A-F3FC-C2F9-01A0450953EC}" dt="2026-07-14T14:05:58.469" v="1897" actId="14100"/>
          <ac:spMkLst>
            <pc:docMk/>
            <pc:sldMk cId="2453430960" sldId="302"/>
            <ac:spMk id="31" creationId="{6E468C98-B817-6050-180C-C5AA448D1BB0}"/>
          </ac:spMkLst>
        </pc:spChg>
        <pc:grpChg chg="add mod">
          <ac:chgData name="辻本　航" userId="S::aa84439411@ms.nagasaki-u.ac.jp::53dfa694-903e-47f9-bd5b-00db30ff12b2" providerId="AD" clId="Web-{B53749ED-185A-F3FC-C2F9-01A0450953EC}" dt="2026-07-14T14:06:08.204" v="1900" actId="14100"/>
          <ac:grpSpMkLst>
            <pc:docMk/>
            <pc:sldMk cId="2453430960" sldId="302"/>
            <ac:grpSpMk id="34" creationId="{60C161E8-1F08-2A58-1E8F-71F00BBA184F}"/>
          </ac:grpSpMkLst>
        </pc:grpChg>
        <pc:picChg chg="del">
          <ac:chgData name="辻本　航" userId="S::aa84439411@ms.nagasaki-u.ac.jp::53dfa694-903e-47f9-bd5b-00db30ff12b2" providerId="AD" clId="Web-{B53749ED-185A-F3FC-C2F9-01A0450953EC}" dt="2026-07-14T12:12:21.899" v="508"/>
          <ac:picMkLst>
            <pc:docMk/>
            <pc:sldMk cId="2453430960" sldId="302"/>
            <ac:picMk id="4" creationId="{89429ECD-1F35-D9EE-0345-0C51AAB4F482}"/>
          </ac:picMkLst>
        </pc:picChg>
        <pc:picChg chg="del">
          <ac:chgData name="辻本　航" userId="S::aa84439411@ms.nagasaki-u.ac.jp::53dfa694-903e-47f9-bd5b-00db30ff12b2" providerId="AD" clId="Web-{B53749ED-185A-F3FC-C2F9-01A0450953EC}" dt="2026-07-14T12:12:21.868" v="507"/>
          <ac:picMkLst>
            <pc:docMk/>
            <pc:sldMk cId="2453430960" sldId="302"/>
            <ac:picMk id="5" creationId="{D9CA9985-BA52-18E3-6FA8-652361036CA3}"/>
          </ac:picMkLst>
        </pc:picChg>
        <pc:picChg chg="del">
          <ac:chgData name="辻本　航" userId="S::aa84439411@ms.nagasaki-u.ac.jp::53dfa694-903e-47f9-bd5b-00db30ff12b2" providerId="AD" clId="Web-{B53749ED-185A-F3FC-C2F9-01A0450953EC}" dt="2026-07-14T12:12:21.868" v="506"/>
          <ac:picMkLst>
            <pc:docMk/>
            <pc:sldMk cId="2453430960" sldId="302"/>
            <ac:picMk id="8" creationId="{E30663A6-540A-6A86-077A-386C6E5976CD}"/>
          </ac:picMkLst>
        </pc:picChg>
        <pc:picChg chg="del">
          <ac:chgData name="辻本　航" userId="S::aa84439411@ms.nagasaki-u.ac.jp::53dfa694-903e-47f9-bd5b-00db30ff12b2" providerId="AD" clId="Web-{B53749ED-185A-F3FC-C2F9-01A0450953EC}" dt="2026-07-14T12:12:21.868" v="505"/>
          <ac:picMkLst>
            <pc:docMk/>
            <pc:sldMk cId="2453430960" sldId="302"/>
            <ac:picMk id="9" creationId="{0C025955-97A1-8503-BC7B-7D5625030897}"/>
          </ac:picMkLst>
        </pc:picChg>
        <pc:picChg chg="del">
          <ac:chgData name="辻本　航" userId="S::aa84439411@ms.nagasaki-u.ac.jp::53dfa694-903e-47f9-bd5b-00db30ff12b2" providerId="AD" clId="Web-{B53749ED-185A-F3FC-C2F9-01A0450953EC}" dt="2026-07-14T12:12:21.868" v="495"/>
          <ac:picMkLst>
            <pc:docMk/>
            <pc:sldMk cId="2453430960" sldId="302"/>
            <ac:picMk id="11" creationId="{54B7C5DF-9E23-710E-36DE-74A1BFCC4A57}"/>
          </ac:picMkLst>
        </pc:picChg>
        <pc:picChg chg="del">
          <ac:chgData name="辻本　航" userId="S::aa84439411@ms.nagasaki-u.ac.jp::53dfa694-903e-47f9-bd5b-00db30ff12b2" providerId="AD" clId="Web-{B53749ED-185A-F3FC-C2F9-01A0450953EC}" dt="2026-07-14T12:12:21.868" v="500"/>
          <ac:picMkLst>
            <pc:docMk/>
            <pc:sldMk cId="2453430960" sldId="302"/>
            <ac:picMk id="17" creationId="{49A66746-553B-465A-85EF-22BD2F2CF0BD}"/>
          </ac:picMkLst>
        </pc:picChg>
        <pc:cxnChg chg="add mod">
          <ac:chgData name="辻本　航" userId="S::aa84439411@ms.nagasaki-u.ac.jp::53dfa694-903e-47f9-bd5b-00db30ff12b2" providerId="AD" clId="Web-{B53749ED-185A-F3FC-C2F9-01A0450953EC}" dt="2026-07-14T14:05:49.891" v="1895" actId="1076"/>
          <ac:cxnSpMkLst>
            <pc:docMk/>
            <pc:sldMk cId="2453430960" sldId="302"/>
            <ac:cxnSpMk id="33" creationId="{F7B3E762-F431-238E-36C3-85A66FB22E41}"/>
          </ac:cxnSpMkLst>
        </pc:cxnChg>
      </pc:sldChg>
      <pc:sldChg chg="new add del">
        <pc:chgData name="辻本　航" userId="S::aa84439411@ms.nagasaki-u.ac.jp::53dfa694-903e-47f9-bd5b-00db30ff12b2" providerId="AD" clId="Web-{B53749ED-185A-F3FC-C2F9-01A0450953EC}" dt="2026-07-14T13:55:15.120" v="1727"/>
        <pc:sldMkLst>
          <pc:docMk/>
          <pc:sldMk cId="1367045122" sldId="303"/>
        </pc:sldMkLst>
      </pc:sldChg>
      <pc:sldChg chg="addSp delSp modSp new mod setBg">
        <pc:chgData name="辻本　航" userId="S::aa84439411@ms.nagasaki-u.ac.jp::53dfa694-903e-47f9-bd5b-00db30ff12b2" providerId="AD" clId="Web-{B53749ED-185A-F3FC-C2F9-01A0450953EC}" dt="2026-07-14T14:54:41.521" v="2132" actId="20577"/>
        <pc:sldMkLst>
          <pc:docMk/>
          <pc:sldMk cId="2766094941" sldId="304"/>
        </pc:sldMkLst>
        <pc:spChg chg="mod">
          <ac:chgData name="辻本　航" userId="S::aa84439411@ms.nagasaki-u.ac.jp::53dfa694-903e-47f9-bd5b-00db30ff12b2" providerId="AD" clId="Web-{B53749ED-185A-F3FC-C2F9-01A0450953EC}" dt="2026-07-14T14:54:06.786" v="2128" actId="20577"/>
          <ac:spMkLst>
            <pc:docMk/>
            <pc:sldMk cId="2766094941" sldId="304"/>
            <ac:spMk id="2" creationId="{F541DE28-4161-9D65-52BF-D17501C66326}"/>
          </ac:spMkLst>
        </pc:spChg>
        <pc:spChg chg="del">
          <ac:chgData name="辻本　航" userId="S::aa84439411@ms.nagasaki-u.ac.jp::53dfa694-903e-47f9-bd5b-00db30ff12b2" providerId="AD" clId="Web-{B53749ED-185A-F3FC-C2F9-01A0450953EC}" dt="2026-07-14T13:33:04.952" v="1356"/>
          <ac:spMkLst>
            <pc:docMk/>
            <pc:sldMk cId="2766094941" sldId="304"/>
            <ac:spMk id="3" creationId="{CE7E4B4D-E464-D718-F17B-3E8741C8ACD0}"/>
          </ac:spMkLst>
        </pc:spChg>
        <pc:spChg chg="add mod">
          <ac:chgData name="辻本　航" userId="S::aa84439411@ms.nagasaki-u.ac.jp::53dfa694-903e-47f9-bd5b-00db30ff12b2" providerId="AD" clId="Web-{B53749ED-185A-F3FC-C2F9-01A0450953EC}" dt="2026-07-14T14:54:41.521" v="2132" actId="20577"/>
          <ac:spMkLst>
            <pc:docMk/>
            <pc:sldMk cId="2766094941" sldId="304"/>
            <ac:spMk id="7" creationId="{F74D1366-E79E-705C-F4BD-0247AA533E55}"/>
          </ac:spMkLst>
        </pc:spChg>
        <pc:spChg chg="add del">
          <ac:chgData name="辻本　航" userId="S::aa84439411@ms.nagasaki-u.ac.jp::53dfa694-903e-47f9-bd5b-00db30ff12b2" providerId="AD" clId="Web-{B53749ED-185A-F3FC-C2F9-01A0450953EC}" dt="2026-07-14T13:33:26.484" v="1360"/>
          <ac:spMkLst>
            <pc:docMk/>
            <pc:sldMk cId="2766094941" sldId="304"/>
            <ac:spMk id="8" creationId="{D26EA0B6-8B76-9B0D-3FD1-1475CE559563}"/>
          </ac:spMkLst>
        </pc:spChg>
        <pc:spChg chg="add del">
          <ac:chgData name="辻本　航" userId="S::aa84439411@ms.nagasaki-u.ac.jp::53dfa694-903e-47f9-bd5b-00db30ff12b2" providerId="AD" clId="Web-{B53749ED-185A-F3FC-C2F9-01A0450953EC}" dt="2026-07-14T13:33:26.484" v="1360"/>
          <ac:spMkLst>
            <pc:docMk/>
            <pc:sldMk cId="2766094941" sldId="304"/>
            <ac:spMk id="11" creationId="{327D73B4-9F5C-4A64-A179-51B9500CB8B5}"/>
          </ac:spMkLst>
        </pc:spChg>
        <pc:spChg chg="add del">
          <ac:chgData name="辻本　航" userId="S::aa84439411@ms.nagasaki-u.ac.jp::53dfa694-903e-47f9-bd5b-00db30ff12b2" providerId="AD" clId="Web-{B53749ED-185A-F3FC-C2F9-01A0450953EC}" dt="2026-07-14T13:33:26.484" v="1360"/>
          <ac:spMkLst>
            <pc:docMk/>
            <pc:sldMk cId="2766094941" sldId="304"/>
            <ac:spMk id="13" creationId="{C1F06963-6374-4B48-844F-071A9BAAAE02}"/>
          </ac:spMkLst>
        </pc:spChg>
        <pc:spChg chg="add del">
          <ac:chgData name="辻本　航" userId="S::aa84439411@ms.nagasaki-u.ac.jp::53dfa694-903e-47f9-bd5b-00db30ff12b2" providerId="AD" clId="Web-{B53749ED-185A-F3FC-C2F9-01A0450953EC}" dt="2026-07-14T13:33:26.484" v="1360"/>
          <ac:spMkLst>
            <pc:docMk/>
            <pc:sldMk cId="2766094941" sldId="304"/>
            <ac:spMk id="15" creationId="{6CB927A4-E432-4310-9CD5-E89FF5063179}"/>
          </ac:spMkLst>
        </pc:spChg>
        <pc:spChg chg="add del">
          <ac:chgData name="辻本　航" userId="S::aa84439411@ms.nagasaki-u.ac.jp::53dfa694-903e-47f9-bd5b-00db30ff12b2" providerId="AD" clId="Web-{B53749ED-185A-F3FC-C2F9-01A0450953EC}" dt="2026-07-14T13:33:26.484" v="1360"/>
          <ac:spMkLst>
            <pc:docMk/>
            <pc:sldMk cId="2766094941" sldId="304"/>
            <ac:spMk id="17" creationId="{1453BF6C-B012-48B7-B4E8-6D7AC7C27D02}"/>
          </ac:spMkLst>
        </pc:spChg>
        <pc:spChg chg="add del">
          <ac:chgData name="辻本　航" userId="S::aa84439411@ms.nagasaki-u.ac.jp::53dfa694-903e-47f9-bd5b-00db30ff12b2" providerId="AD" clId="Web-{B53749ED-185A-F3FC-C2F9-01A0450953EC}" dt="2026-07-14T13:33:26.484" v="1360"/>
          <ac:spMkLst>
            <pc:docMk/>
            <pc:sldMk cId="2766094941" sldId="304"/>
            <ac:spMk id="19" creationId="{E3020543-B24B-4EC4-8FFC-8DD88EEA91A8}"/>
          </ac:spMkLst>
        </pc:spChg>
        <pc:spChg chg="add del">
          <ac:chgData name="辻本　航" userId="S::aa84439411@ms.nagasaki-u.ac.jp::53dfa694-903e-47f9-bd5b-00db30ff12b2" providerId="AD" clId="Web-{B53749ED-185A-F3FC-C2F9-01A0450953EC}" dt="2026-07-14T13:33:30.156" v="1362"/>
          <ac:spMkLst>
            <pc:docMk/>
            <pc:sldMk cId="2766094941" sldId="304"/>
            <ac:spMk id="23" creationId="{3346177D-ADC4-4968-B747-5CFCD390B5B9}"/>
          </ac:spMkLst>
        </pc:spChg>
        <pc:spChg chg="add del">
          <ac:chgData name="辻本　航" userId="S::aa84439411@ms.nagasaki-u.ac.jp::53dfa694-903e-47f9-bd5b-00db30ff12b2" providerId="AD" clId="Web-{B53749ED-185A-F3FC-C2F9-01A0450953EC}" dt="2026-07-14T13:33:30.156" v="1362"/>
          <ac:spMkLst>
            <pc:docMk/>
            <pc:sldMk cId="2766094941" sldId="304"/>
            <ac:spMk id="24" creationId="{0EFACBCE-589F-DA08-86B1-47FD89E6BA06}"/>
          </ac:spMkLst>
        </pc:spChg>
        <pc:spChg chg="add del">
          <ac:chgData name="辻本　航" userId="S::aa84439411@ms.nagasaki-u.ac.jp::53dfa694-903e-47f9-bd5b-00db30ff12b2" providerId="AD" clId="Web-{B53749ED-185A-F3FC-C2F9-01A0450953EC}" dt="2026-07-14T13:33:30.156" v="1362"/>
          <ac:spMkLst>
            <pc:docMk/>
            <pc:sldMk cId="2766094941" sldId="304"/>
            <ac:spMk id="25" creationId="{0844A943-BF79-4FEA-ABB1-3BD54D236606}"/>
          </ac:spMkLst>
        </pc:spChg>
        <pc:spChg chg="add del">
          <ac:chgData name="辻本　航" userId="S::aa84439411@ms.nagasaki-u.ac.jp::53dfa694-903e-47f9-bd5b-00db30ff12b2" providerId="AD" clId="Web-{B53749ED-185A-F3FC-C2F9-01A0450953EC}" dt="2026-07-14T13:33:30.156" v="1362"/>
          <ac:spMkLst>
            <pc:docMk/>
            <pc:sldMk cId="2766094941" sldId="304"/>
            <ac:spMk id="26" creationId="{6437CC72-F4A8-4DC3-AFAB-D22C482C8100}"/>
          </ac:spMkLst>
        </pc:spChg>
        <pc:spChg chg="add del">
          <ac:chgData name="辻本　航" userId="S::aa84439411@ms.nagasaki-u.ac.jp::53dfa694-903e-47f9-bd5b-00db30ff12b2" providerId="AD" clId="Web-{B53749ED-185A-F3FC-C2F9-01A0450953EC}" dt="2026-07-14T13:33:37.468" v="1364"/>
          <ac:spMkLst>
            <pc:docMk/>
            <pc:sldMk cId="2766094941" sldId="304"/>
            <ac:spMk id="28" creationId="{C0763A76-9F1C-4FC5-82B7-DD475DA461B2}"/>
          </ac:spMkLst>
        </pc:spChg>
        <pc:spChg chg="add del">
          <ac:chgData name="辻本　航" userId="S::aa84439411@ms.nagasaki-u.ac.jp::53dfa694-903e-47f9-bd5b-00db30ff12b2" providerId="AD" clId="Web-{B53749ED-185A-F3FC-C2F9-01A0450953EC}" dt="2026-07-14T13:33:37.468" v="1364"/>
          <ac:spMkLst>
            <pc:docMk/>
            <pc:sldMk cId="2766094941" sldId="304"/>
            <ac:spMk id="29" creationId="{E81BF4F6-F2CF-4984-9D14-D6966D92F99F}"/>
          </ac:spMkLst>
        </pc:spChg>
        <pc:spChg chg="add del">
          <ac:chgData name="辻本　航" userId="S::aa84439411@ms.nagasaki-u.ac.jp::53dfa694-903e-47f9-bd5b-00db30ff12b2" providerId="AD" clId="Web-{B53749ED-185A-F3FC-C2F9-01A0450953EC}" dt="2026-07-14T13:33:37.468" v="1364"/>
          <ac:spMkLst>
            <pc:docMk/>
            <pc:sldMk cId="2766094941" sldId="304"/>
            <ac:spMk id="30" creationId="{6F320108-F8D7-9B81-621F-22261FF1D6ED}"/>
          </ac:spMkLst>
        </pc:spChg>
        <pc:spChg chg="add">
          <ac:chgData name="辻本　航" userId="S::aa84439411@ms.nagasaki-u.ac.jp::53dfa694-903e-47f9-bd5b-00db30ff12b2" providerId="AD" clId="Web-{B53749ED-185A-F3FC-C2F9-01A0450953EC}" dt="2026-07-14T13:33:37.468" v="1365"/>
          <ac:spMkLst>
            <pc:docMk/>
            <pc:sldMk cId="2766094941" sldId="304"/>
            <ac:spMk id="32" creationId="{F13C74B1-5B17-4795-BED0-7140497B445A}"/>
          </ac:spMkLst>
        </pc:spChg>
        <pc:spChg chg="add">
          <ac:chgData name="辻本　航" userId="S::aa84439411@ms.nagasaki-u.ac.jp::53dfa694-903e-47f9-bd5b-00db30ff12b2" providerId="AD" clId="Web-{B53749ED-185A-F3FC-C2F9-01A0450953EC}" dt="2026-07-14T13:33:37.468" v="1365"/>
          <ac:spMkLst>
            <pc:docMk/>
            <pc:sldMk cId="2766094941" sldId="304"/>
            <ac:spMk id="33" creationId="{D4974D33-8DC5-464E-8C6D-BE58F0669C17}"/>
          </ac:spMkLst>
        </pc:spChg>
        <pc:spChg chg="add del">
          <ac:chgData name="辻本　航" userId="S::aa84439411@ms.nagasaki-u.ac.jp::53dfa694-903e-47f9-bd5b-00db30ff12b2" providerId="AD" clId="Web-{B53749ED-185A-F3FC-C2F9-01A0450953EC}" dt="2026-07-14T13:34:03.110" v="1382"/>
          <ac:spMkLst>
            <pc:docMk/>
            <pc:sldMk cId="2766094941" sldId="304"/>
            <ac:spMk id="34" creationId="{365EEA09-D780-5253-CAAB-DD813575DAEF}"/>
          </ac:spMkLst>
        </pc:spChg>
        <pc:picChg chg="add mod ord">
          <ac:chgData name="辻本　航" userId="S::aa84439411@ms.nagasaki-u.ac.jp::53dfa694-903e-47f9-bd5b-00db30ff12b2" providerId="AD" clId="Web-{B53749ED-185A-F3FC-C2F9-01A0450953EC}" dt="2026-07-14T14:54:30.474" v="2129" actId="1076"/>
          <ac:picMkLst>
            <pc:docMk/>
            <pc:sldMk cId="2766094941" sldId="304"/>
            <ac:picMk id="4" creationId="{32F4D863-4D5A-9220-75ED-FFE933C6E186}"/>
          </ac:picMkLst>
        </pc:picChg>
        <pc:picChg chg="add del mod">
          <ac:chgData name="辻本　航" userId="S::aa84439411@ms.nagasaki-u.ac.jp::53dfa694-903e-47f9-bd5b-00db30ff12b2" providerId="AD" clId="Web-{B53749ED-185A-F3FC-C2F9-01A0450953EC}" dt="2026-07-14T13:33:14.202" v="1358"/>
          <ac:picMkLst>
            <pc:docMk/>
            <pc:sldMk cId="2766094941" sldId="304"/>
            <ac:picMk id="5" creationId="{099707E9-E712-ADE0-EAF1-7287F58A27CC}"/>
          </ac:picMkLst>
        </pc:picChg>
        <pc:cxnChg chg="add del">
          <ac:chgData name="辻本　航" userId="S::aa84439411@ms.nagasaki-u.ac.jp::53dfa694-903e-47f9-bd5b-00db30ff12b2" providerId="AD" clId="Web-{B53749ED-185A-F3FC-C2F9-01A0450953EC}" dt="2026-07-14T13:33:26.484" v="1360"/>
          <ac:cxnSpMkLst>
            <pc:docMk/>
            <pc:sldMk cId="2766094941" sldId="304"/>
            <ac:cxnSpMk id="21" creationId="{C49DA8F6-BCC1-4447-B54C-57856834B94B}"/>
          </ac:cxnSpMkLst>
        </pc:cxnChg>
      </pc:sldChg>
      <pc:sldChg chg="modSp add ord replId">
        <pc:chgData name="辻本　航" userId="S::aa84439411@ms.nagasaki-u.ac.jp::53dfa694-903e-47f9-bd5b-00db30ff12b2" providerId="AD" clId="Web-{B53749ED-185A-F3FC-C2F9-01A0450953EC}" dt="2026-07-14T15:57:04.835" v="3023" actId="20577"/>
        <pc:sldMkLst>
          <pc:docMk/>
          <pc:sldMk cId="1903756873" sldId="305"/>
        </pc:sldMkLst>
        <pc:spChg chg="mod">
          <ac:chgData name="辻本　航" userId="S::aa84439411@ms.nagasaki-u.ac.jp::53dfa694-903e-47f9-bd5b-00db30ff12b2" providerId="AD" clId="Web-{B53749ED-185A-F3FC-C2F9-01A0450953EC}" dt="2026-07-14T15:57:04.835" v="3023" actId="20577"/>
          <ac:spMkLst>
            <pc:docMk/>
            <pc:sldMk cId="1903756873" sldId="305"/>
            <ac:spMk id="2" creationId="{2AC59F52-152C-A081-77C7-C0FC9D39DD29}"/>
          </ac:spMkLst>
        </pc:spChg>
        <pc:spChg chg="mod">
          <ac:chgData name="辻本　航" userId="S::aa84439411@ms.nagasaki-u.ac.jp::53dfa694-903e-47f9-bd5b-00db30ff12b2" providerId="AD" clId="Web-{B53749ED-185A-F3FC-C2F9-01A0450953EC}" dt="2026-07-14T15:29:08.209" v="2772" actId="1076"/>
          <ac:spMkLst>
            <pc:docMk/>
            <pc:sldMk cId="1903756873" sldId="305"/>
            <ac:spMk id="16" creationId="{5B4C37F6-F6B1-816B-1720-B47EA0C097F2}"/>
          </ac:spMkLst>
        </pc:spChg>
      </pc:sldChg>
      <pc:sldChg chg="addSp modSp new ord">
        <pc:chgData name="辻本　航" userId="S::aa84439411@ms.nagasaki-u.ac.jp::53dfa694-903e-47f9-bd5b-00db30ff12b2" providerId="AD" clId="Web-{B53749ED-185A-F3FC-C2F9-01A0450953EC}" dt="2026-07-14T15:22:31.129" v="2588" actId="20577"/>
        <pc:sldMkLst>
          <pc:docMk/>
          <pc:sldMk cId="59162118" sldId="306"/>
        </pc:sldMkLst>
        <pc:spChg chg="mod">
          <ac:chgData name="辻本　航" userId="S::aa84439411@ms.nagasaki-u.ac.jp::53dfa694-903e-47f9-bd5b-00db30ff12b2" providerId="AD" clId="Web-{B53749ED-185A-F3FC-C2F9-01A0450953EC}" dt="2026-07-14T15:22:24.566" v="2585" actId="20577"/>
          <ac:spMkLst>
            <pc:docMk/>
            <pc:sldMk cId="59162118" sldId="306"/>
            <ac:spMk id="2" creationId="{D4414B5B-39CF-DABB-A109-1DCC6E24D7A3}"/>
          </ac:spMkLst>
        </pc:spChg>
        <pc:spChg chg="mod">
          <ac:chgData name="辻本　航" userId="S::aa84439411@ms.nagasaki-u.ac.jp::53dfa694-903e-47f9-bd5b-00db30ff12b2" providerId="AD" clId="Web-{B53749ED-185A-F3FC-C2F9-01A0450953EC}" dt="2026-07-14T15:22:31.129" v="2588" actId="20577"/>
          <ac:spMkLst>
            <pc:docMk/>
            <pc:sldMk cId="59162118" sldId="306"/>
            <ac:spMk id="3" creationId="{4F348561-1E65-AF13-88DE-6D53D068B496}"/>
          </ac:spMkLst>
        </pc:spChg>
        <pc:spChg chg="add mod">
          <ac:chgData name="辻本　航" userId="S::aa84439411@ms.nagasaki-u.ac.jp::53dfa694-903e-47f9-bd5b-00db30ff12b2" providerId="AD" clId="Web-{B53749ED-185A-F3FC-C2F9-01A0450953EC}" dt="2026-07-14T15:12:50.779" v="2465" actId="20577"/>
          <ac:spMkLst>
            <pc:docMk/>
            <pc:sldMk cId="59162118" sldId="306"/>
            <ac:spMk id="5" creationId="{661BF0B7-B40F-D4A0-52A4-0DDB03DDBBA3}"/>
          </ac:spMkLst>
        </pc:spChg>
        <pc:spChg chg="add mod">
          <ac:chgData name="辻本　航" userId="S::aa84439411@ms.nagasaki-u.ac.jp::53dfa694-903e-47f9-bd5b-00db30ff12b2" providerId="AD" clId="Web-{B53749ED-185A-F3FC-C2F9-01A0450953EC}" dt="2026-07-14T13:52:13.052" v="1686" actId="1076"/>
          <ac:spMkLst>
            <pc:docMk/>
            <pc:sldMk cId="59162118" sldId="306"/>
            <ac:spMk id="6" creationId="{F8A98426-AE53-F36D-B2B1-7103DCD5F1BE}"/>
          </ac:spMkLst>
        </pc:spChg>
      </pc:sldChg>
      <pc:sldChg chg="addSp modSp new del ord">
        <pc:chgData name="辻本　航" userId="S::aa84439411@ms.nagasaki-u.ac.jp::53dfa694-903e-47f9-bd5b-00db30ff12b2" providerId="AD" clId="Web-{B53749ED-185A-F3FC-C2F9-01A0450953EC}" dt="2026-07-14T13:19:31.003" v="1199"/>
        <pc:sldMkLst>
          <pc:docMk/>
          <pc:sldMk cId="1234553842" sldId="308"/>
        </pc:sldMkLst>
        <pc:spChg chg="mod">
          <ac:chgData name="辻本　航" userId="S::aa84439411@ms.nagasaki-u.ac.jp::53dfa694-903e-47f9-bd5b-00db30ff12b2" providerId="AD" clId="Web-{B53749ED-185A-F3FC-C2F9-01A0450953EC}" dt="2026-07-14T12:32:18.549" v="837" actId="20577"/>
          <ac:spMkLst>
            <pc:docMk/>
            <pc:sldMk cId="1234553842" sldId="308"/>
            <ac:spMk id="2" creationId="{D5DE6FDC-92C8-1408-06BF-3D2D58F42474}"/>
          </ac:spMkLst>
        </pc:spChg>
        <pc:spChg chg="mod">
          <ac:chgData name="辻本　航" userId="S::aa84439411@ms.nagasaki-u.ac.jp::53dfa694-903e-47f9-bd5b-00db30ff12b2" providerId="AD" clId="Web-{B53749ED-185A-F3FC-C2F9-01A0450953EC}" dt="2026-07-14T12:38:03.920" v="878" actId="20577"/>
          <ac:spMkLst>
            <pc:docMk/>
            <pc:sldMk cId="1234553842" sldId="308"/>
            <ac:spMk id="3" creationId="{6772DEC9-0D99-4205-4576-6E05C5038461}"/>
          </ac:spMkLst>
        </pc:spChg>
        <pc:spChg chg="add mod">
          <ac:chgData name="辻本　航" userId="S::aa84439411@ms.nagasaki-u.ac.jp::53dfa694-903e-47f9-bd5b-00db30ff12b2" providerId="AD" clId="Web-{B53749ED-185A-F3FC-C2F9-01A0450953EC}" dt="2026-07-14T12:29:40.450" v="808" actId="14100"/>
          <ac:spMkLst>
            <pc:docMk/>
            <pc:sldMk cId="1234553842" sldId="308"/>
            <ac:spMk id="5" creationId="{AFA49FBF-9B15-8B5D-D32C-02154B46959D}"/>
          </ac:spMkLst>
        </pc:spChg>
      </pc:sldChg>
      <pc:sldChg chg="addSp delSp modSp new">
        <pc:chgData name="辻本　航" userId="S::aa84439411@ms.nagasaki-u.ac.jp::53dfa694-903e-47f9-bd5b-00db30ff12b2" providerId="AD" clId="Web-{B53749ED-185A-F3FC-C2F9-01A0450953EC}" dt="2026-07-14T15:30:05.586" v="2773" actId="20577"/>
        <pc:sldMkLst>
          <pc:docMk/>
          <pc:sldMk cId="3148643220" sldId="309"/>
        </pc:sldMkLst>
        <pc:spChg chg="mod">
          <ac:chgData name="辻本　航" userId="S::aa84439411@ms.nagasaki-u.ac.jp::53dfa694-903e-47f9-bd5b-00db30ff12b2" providerId="AD" clId="Web-{B53749ED-185A-F3FC-C2F9-01A0450953EC}" dt="2026-07-14T15:28:47.927" v="2764" actId="1076"/>
          <ac:spMkLst>
            <pc:docMk/>
            <pc:sldMk cId="3148643220" sldId="309"/>
            <ac:spMk id="2" creationId="{63FDCE48-489F-807F-9862-2892103F2F1B}"/>
          </ac:spMkLst>
        </pc:spChg>
        <pc:spChg chg="del">
          <ac:chgData name="辻本　航" userId="S::aa84439411@ms.nagasaki-u.ac.jp::53dfa694-903e-47f9-bd5b-00db30ff12b2" providerId="AD" clId="Web-{B53749ED-185A-F3FC-C2F9-01A0450953EC}" dt="2026-07-14T12:52:20.028" v="880"/>
          <ac:spMkLst>
            <pc:docMk/>
            <pc:sldMk cId="3148643220" sldId="309"/>
            <ac:spMk id="3" creationId="{EC2459C5-9595-8A35-A05D-9F8A6CAFDD8A}"/>
          </ac:spMkLst>
        </pc:spChg>
        <pc:spChg chg="add mod">
          <ac:chgData name="辻本　航" userId="S::aa84439411@ms.nagasaki-u.ac.jp::53dfa694-903e-47f9-bd5b-00db30ff12b2" providerId="AD" clId="Web-{B53749ED-185A-F3FC-C2F9-01A0450953EC}" dt="2026-07-14T15:30:05.586" v="2773" actId="20577"/>
          <ac:spMkLst>
            <pc:docMk/>
            <pc:sldMk cId="3148643220" sldId="309"/>
            <ac:spMk id="4" creationId="{48237CF6-0513-3DA9-85A9-3D0AD853B07F}"/>
          </ac:spMkLst>
        </pc:spChg>
        <pc:spChg chg="add del mod">
          <ac:chgData name="辻本　航" userId="S::aa84439411@ms.nagasaki-u.ac.jp::53dfa694-903e-47f9-bd5b-00db30ff12b2" providerId="AD" clId="Web-{B53749ED-185A-F3FC-C2F9-01A0450953EC}" dt="2026-07-14T12:57:43.616" v="910"/>
          <ac:spMkLst>
            <pc:docMk/>
            <pc:sldMk cId="3148643220" sldId="309"/>
            <ac:spMk id="9" creationId="{4A7A0C32-5735-3C4F-FCB1-9CEAEF3AFA2F}"/>
          </ac:spMkLst>
        </pc:spChg>
        <pc:spChg chg="add del mod">
          <ac:chgData name="辻本　航" userId="S::aa84439411@ms.nagasaki-u.ac.jp::53dfa694-903e-47f9-bd5b-00db30ff12b2" providerId="AD" clId="Web-{B53749ED-185A-F3FC-C2F9-01A0450953EC}" dt="2026-07-14T12:58:05.570" v="913"/>
          <ac:spMkLst>
            <pc:docMk/>
            <pc:sldMk cId="3148643220" sldId="309"/>
            <ac:spMk id="12" creationId="{5DFD4096-418A-4E19-ABDE-3B24AD1CB18C}"/>
          </ac:spMkLst>
        </pc:spChg>
        <pc:spChg chg="add del mod">
          <ac:chgData name="辻本　航" userId="S::aa84439411@ms.nagasaki-u.ac.jp::53dfa694-903e-47f9-bd5b-00db30ff12b2" providerId="AD" clId="Web-{B53749ED-185A-F3FC-C2F9-01A0450953EC}" dt="2026-07-14T12:59:54.902" v="926"/>
          <ac:spMkLst>
            <pc:docMk/>
            <pc:sldMk cId="3148643220" sldId="309"/>
            <ac:spMk id="15" creationId="{3DCFDDC9-2D89-CBA8-E389-101876678D22}"/>
          </ac:spMkLst>
        </pc:spChg>
        <pc:spChg chg="add del mod">
          <ac:chgData name="辻本　航" userId="S::aa84439411@ms.nagasaki-u.ac.jp::53dfa694-903e-47f9-bd5b-00db30ff12b2" providerId="AD" clId="Web-{B53749ED-185A-F3FC-C2F9-01A0450953EC}" dt="2026-07-14T15:28:47.959" v="2768" actId="1076"/>
          <ac:spMkLst>
            <pc:docMk/>
            <pc:sldMk cId="3148643220" sldId="309"/>
            <ac:spMk id="17" creationId="{3ABBB56D-80E6-74C3-2E77-BC9B8E4F3834}"/>
          </ac:spMkLst>
        </pc:spChg>
        <pc:spChg chg="add del mod">
          <ac:chgData name="辻本　航" userId="S::aa84439411@ms.nagasaki-u.ac.jp::53dfa694-903e-47f9-bd5b-00db30ff12b2" providerId="AD" clId="Web-{B53749ED-185A-F3FC-C2F9-01A0450953EC}" dt="2026-07-14T15:28:47.974" v="2769" actId="1076"/>
          <ac:spMkLst>
            <pc:docMk/>
            <pc:sldMk cId="3148643220" sldId="309"/>
            <ac:spMk id="18" creationId="{5507A57A-E7B1-C918-5EA1-BFCA4D728218}"/>
          </ac:spMkLst>
        </pc:spChg>
        <pc:spChg chg="add mod">
          <ac:chgData name="辻本　航" userId="S::aa84439411@ms.nagasaki-u.ac.jp::53dfa694-903e-47f9-bd5b-00db30ff12b2" providerId="AD" clId="Web-{B53749ED-185A-F3FC-C2F9-01A0450953EC}" dt="2026-07-14T15:28:47.974" v="2770" actId="1076"/>
          <ac:spMkLst>
            <pc:docMk/>
            <pc:sldMk cId="3148643220" sldId="309"/>
            <ac:spMk id="19" creationId="{65430DF4-76C3-C8C3-85BD-10CF9DF0A3F2}"/>
          </ac:spMkLst>
        </pc:spChg>
        <pc:spChg chg="add mod">
          <ac:chgData name="辻本　航" userId="S::aa84439411@ms.nagasaki-u.ac.jp::53dfa694-903e-47f9-bd5b-00db30ff12b2" providerId="AD" clId="Web-{B53749ED-185A-F3FC-C2F9-01A0450953EC}" dt="2026-07-14T15:28:47.974" v="2771" actId="1076"/>
          <ac:spMkLst>
            <pc:docMk/>
            <pc:sldMk cId="3148643220" sldId="309"/>
            <ac:spMk id="20" creationId="{E2001FAB-3FE8-9CE6-F064-6179F928624D}"/>
          </ac:spMkLst>
        </pc:spChg>
        <pc:spChg chg="add mod">
          <ac:chgData name="辻本　航" userId="S::aa84439411@ms.nagasaki-u.ac.jp::53dfa694-903e-47f9-bd5b-00db30ff12b2" providerId="AD" clId="Web-{B53749ED-185A-F3FC-C2F9-01A0450953EC}" dt="2026-07-14T13:12:23.895" v="1128" actId="20577"/>
          <ac:spMkLst>
            <pc:docMk/>
            <pc:sldMk cId="3148643220" sldId="309"/>
            <ac:spMk id="22" creationId="{EF3D0205-B87E-67FC-A294-4F713355172E}"/>
          </ac:spMkLst>
        </pc:spChg>
        <pc:picChg chg="add del mod ord">
          <ac:chgData name="辻本　航" userId="S::aa84439411@ms.nagasaki-u.ac.jp::53dfa694-903e-47f9-bd5b-00db30ff12b2" providerId="AD" clId="Web-{B53749ED-185A-F3FC-C2F9-01A0450953EC}" dt="2026-07-14T12:57:40.257" v="909"/>
          <ac:picMkLst>
            <pc:docMk/>
            <pc:sldMk cId="3148643220" sldId="309"/>
            <ac:picMk id="4" creationId="{443C3A9E-1DE2-D697-F0F6-6A89D493F31C}"/>
          </ac:picMkLst>
        </pc:picChg>
        <pc:picChg chg="add mod">
          <ac:chgData name="辻本　航" userId="S::aa84439411@ms.nagasaki-u.ac.jp::53dfa694-903e-47f9-bd5b-00db30ff12b2" providerId="AD" clId="Web-{B53749ED-185A-F3FC-C2F9-01A0450953EC}" dt="2026-07-14T15:28:47.943" v="2765" actId="1076"/>
          <ac:picMkLst>
            <pc:docMk/>
            <pc:sldMk cId="3148643220" sldId="309"/>
            <ac:picMk id="5" creationId="{89B9C1D5-0874-DB56-3A6A-0CB3C1D2F920}"/>
          </ac:picMkLst>
        </pc:picChg>
        <pc:picChg chg="add mod">
          <ac:chgData name="辻本　航" userId="S::aa84439411@ms.nagasaki-u.ac.jp::53dfa694-903e-47f9-bd5b-00db30ff12b2" providerId="AD" clId="Web-{B53749ED-185A-F3FC-C2F9-01A0450953EC}" dt="2026-07-14T15:28:47.943" v="2766" actId="1076"/>
          <ac:picMkLst>
            <pc:docMk/>
            <pc:sldMk cId="3148643220" sldId="309"/>
            <ac:picMk id="6" creationId="{975AD0F8-2839-2CC6-45AB-88F935107175}"/>
          </ac:picMkLst>
        </pc:picChg>
        <pc:picChg chg="add mod">
          <ac:chgData name="辻本　航" userId="S::aa84439411@ms.nagasaki-u.ac.jp::53dfa694-903e-47f9-bd5b-00db30ff12b2" providerId="AD" clId="Web-{B53749ED-185A-F3FC-C2F9-01A0450953EC}" dt="2026-07-14T15:28:47.959" v="2767" actId="1076"/>
          <ac:picMkLst>
            <pc:docMk/>
            <pc:sldMk cId="3148643220" sldId="309"/>
            <ac:picMk id="7" creationId="{EA13A924-31A5-4FCE-3B22-038448E13B7E}"/>
          </ac:picMkLst>
        </pc:picChg>
        <pc:picChg chg="add del mod ord">
          <ac:chgData name="辻本　航" userId="S::aa84439411@ms.nagasaki-u.ac.jp::53dfa694-903e-47f9-bd5b-00db30ff12b2" providerId="AD" clId="Web-{B53749ED-185A-F3FC-C2F9-01A0450953EC}" dt="2026-07-14T12:58:00.601" v="912"/>
          <ac:picMkLst>
            <pc:docMk/>
            <pc:sldMk cId="3148643220" sldId="309"/>
            <ac:picMk id="10" creationId="{3DA131F8-89ED-603D-3EB9-340628E68559}"/>
          </ac:picMkLst>
        </pc:picChg>
        <pc:picChg chg="add del mod ord">
          <ac:chgData name="辻本　航" userId="S::aa84439411@ms.nagasaki-u.ac.jp::53dfa694-903e-47f9-bd5b-00db30ff12b2" providerId="AD" clId="Web-{B53749ED-185A-F3FC-C2F9-01A0450953EC}" dt="2026-07-14T12:59:50.183" v="925"/>
          <ac:picMkLst>
            <pc:docMk/>
            <pc:sldMk cId="3148643220" sldId="309"/>
            <ac:picMk id="13" creationId="{D13F276D-C17C-F7B9-2E17-8A5EDC1557F2}"/>
          </ac:picMkLst>
        </pc:picChg>
        <pc:picChg chg="add mod ord modCrop">
          <ac:chgData name="辻本　航" userId="S::aa84439411@ms.nagasaki-u.ac.jp::53dfa694-903e-47f9-bd5b-00db30ff12b2" providerId="AD" clId="Web-{B53749ED-185A-F3FC-C2F9-01A0450953EC}" dt="2026-07-14T15:28:47.912" v="2763" actId="1076"/>
          <ac:picMkLst>
            <pc:docMk/>
            <pc:sldMk cId="3148643220" sldId="309"/>
            <ac:picMk id="16" creationId="{308C00C1-6F50-5449-C272-B8C3E53FC993}"/>
          </ac:picMkLst>
        </pc:picChg>
      </pc:sldChg>
      <pc:sldChg chg="modSp add del replId">
        <pc:chgData name="辻本　航" userId="S::aa84439411@ms.nagasaki-u.ac.jp::53dfa694-903e-47f9-bd5b-00db30ff12b2" providerId="AD" clId="Web-{B53749ED-185A-F3FC-C2F9-01A0450953EC}" dt="2026-07-14T14:08:33.146" v="1949"/>
        <pc:sldMkLst>
          <pc:docMk/>
          <pc:sldMk cId="1502014124" sldId="311"/>
        </pc:sldMkLst>
        <pc:spChg chg="mod">
          <ac:chgData name="辻本　航" userId="S::aa84439411@ms.nagasaki-u.ac.jp::53dfa694-903e-47f9-bd5b-00db30ff12b2" providerId="AD" clId="Web-{B53749ED-185A-F3FC-C2F9-01A0450953EC}" dt="2026-07-14T14:06:54.362" v="1912" actId="20577"/>
          <ac:spMkLst>
            <pc:docMk/>
            <pc:sldMk cId="1502014124" sldId="311"/>
            <ac:spMk id="2" creationId="{A5159677-352C-C25C-C7FF-3544ECD06929}"/>
          </ac:spMkLst>
        </pc:spChg>
        <pc:spChg chg="mod">
          <ac:chgData name="辻本　航" userId="S::aa84439411@ms.nagasaki-u.ac.jp::53dfa694-903e-47f9-bd5b-00db30ff12b2" providerId="AD" clId="Web-{B53749ED-185A-F3FC-C2F9-01A0450953EC}" dt="2026-07-14T14:06:46.705" v="1905" actId="1076"/>
          <ac:spMkLst>
            <pc:docMk/>
            <pc:sldMk cId="1502014124" sldId="311"/>
            <ac:spMk id="30" creationId="{0AD4B52E-BBD6-AF80-D14A-A1E4E1B441C8}"/>
          </ac:spMkLst>
        </pc:spChg>
        <pc:spChg chg="mod">
          <ac:chgData name="辻本　航" userId="S::aa84439411@ms.nagasaki-u.ac.jp::53dfa694-903e-47f9-bd5b-00db30ff12b2" providerId="AD" clId="Web-{B53749ED-185A-F3FC-C2F9-01A0450953EC}" dt="2026-07-14T14:06:46.705" v="1906" actId="1076"/>
          <ac:spMkLst>
            <pc:docMk/>
            <pc:sldMk cId="1502014124" sldId="311"/>
            <ac:spMk id="31" creationId="{7E7D2084-D9B9-2891-903A-19497152C8BC}"/>
          </ac:spMkLst>
        </pc:spChg>
        <pc:spChg chg="mod">
          <ac:chgData name="辻本　航" userId="S::aa84439411@ms.nagasaki-u.ac.jp::53dfa694-903e-47f9-bd5b-00db30ff12b2" providerId="AD" clId="Web-{B53749ED-185A-F3FC-C2F9-01A0450953EC}" dt="2026-07-14T14:06:46.721" v="1908" actId="1076"/>
          <ac:spMkLst>
            <pc:docMk/>
            <pc:sldMk cId="1502014124" sldId="311"/>
            <ac:spMk id="33" creationId="{0160682B-D828-0B72-8398-8A338B89E877}"/>
          </ac:spMkLst>
        </pc:spChg>
        <pc:cxnChg chg="mod">
          <ac:chgData name="辻本　航" userId="S::aa84439411@ms.nagasaki-u.ac.jp::53dfa694-903e-47f9-bd5b-00db30ff12b2" providerId="AD" clId="Web-{B53749ED-185A-F3FC-C2F9-01A0450953EC}" dt="2026-07-14T14:06:46.721" v="1907" actId="1076"/>
          <ac:cxnSpMkLst>
            <pc:docMk/>
            <pc:sldMk cId="1502014124" sldId="311"/>
            <ac:cxnSpMk id="32" creationId="{E658B2AF-693A-3826-04CA-B4BA02CAFBDE}"/>
          </ac:cxnSpMkLst>
        </pc:cxnChg>
      </pc:sldChg>
      <pc:sldChg chg="addSp delSp modSp add replId">
        <pc:chgData name="辻本　航" userId="S::aa84439411@ms.nagasaki-u.ac.jp::53dfa694-903e-47f9-bd5b-00db30ff12b2" providerId="AD" clId="Web-{B53749ED-185A-F3FC-C2F9-01A0450953EC}" dt="2026-07-14T15:34:01.734" v="2789" actId="20577"/>
        <pc:sldMkLst>
          <pc:docMk/>
          <pc:sldMk cId="1148650198" sldId="312"/>
        </pc:sldMkLst>
        <pc:spChg chg="del mod">
          <ac:chgData name="辻本　航" userId="S::aa84439411@ms.nagasaki-u.ac.jp::53dfa694-903e-47f9-bd5b-00db30ff12b2" providerId="AD" clId="Web-{B53749ED-185A-F3FC-C2F9-01A0450953EC}" dt="2026-07-14T15:03:46.478" v="2262"/>
          <ac:spMkLst>
            <pc:docMk/>
            <pc:sldMk cId="1148650198" sldId="312"/>
            <ac:spMk id="2" creationId="{4CFED40D-7133-EB5C-2579-60F9B9FDC2C5}"/>
          </ac:spMkLst>
        </pc:spChg>
        <pc:spChg chg="add del mod">
          <ac:chgData name="辻本　航" userId="S::aa84439411@ms.nagasaki-u.ac.jp::53dfa694-903e-47f9-bd5b-00db30ff12b2" providerId="AD" clId="Web-{B53749ED-185A-F3FC-C2F9-01A0450953EC}" dt="2026-07-14T15:08:16.598" v="2368"/>
          <ac:spMkLst>
            <pc:docMk/>
            <pc:sldMk cId="1148650198" sldId="312"/>
            <ac:spMk id="3" creationId="{4B5968D4-542F-B007-C251-F214EC0ECD08}"/>
          </ac:spMkLst>
        </pc:spChg>
        <pc:spChg chg="add del mod">
          <ac:chgData name="辻本　航" userId="S::aa84439411@ms.nagasaki-u.ac.jp::53dfa694-903e-47f9-bd5b-00db30ff12b2" providerId="AD" clId="Web-{B53749ED-185A-F3FC-C2F9-01A0450953EC}" dt="2026-07-14T15:02:06.520" v="2239"/>
          <ac:spMkLst>
            <pc:docMk/>
            <pc:sldMk cId="1148650198" sldId="312"/>
            <ac:spMk id="4" creationId="{502258DC-FC1E-0018-77E0-AE0438D42EC0}"/>
          </ac:spMkLst>
        </pc:spChg>
        <pc:spChg chg="add del mod ord">
          <ac:chgData name="辻本　航" userId="S::aa84439411@ms.nagasaki-u.ac.jp::53dfa694-903e-47f9-bd5b-00db30ff12b2" providerId="AD" clId="Web-{B53749ED-185A-F3FC-C2F9-01A0450953EC}" dt="2026-07-14T14:08:36.693" v="1951"/>
          <ac:spMkLst>
            <pc:docMk/>
            <pc:sldMk cId="1148650198" sldId="312"/>
            <ac:spMk id="4" creationId="{F610968E-FD3B-C384-1A9D-5A0598F04BAD}"/>
          </ac:spMkLst>
        </pc:spChg>
        <pc:spChg chg="add mod">
          <ac:chgData name="辻本　航" userId="S::aa84439411@ms.nagasaki-u.ac.jp::53dfa694-903e-47f9-bd5b-00db30ff12b2" providerId="AD" clId="Web-{B53749ED-185A-F3FC-C2F9-01A0450953EC}" dt="2026-07-14T15:20:21.608" v="2573" actId="1076"/>
          <ac:spMkLst>
            <pc:docMk/>
            <pc:sldMk cId="1148650198" sldId="312"/>
            <ac:spMk id="5" creationId="{7DC596BC-C6B8-AF16-0FD4-4624EC1E56E5}"/>
          </ac:spMkLst>
        </pc:spChg>
        <pc:spChg chg="add del mod">
          <ac:chgData name="辻本　航" userId="S::aa84439411@ms.nagasaki-u.ac.jp::53dfa694-903e-47f9-bd5b-00db30ff12b2" providerId="AD" clId="Web-{B53749ED-185A-F3FC-C2F9-01A0450953EC}" dt="2026-07-14T14:09:35.445" v="1958"/>
          <ac:spMkLst>
            <pc:docMk/>
            <pc:sldMk cId="1148650198" sldId="312"/>
            <ac:spMk id="6" creationId="{B00A3D36-DEDD-47B5-7A21-DFB3956A93EC}"/>
          </ac:spMkLst>
        </pc:spChg>
        <pc:spChg chg="add del mod">
          <ac:chgData name="辻本　航" userId="S::aa84439411@ms.nagasaki-u.ac.jp::53dfa694-903e-47f9-bd5b-00db30ff12b2" providerId="AD" clId="Web-{B53749ED-185A-F3FC-C2F9-01A0450953EC}" dt="2026-07-14T15:03:57.807" v="2264"/>
          <ac:spMkLst>
            <pc:docMk/>
            <pc:sldMk cId="1148650198" sldId="312"/>
            <ac:spMk id="7" creationId="{721C72EA-451E-7BB5-2D47-B1C3B62891B3}"/>
          </ac:spMkLst>
        </pc:spChg>
        <pc:spChg chg="add mod">
          <ac:chgData name="辻本　航" userId="S::aa84439411@ms.nagasaki-u.ac.jp::53dfa694-903e-47f9-bd5b-00db30ff12b2" providerId="AD" clId="Web-{B53749ED-185A-F3FC-C2F9-01A0450953EC}" dt="2026-07-14T15:34:01.734" v="2789" actId="20577"/>
          <ac:spMkLst>
            <pc:docMk/>
            <pc:sldMk cId="1148650198" sldId="312"/>
            <ac:spMk id="9" creationId="{59703B39-BD49-479D-26A6-EA6738575476}"/>
          </ac:spMkLst>
        </pc:spChg>
        <pc:spChg chg="add del mod">
          <ac:chgData name="辻本　航" userId="S::aa84439411@ms.nagasaki-u.ac.jp::53dfa694-903e-47f9-bd5b-00db30ff12b2" providerId="AD" clId="Web-{B53749ED-185A-F3FC-C2F9-01A0450953EC}" dt="2026-07-14T15:04:49.512" v="2278"/>
          <ac:spMkLst>
            <pc:docMk/>
            <pc:sldMk cId="1148650198" sldId="312"/>
            <ac:spMk id="10" creationId="{096DDA68-688A-7690-8FBD-B33F1AD786B0}"/>
          </ac:spMkLst>
        </pc:spChg>
        <pc:spChg chg="add del mod">
          <ac:chgData name="辻本　航" userId="S::aa84439411@ms.nagasaki-u.ac.jp::53dfa694-903e-47f9-bd5b-00db30ff12b2" providerId="AD" clId="Web-{B53749ED-185A-F3FC-C2F9-01A0450953EC}" dt="2026-07-14T15:08:16.598" v="2367"/>
          <ac:spMkLst>
            <pc:docMk/>
            <pc:sldMk cId="1148650198" sldId="312"/>
            <ac:spMk id="11" creationId="{715DFC41-B2DD-882C-CD1E-1BD0009EC0D7}"/>
          </ac:spMkLst>
        </pc:spChg>
        <pc:spChg chg="add del mod">
          <ac:chgData name="辻本　航" userId="S::aa84439411@ms.nagasaki-u.ac.jp::53dfa694-903e-47f9-bd5b-00db30ff12b2" providerId="AD" clId="Web-{B53749ED-185A-F3FC-C2F9-01A0450953EC}" dt="2026-07-14T15:08:16.598" v="2366"/>
          <ac:spMkLst>
            <pc:docMk/>
            <pc:sldMk cId="1148650198" sldId="312"/>
            <ac:spMk id="12" creationId="{8D41FD42-BF9E-DA8D-CE0C-9C3228881765}"/>
          </ac:spMkLst>
        </pc:spChg>
        <pc:spChg chg="add del mod">
          <ac:chgData name="辻本　航" userId="S::aa84439411@ms.nagasaki-u.ac.jp::53dfa694-903e-47f9-bd5b-00db30ff12b2" providerId="AD" clId="Web-{B53749ED-185A-F3FC-C2F9-01A0450953EC}" dt="2026-07-14T15:08:16.598" v="2364"/>
          <ac:spMkLst>
            <pc:docMk/>
            <pc:sldMk cId="1148650198" sldId="312"/>
            <ac:spMk id="14" creationId="{013F688A-5CE5-90D8-8A7A-1498D3C52E9C}"/>
          </ac:spMkLst>
        </pc:spChg>
        <pc:spChg chg="add del">
          <ac:chgData name="辻本　航" userId="S::aa84439411@ms.nagasaki-u.ac.jp::53dfa694-903e-47f9-bd5b-00db30ff12b2" providerId="AD" clId="Web-{B53749ED-185A-F3FC-C2F9-01A0450953EC}" dt="2026-07-14T15:09:50.148" v="2425"/>
          <ac:spMkLst>
            <pc:docMk/>
            <pc:sldMk cId="1148650198" sldId="312"/>
            <ac:spMk id="16" creationId="{76913BB3-30A0-B078-EC05-4485EEC2A253}"/>
          </ac:spMkLst>
        </pc:spChg>
        <pc:spChg chg="add del">
          <ac:chgData name="辻本　航" userId="S::aa84439411@ms.nagasaki-u.ac.jp::53dfa694-903e-47f9-bd5b-00db30ff12b2" providerId="AD" clId="Web-{B53749ED-185A-F3FC-C2F9-01A0450953EC}" dt="2026-07-14T15:09:50.148" v="2424"/>
          <ac:spMkLst>
            <pc:docMk/>
            <pc:sldMk cId="1148650198" sldId="312"/>
            <ac:spMk id="18" creationId="{C01E0746-AF0C-D13A-5187-0202AE9A4450}"/>
          </ac:spMkLst>
        </pc:spChg>
        <pc:spChg chg="add del">
          <ac:chgData name="辻本　航" userId="S::aa84439411@ms.nagasaki-u.ac.jp::53dfa694-903e-47f9-bd5b-00db30ff12b2" providerId="AD" clId="Web-{B53749ED-185A-F3FC-C2F9-01A0450953EC}" dt="2026-07-14T15:09:50.148" v="2422"/>
          <ac:spMkLst>
            <pc:docMk/>
            <pc:sldMk cId="1148650198" sldId="312"/>
            <ac:spMk id="22" creationId="{A64BD508-CACD-ED4E-1B92-D762F991C382}"/>
          </ac:spMkLst>
        </pc:spChg>
        <pc:spChg chg="add del">
          <ac:chgData name="辻本　航" userId="S::aa84439411@ms.nagasaki-u.ac.jp::53dfa694-903e-47f9-bd5b-00db30ff12b2" providerId="AD" clId="Web-{B53749ED-185A-F3FC-C2F9-01A0450953EC}" dt="2026-07-14T15:09:50.148" v="2421"/>
          <ac:spMkLst>
            <pc:docMk/>
            <pc:sldMk cId="1148650198" sldId="312"/>
            <ac:spMk id="24" creationId="{147090E6-07E3-DDF1-4AA4-A0E27C1DDC1F}"/>
          </ac:spMkLst>
        </pc:spChg>
        <pc:spChg chg="add del">
          <ac:chgData name="辻本　航" userId="S::aa84439411@ms.nagasaki-u.ac.jp::53dfa694-903e-47f9-bd5b-00db30ff12b2" providerId="AD" clId="Web-{B53749ED-185A-F3FC-C2F9-01A0450953EC}" dt="2026-07-14T15:09:50.148" v="2420"/>
          <ac:spMkLst>
            <pc:docMk/>
            <pc:sldMk cId="1148650198" sldId="312"/>
            <ac:spMk id="26" creationId="{24218620-B877-DABB-0608-20A89D4B89DC}"/>
          </ac:spMkLst>
        </pc:spChg>
        <pc:spChg chg="add del">
          <ac:chgData name="辻本　航" userId="S::aa84439411@ms.nagasaki-u.ac.jp::53dfa694-903e-47f9-bd5b-00db30ff12b2" providerId="AD" clId="Web-{B53749ED-185A-F3FC-C2F9-01A0450953EC}" dt="2026-07-14T15:09:50.148" v="2419"/>
          <ac:spMkLst>
            <pc:docMk/>
            <pc:sldMk cId="1148650198" sldId="312"/>
            <ac:spMk id="28" creationId="{F368F31D-54D8-02B8-E889-1B2DA9CDF76B}"/>
          </ac:spMkLst>
        </pc:spChg>
        <pc:spChg chg="del mod">
          <ac:chgData name="辻本　航" userId="S::aa84439411@ms.nagasaki-u.ac.jp::53dfa694-903e-47f9-bd5b-00db30ff12b2" providerId="AD" clId="Web-{B53749ED-185A-F3FC-C2F9-01A0450953EC}" dt="2026-07-14T15:08:16.598" v="2372"/>
          <ac:spMkLst>
            <pc:docMk/>
            <pc:sldMk cId="1148650198" sldId="312"/>
            <ac:spMk id="30" creationId="{F5277896-0292-F2EE-826D-847906886F1A}"/>
          </ac:spMkLst>
        </pc:spChg>
        <pc:spChg chg="del mod">
          <ac:chgData name="辻本　航" userId="S::aa84439411@ms.nagasaki-u.ac.jp::53dfa694-903e-47f9-bd5b-00db30ff12b2" providerId="AD" clId="Web-{B53749ED-185A-F3FC-C2F9-01A0450953EC}" dt="2026-07-14T15:08:16.598" v="2371"/>
          <ac:spMkLst>
            <pc:docMk/>
            <pc:sldMk cId="1148650198" sldId="312"/>
            <ac:spMk id="31" creationId="{2FA24402-4960-9351-3E2F-83F28027A982}"/>
          </ac:spMkLst>
        </pc:spChg>
        <pc:spChg chg="del mod">
          <ac:chgData name="辻本　航" userId="S::aa84439411@ms.nagasaki-u.ac.jp::53dfa694-903e-47f9-bd5b-00db30ff12b2" providerId="AD" clId="Web-{B53749ED-185A-F3FC-C2F9-01A0450953EC}" dt="2026-07-14T15:08:16.598" v="2369"/>
          <ac:spMkLst>
            <pc:docMk/>
            <pc:sldMk cId="1148650198" sldId="312"/>
            <ac:spMk id="33" creationId="{25348D19-DDF7-FFBC-2BD8-8B960883FD95}"/>
          </ac:spMkLst>
        </pc:spChg>
        <pc:spChg chg="add del">
          <ac:chgData name="辻本　航" userId="S::aa84439411@ms.nagasaki-u.ac.jp::53dfa694-903e-47f9-bd5b-00db30ff12b2" providerId="AD" clId="Web-{B53749ED-185A-F3FC-C2F9-01A0450953EC}" dt="2026-07-14T15:09:50.148" v="2417"/>
          <ac:spMkLst>
            <pc:docMk/>
            <pc:sldMk cId="1148650198" sldId="312"/>
            <ac:spMk id="36" creationId="{FA46C3CC-E9FE-E98A-F002-D9A2A6AB70E3}"/>
          </ac:spMkLst>
        </pc:spChg>
        <pc:cxnChg chg="add del mod">
          <ac:chgData name="辻本　航" userId="S::aa84439411@ms.nagasaki-u.ac.jp::53dfa694-903e-47f9-bd5b-00db30ff12b2" providerId="AD" clId="Web-{B53749ED-185A-F3FC-C2F9-01A0450953EC}" dt="2026-07-14T15:08:16.598" v="2365"/>
          <ac:cxnSpMkLst>
            <pc:docMk/>
            <pc:sldMk cId="1148650198" sldId="312"/>
            <ac:cxnSpMk id="13" creationId="{FA7EA297-EF8D-4B9D-304C-34E186DC932D}"/>
          </ac:cxnSpMkLst>
        </pc:cxnChg>
        <pc:cxnChg chg="add del">
          <ac:chgData name="辻本　航" userId="S::aa84439411@ms.nagasaki-u.ac.jp::53dfa694-903e-47f9-bd5b-00db30ff12b2" providerId="AD" clId="Web-{B53749ED-185A-F3FC-C2F9-01A0450953EC}" dt="2026-07-14T15:09:50.148" v="2423"/>
          <ac:cxnSpMkLst>
            <pc:docMk/>
            <pc:sldMk cId="1148650198" sldId="312"/>
            <ac:cxnSpMk id="20" creationId="{EF863B5F-551A-D9DF-209F-483EC46CD9FE}"/>
          </ac:cxnSpMkLst>
        </pc:cxnChg>
        <pc:cxnChg chg="del mod">
          <ac:chgData name="辻本　航" userId="S::aa84439411@ms.nagasaki-u.ac.jp::53dfa694-903e-47f9-bd5b-00db30ff12b2" providerId="AD" clId="Web-{B53749ED-185A-F3FC-C2F9-01A0450953EC}" dt="2026-07-14T15:08:16.598" v="2370"/>
          <ac:cxnSpMkLst>
            <pc:docMk/>
            <pc:sldMk cId="1148650198" sldId="312"/>
            <ac:cxnSpMk id="32" creationId="{FE5AD095-288F-E2D0-7FE2-83458AFF9F97}"/>
          </ac:cxnSpMkLst>
        </pc:cxnChg>
        <pc:cxnChg chg="add del">
          <ac:chgData name="辻本　航" userId="S::aa84439411@ms.nagasaki-u.ac.jp::53dfa694-903e-47f9-bd5b-00db30ff12b2" providerId="AD" clId="Web-{B53749ED-185A-F3FC-C2F9-01A0450953EC}" dt="2026-07-14T15:09:50.148" v="2418"/>
          <ac:cxnSpMkLst>
            <pc:docMk/>
            <pc:sldMk cId="1148650198" sldId="312"/>
            <ac:cxnSpMk id="34" creationId="{52F34360-DD2A-739A-95A7-5C47E8991D83}"/>
          </ac:cxnSpMkLst>
        </pc:cxnChg>
      </pc:sldChg>
      <pc:sldChg chg="addSp delSp modSp add replId">
        <pc:chgData name="辻本　航" userId="S::aa84439411@ms.nagasaki-u.ac.jp::53dfa694-903e-47f9-bd5b-00db30ff12b2" providerId="AD" clId="Web-{B53749ED-185A-F3FC-C2F9-01A0450953EC}" dt="2026-07-14T15:36:20.757" v="2814" actId="20577"/>
        <pc:sldMkLst>
          <pc:docMk/>
          <pc:sldMk cId="1340849714" sldId="313"/>
        </pc:sldMkLst>
        <pc:spChg chg="mod">
          <ac:chgData name="辻本　航" userId="S::aa84439411@ms.nagasaki-u.ac.jp::53dfa694-903e-47f9-bd5b-00db30ff12b2" providerId="AD" clId="Web-{B53749ED-185A-F3FC-C2F9-01A0450953EC}" dt="2026-07-14T15:36:20.757" v="2814" actId="20577"/>
          <ac:spMkLst>
            <pc:docMk/>
            <pc:sldMk cId="1340849714" sldId="313"/>
            <ac:spMk id="2" creationId="{8E6AF331-0234-6FC2-8A44-A14C3D83BF31}"/>
          </ac:spMkLst>
        </pc:spChg>
        <pc:spChg chg="add del mod">
          <ac:chgData name="辻本　航" userId="S::aa84439411@ms.nagasaki-u.ac.jp::53dfa694-903e-47f9-bd5b-00db30ff12b2" providerId="AD" clId="Web-{B53749ED-185A-F3FC-C2F9-01A0450953EC}" dt="2026-07-14T15:01:26.143" v="2224"/>
          <ac:spMkLst>
            <pc:docMk/>
            <pc:sldMk cId="1340849714" sldId="313"/>
            <ac:spMk id="3" creationId="{2E0932D9-13DE-CAE4-CCBA-D8AEF1F2CAAD}"/>
          </ac:spMkLst>
        </pc:spChg>
        <pc:spChg chg="mod">
          <ac:chgData name="辻本　航" userId="S::aa84439411@ms.nagasaki-u.ac.jp::53dfa694-903e-47f9-bd5b-00db30ff12b2" providerId="AD" clId="Web-{B53749ED-185A-F3FC-C2F9-01A0450953EC}" dt="2026-07-14T15:09:29.257" v="2415" actId="20577"/>
          <ac:spMkLst>
            <pc:docMk/>
            <pc:sldMk cId="1340849714" sldId="313"/>
            <ac:spMk id="4" creationId="{294CB8CE-8270-BF3A-639E-598B58E36824}"/>
          </ac:spMkLst>
        </pc:spChg>
        <pc:spChg chg="add del mod">
          <ac:chgData name="辻本　航" userId="S::aa84439411@ms.nagasaki-u.ac.jp::53dfa694-903e-47f9-bd5b-00db30ff12b2" providerId="AD" clId="Web-{B53749ED-185A-F3FC-C2F9-01A0450953EC}" dt="2026-07-14T15:06:14.125" v="2306"/>
          <ac:spMkLst>
            <pc:docMk/>
            <pc:sldMk cId="1340849714" sldId="313"/>
            <ac:spMk id="6" creationId="{A9176624-D32F-114E-259C-0B9926172E21}"/>
          </ac:spMkLst>
        </pc:spChg>
        <pc:spChg chg="add del">
          <ac:chgData name="辻本　航" userId="S::aa84439411@ms.nagasaki-u.ac.jp::53dfa694-903e-47f9-bd5b-00db30ff12b2" providerId="AD" clId="Web-{B53749ED-185A-F3FC-C2F9-01A0450953EC}" dt="2026-07-14T15:20:32.124" v="2576"/>
          <ac:spMkLst>
            <pc:docMk/>
            <pc:sldMk cId="1340849714" sldId="313"/>
            <ac:spMk id="8" creationId="{62245CAC-3EAB-3097-55F0-3D61F1A550CA}"/>
          </ac:spMkLst>
        </pc:spChg>
        <pc:spChg chg="add del">
          <ac:chgData name="辻本　航" userId="S::aa84439411@ms.nagasaki-u.ac.jp::53dfa694-903e-47f9-bd5b-00db30ff12b2" providerId="AD" clId="Web-{B53749ED-185A-F3FC-C2F9-01A0450953EC}" dt="2026-07-14T15:07:36.893" v="2343"/>
          <ac:spMkLst>
            <pc:docMk/>
            <pc:sldMk cId="1340849714" sldId="313"/>
            <ac:spMk id="10" creationId="{24FA8BBB-5C91-889D-7126-C4D86178CF67}"/>
          </ac:spMkLst>
        </pc:spChg>
        <pc:spChg chg="add del">
          <ac:chgData name="辻本　航" userId="S::aa84439411@ms.nagasaki-u.ac.jp::53dfa694-903e-47f9-bd5b-00db30ff12b2" providerId="AD" clId="Web-{B53749ED-185A-F3FC-C2F9-01A0450953EC}" dt="2026-07-14T15:07:36.893" v="2342"/>
          <ac:spMkLst>
            <pc:docMk/>
            <pc:sldMk cId="1340849714" sldId="313"/>
            <ac:spMk id="12" creationId="{55F28A96-CDE8-0B5C-95FA-F5EAF4BFA0EA}"/>
          </ac:spMkLst>
        </pc:spChg>
        <pc:spChg chg="add del">
          <ac:chgData name="辻本　航" userId="S::aa84439411@ms.nagasaki-u.ac.jp::53dfa694-903e-47f9-bd5b-00db30ff12b2" providerId="AD" clId="Web-{B53749ED-185A-F3FC-C2F9-01A0450953EC}" dt="2026-07-14T15:07:30.159" v="2339"/>
          <ac:spMkLst>
            <pc:docMk/>
            <pc:sldMk cId="1340849714" sldId="313"/>
            <ac:spMk id="16" creationId="{271BC2F8-4DF0-A885-8EB2-B205B2AA2F7A}"/>
          </ac:spMkLst>
        </pc:spChg>
        <pc:spChg chg="add del">
          <ac:chgData name="辻本　航" userId="S::aa84439411@ms.nagasaki-u.ac.jp::53dfa694-903e-47f9-bd5b-00db30ff12b2" providerId="AD" clId="Web-{B53749ED-185A-F3FC-C2F9-01A0450953EC}" dt="2026-07-14T15:07:30.159" v="2338"/>
          <ac:spMkLst>
            <pc:docMk/>
            <pc:sldMk cId="1340849714" sldId="313"/>
            <ac:spMk id="18" creationId="{0DDF62FD-2162-F90F-AC83-EEC594A102D7}"/>
          </ac:spMkLst>
        </pc:spChg>
        <pc:spChg chg="add del">
          <ac:chgData name="辻本　航" userId="S::aa84439411@ms.nagasaki-u.ac.jp::53dfa694-903e-47f9-bd5b-00db30ff12b2" providerId="AD" clId="Web-{B53749ED-185A-F3FC-C2F9-01A0450953EC}" dt="2026-07-14T15:07:30.159" v="2337"/>
          <ac:spMkLst>
            <pc:docMk/>
            <pc:sldMk cId="1340849714" sldId="313"/>
            <ac:spMk id="20" creationId="{C6E6E074-495E-08E5-9EFE-263DAD5BE8E5}"/>
          </ac:spMkLst>
        </pc:spChg>
        <pc:spChg chg="add del">
          <ac:chgData name="辻本　航" userId="S::aa84439411@ms.nagasaki-u.ac.jp::53dfa694-903e-47f9-bd5b-00db30ff12b2" providerId="AD" clId="Web-{B53749ED-185A-F3FC-C2F9-01A0450953EC}" dt="2026-07-14T15:07:30.159" v="2336"/>
          <ac:spMkLst>
            <pc:docMk/>
            <pc:sldMk cId="1340849714" sldId="313"/>
            <ac:spMk id="22" creationId="{13DEB55B-B2F3-E0C8-9F13-AE1FC7E72A7A}"/>
          </ac:spMkLst>
        </pc:spChg>
        <pc:spChg chg="add del">
          <ac:chgData name="辻本　航" userId="S::aa84439411@ms.nagasaki-u.ac.jp::53dfa694-903e-47f9-bd5b-00db30ff12b2" providerId="AD" clId="Web-{B53749ED-185A-F3FC-C2F9-01A0450953EC}" dt="2026-07-14T15:07:27.456" v="2334"/>
          <ac:spMkLst>
            <pc:docMk/>
            <pc:sldMk cId="1340849714" sldId="313"/>
            <ac:spMk id="26" creationId="{1E7F7D4F-3659-9A06-D5B0-066E052949F9}"/>
          </ac:spMkLst>
        </pc:spChg>
        <pc:spChg chg="add mod">
          <ac:chgData name="辻本　航" userId="S::aa84439411@ms.nagasaki-u.ac.jp::53dfa694-903e-47f9-bd5b-00db30ff12b2" providerId="AD" clId="Web-{B53749ED-185A-F3FC-C2F9-01A0450953EC}" dt="2026-07-14T15:09:02.881" v="2396"/>
          <ac:spMkLst>
            <pc:docMk/>
            <pc:sldMk cId="1340849714" sldId="313"/>
            <ac:spMk id="28" creationId="{100EE872-1A84-78CF-5200-D4172D275C9B}"/>
          </ac:spMkLst>
        </pc:spChg>
        <pc:spChg chg="del mod">
          <ac:chgData name="辻本　航" userId="S::aa84439411@ms.nagasaki-u.ac.jp::53dfa694-903e-47f9-bd5b-00db30ff12b2" providerId="AD" clId="Web-{B53749ED-185A-F3FC-C2F9-01A0450953EC}" dt="2026-07-14T15:06:14.125" v="2310"/>
          <ac:spMkLst>
            <pc:docMk/>
            <pc:sldMk cId="1340849714" sldId="313"/>
            <ac:spMk id="30" creationId="{DBF7762C-5776-1839-7F11-887D7BC0C332}"/>
          </ac:spMkLst>
        </pc:spChg>
        <pc:spChg chg="del mod">
          <ac:chgData name="辻本　航" userId="S::aa84439411@ms.nagasaki-u.ac.jp::53dfa694-903e-47f9-bd5b-00db30ff12b2" providerId="AD" clId="Web-{B53749ED-185A-F3FC-C2F9-01A0450953EC}" dt="2026-07-14T15:06:14.125" v="2309"/>
          <ac:spMkLst>
            <pc:docMk/>
            <pc:sldMk cId="1340849714" sldId="313"/>
            <ac:spMk id="31" creationId="{9AA5C92C-BA7E-8CD7-4AF7-7ED2739CDE30}"/>
          </ac:spMkLst>
        </pc:spChg>
        <pc:spChg chg="del mod">
          <ac:chgData name="辻本　航" userId="S::aa84439411@ms.nagasaki-u.ac.jp::53dfa694-903e-47f9-bd5b-00db30ff12b2" providerId="AD" clId="Web-{B53749ED-185A-F3FC-C2F9-01A0450953EC}" dt="2026-07-14T15:06:14.125" v="2307"/>
          <ac:spMkLst>
            <pc:docMk/>
            <pc:sldMk cId="1340849714" sldId="313"/>
            <ac:spMk id="33" creationId="{D280E071-5930-6FB7-7D28-3A18209C31FC}"/>
          </ac:spMkLst>
        </pc:spChg>
        <pc:spChg chg="add mod">
          <ac:chgData name="辻本　航" userId="S::aa84439411@ms.nagasaki-u.ac.jp::53dfa694-903e-47f9-bd5b-00db30ff12b2" providerId="AD" clId="Web-{B53749ED-185A-F3FC-C2F9-01A0450953EC}" dt="2026-07-14T15:09:02.881" v="2397"/>
          <ac:spMkLst>
            <pc:docMk/>
            <pc:sldMk cId="1340849714" sldId="313"/>
            <ac:spMk id="34" creationId="{435A76B1-8852-6B83-5D61-B7A734CCEBA5}"/>
          </ac:spMkLst>
        </pc:spChg>
        <pc:spChg chg="add mod">
          <ac:chgData name="辻本　航" userId="S::aa84439411@ms.nagasaki-u.ac.jp::53dfa694-903e-47f9-bd5b-00db30ff12b2" providerId="AD" clId="Web-{B53749ED-185A-F3FC-C2F9-01A0450953EC}" dt="2026-07-14T15:34:23.158" v="2809" actId="20577"/>
          <ac:spMkLst>
            <pc:docMk/>
            <pc:sldMk cId="1340849714" sldId="313"/>
            <ac:spMk id="38" creationId="{2F1E401A-1238-1247-F64B-FE4084EC6F2F}"/>
          </ac:spMkLst>
        </pc:spChg>
        <pc:spChg chg="add mod">
          <ac:chgData name="辻本　航" userId="S::aa84439411@ms.nagasaki-u.ac.jp::53dfa694-903e-47f9-bd5b-00db30ff12b2" providerId="AD" clId="Web-{B53749ED-185A-F3FC-C2F9-01A0450953EC}" dt="2026-07-14T15:09:02.881" v="2399"/>
          <ac:spMkLst>
            <pc:docMk/>
            <pc:sldMk cId="1340849714" sldId="313"/>
            <ac:spMk id="40" creationId="{149C56E2-3323-25F5-147A-7692E677465D}"/>
          </ac:spMkLst>
        </pc:spChg>
        <pc:spChg chg="add mod">
          <ac:chgData name="辻本　航" userId="S::aa84439411@ms.nagasaki-u.ac.jp::53dfa694-903e-47f9-bd5b-00db30ff12b2" providerId="AD" clId="Web-{B53749ED-185A-F3FC-C2F9-01A0450953EC}" dt="2026-07-14T15:09:02.881" v="2400"/>
          <ac:spMkLst>
            <pc:docMk/>
            <pc:sldMk cId="1340849714" sldId="313"/>
            <ac:spMk id="42" creationId="{CB8238B6-B42C-7C26-C66E-0A62983EB5A9}"/>
          </ac:spMkLst>
        </pc:spChg>
        <pc:spChg chg="add mod">
          <ac:chgData name="辻本　航" userId="S::aa84439411@ms.nagasaki-u.ac.jp::53dfa694-903e-47f9-bd5b-00db30ff12b2" providerId="AD" clId="Web-{B53749ED-185A-F3FC-C2F9-01A0450953EC}" dt="2026-07-14T15:09:02.881" v="2401"/>
          <ac:spMkLst>
            <pc:docMk/>
            <pc:sldMk cId="1340849714" sldId="313"/>
            <ac:spMk id="44" creationId="{4EA2A04C-D146-00E4-F050-3EF23CD36862}"/>
          </ac:spMkLst>
        </pc:spChg>
        <pc:spChg chg="add mod">
          <ac:chgData name="辻本　航" userId="S::aa84439411@ms.nagasaki-u.ac.jp::53dfa694-903e-47f9-bd5b-00db30ff12b2" providerId="AD" clId="Web-{B53749ED-185A-F3FC-C2F9-01A0450953EC}" dt="2026-07-14T15:09:02.990" v="2402"/>
          <ac:spMkLst>
            <pc:docMk/>
            <pc:sldMk cId="1340849714" sldId="313"/>
            <ac:spMk id="48" creationId="{704FDA67-15B8-BE4A-ABF3-09FB2C4129E8}"/>
          </ac:spMkLst>
        </pc:spChg>
        <pc:spChg chg="add">
          <ac:chgData name="辻本　航" userId="S::aa84439411@ms.nagasaki-u.ac.jp::53dfa694-903e-47f9-bd5b-00db30ff12b2" providerId="AD" clId="Web-{B53749ED-185A-F3FC-C2F9-01A0450953EC}" dt="2026-07-14T15:20:35.218" v="2577"/>
          <ac:spMkLst>
            <pc:docMk/>
            <pc:sldMk cId="1340849714" sldId="313"/>
            <ac:spMk id="50" creationId="{70FCD93F-1D7F-9D15-18E6-B1E790DEE727}"/>
          </ac:spMkLst>
        </pc:spChg>
        <pc:cxnChg chg="add del">
          <ac:chgData name="辻本　航" userId="S::aa84439411@ms.nagasaki-u.ac.jp::53dfa694-903e-47f9-bd5b-00db30ff12b2" providerId="AD" clId="Web-{B53749ED-185A-F3FC-C2F9-01A0450953EC}" dt="2026-07-14T15:07:36.893" v="2341"/>
          <ac:cxnSpMkLst>
            <pc:docMk/>
            <pc:sldMk cId="1340849714" sldId="313"/>
            <ac:cxnSpMk id="14" creationId="{D4D9E763-0DE8-0FEE-D3DB-0F957B2540DD}"/>
          </ac:cxnSpMkLst>
        </pc:cxnChg>
        <pc:cxnChg chg="add del">
          <ac:chgData name="辻本　航" userId="S::aa84439411@ms.nagasaki-u.ac.jp::53dfa694-903e-47f9-bd5b-00db30ff12b2" providerId="AD" clId="Web-{B53749ED-185A-F3FC-C2F9-01A0450953EC}" dt="2026-07-14T15:07:30.159" v="2335"/>
          <ac:cxnSpMkLst>
            <pc:docMk/>
            <pc:sldMk cId="1340849714" sldId="313"/>
            <ac:cxnSpMk id="24" creationId="{4B00EE93-A5CC-5FCF-2926-4D863463935A}"/>
          </ac:cxnSpMkLst>
        </pc:cxnChg>
        <pc:cxnChg chg="del mod">
          <ac:chgData name="辻本　航" userId="S::aa84439411@ms.nagasaki-u.ac.jp::53dfa694-903e-47f9-bd5b-00db30ff12b2" providerId="AD" clId="Web-{B53749ED-185A-F3FC-C2F9-01A0450953EC}" dt="2026-07-14T15:06:14.125" v="2308"/>
          <ac:cxnSpMkLst>
            <pc:docMk/>
            <pc:sldMk cId="1340849714" sldId="313"/>
            <ac:cxnSpMk id="32" creationId="{C3620D93-1B0A-93AB-B808-10315A654B18}"/>
          </ac:cxnSpMkLst>
        </pc:cxnChg>
        <pc:cxnChg chg="add mod">
          <ac:chgData name="辻本　航" userId="S::aa84439411@ms.nagasaki-u.ac.jp::53dfa694-903e-47f9-bd5b-00db30ff12b2" providerId="AD" clId="Web-{B53749ED-185A-F3FC-C2F9-01A0450953EC}" dt="2026-07-14T15:09:07.412" v="2403"/>
          <ac:cxnSpMkLst>
            <pc:docMk/>
            <pc:sldMk cId="1340849714" sldId="313"/>
            <ac:cxnSpMk id="36" creationId="{95304711-5111-2786-6B38-BD13C5203DC8}"/>
          </ac:cxnSpMkLst>
        </pc:cxnChg>
        <pc:cxnChg chg="add mod">
          <ac:chgData name="辻本　航" userId="S::aa84439411@ms.nagasaki-u.ac.jp::53dfa694-903e-47f9-bd5b-00db30ff12b2" providerId="AD" clId="Web-{B53749ED-185A-F3FC-C2F9-01A0450953EC}" dt="2026-07-14T15:09:07.443" v="2404"/>
          <ac:cxnSpMkLst>
            <pc:docMk/>
            <pc:sldMk cId="1340849714" sldId="313"/>
            <ac:cxnSpMk id="46" creationId="{465B642C-A86E-E10E-9121-579C0F4FBD3C}"/>
          </ac:cxnSpMkLst>
        </pc:cxnChg>
      </pc:sldChg>
      <pc:sldChg chg="addSp delSp modSp add replId">
        <pc:chgData name="辻本　航" userId="S::aa84439411@ms.nagasaki-u.ac.jp::53dfa694-903e-47f9-bd5b-00db30ff12b2" providerId="AD" clId="Web-{B53749ED-185A-F3FC-C2F9-01A0450953EC}" dt="2026-07-14T15:35:03.159" v="2810" actId="20577"/>
        <pc:sldMkLst>
          <pc:docMk/>
          <pc:sldMk cId="526844032" sldId="315"/>
        </pc:sldMkLst>
        <pc:spChg chg="mod">
          <ac:chgData name="辻本　航" userId="S::aa84439411@ms.nagasaki-u.ac.jp::53dfa694-903e-47f9-bd5b-00db30ff12b2" providerId="AD" clId="Web-{B53749ED-185A-F3FC-C2F9-01A0450953EC}" dt="2026-07-14T15:35:03.159" v="2810" actId="20577"/>
          <ac:spMkLst>
            <pc:docMk/>
            <pc:sldMk cId="526844032" sldId="315"/>
            <ac:spMk id="2" creationId="{F48AB94C-E812-892B-E9CE-1DA0C4C7D77B}"/>
          </ac:spMkLst>
        </pc:spChg>
        <pc:spChg chg="add">
          <ac:chgData name="辻本　航" userId="S::aa84439411@ms.nagasaki-u.ac.jp::53dfa694-903e-47f9-bd5b-00db30ff12b2" providerId="AD" clId="Web-{B53749ED-185A-F3FC-C2F9-01A0450953EC}" dt="2026-07-14T14:59:12.983" v="2197"/>
          <ac:spMkLst>
            <pc:docMk/>
            <pc:sldMk cId="526844032" sldId="315"/>
            <ac:spMk id="7" creationId="{6889361B-ED1F-F22A-799E-8D7E6478B5A9}"/>
          </ac:spMkLst>
        </pc:spChg>
        <pc:spChg chg="add">
          <ac:chgData name="辻本　航" userId="S::aa84439411@ms.nagasaki-u.ac.jp::53dfa694-903e-47f9-bd5b-00db30ff12b2" providerId="AD" clId="Web-{B53749ED-185A-F3FC-C2F9-01A0450953EC}" dt="2026-07-14T14:59:12.998" v="2198"/>
          <ac:spMkLst>
            <pc:docMk/>
            <pc:sldMk cId="526844032" sldId="315"/>
            <ac:spMk id="18" creationId="{312C680F-4D8C-500C-3358-337B4FC80629}"/>
          </ac:spMkLst>
        </pc:spChg>
        <pc:spChg chg="del">
          <ac:chgData name="辻本　航" userId="S::aa84439411@ms.nagasaki-u.ac.jp::53dfa694-903e-47f9-bd5b-00db30ff12b2" providerId="AD" clId="Web-{B53749ED-185A-F3FC-C2F9-01A0450953EC}" dt="2026-07-14T14:59:27.936" v="2200"/>
          <ac:spMkLst>
            <pc:docMk/>
            <pc:sldMk cId="526844032" sldId="315"/>
            <ac:spMk id="27" creationId="{CBC8FCE2-CB4A-76FD-62D2-DCDF47FB6B04}"/>
          </ac:spMkLst>
        </pc:spChg>
      </pc:sldChg>
      <pc:sldChg chg="modSp add replId">
        <pc:chgData name="辻本　航" userId="S::aa84439411@ms.nagasaki-u.ac.jp::53dfa694-903e-47f9-bd5b-00db30ff12b2" providerId="AD" clId="Web-{B53749ED-185A-F3FC-C2F9-01A0450953EC}" dt="2026-07-14T14:58:19.809" v="2192" actId="20577"/>
        <pc:sldMkLst>
          <pc:docMk/>
          <pc:sldMk cId="3181152066" sldId="316"/>
        </pc:sldMkLst>
        <pc:spChg chg="mod">
          <ac:chgData name="辻本　航" userId="S::aa84439411@ms.nagasaki-u.ac.jp::53dfa694-903e-47f9-bd5b-00db30ff12b2" providerId="AD" clId="Web-{B53749ED-185A-F3FC-C2F9-01A0450953EC}" dt="2026-07-14T14:58:13.575" v="2189" actId="20577"/>
          <ac:spMkLst>
            <pc:docMk/>
            <pc:sldMk cId="3181152066" sldId="316"/>
            <ac:spMk id="2" creationId="{67E62E02-04D6-C1EA-4C56-78C2E4551634}"/>
          </ac:spMkLst>
        </pc:spChg>
        <pc:spChg chg="mod">
          <ac:chgData name="辻本　航" userId="S::aa84439411@ms.nagasaki-u.ac.jp::53dfa694-903e-47f9-bd5b-00db30ff12b2" providerId="AD" clId="Web-{B53749ED-185A-F3FC-C2F9-01A0450953EC}" dt="2026-07-14T14:58:16.809" v="2190" actId="20577"/>
          <ac:spMkLst>
            <pc:docMk/>
            <pc:sldMk cId="3181152066" sldId="316"/>
            <ac:spMk id="3" creationId="{6472A745-22B7-CD31-A574-B74230AEDD68}"/>
          </ac:spMkLst>
        </pc:spChg>
        <pc:spChg chg="mod">
          <ac:chgData name="辻本　航" userId="S::aa84439411@ms.nagasaki-u.ac.jp::53dfa694-903e-47f9-bd5b-00db30ff12b2" providerId="AD" clId="Web-{B53749ED-185A-F3FC-C2F9-01A0450953EC}" dt="2026-07-14T14:58:18.575" v="2191" actId="20577"/>
          <ac:spMkLst>
            <pc:docMk/>
            <pc:sldMk cId="3181152066" sldId="316"/>
            <ac:spMk id="15" creationId="{3B72D40A-70D6-3B9A-2CEF-3CD478898393}"/>
          </ac:spMkLst>
        </pc:spChg>
        <pc:spChg chg="mod">
          <ac:chgData name="辻本　航" userId="S::aa84439411@ms.nagasaki-u.ac.jp::53dfa694-903e-47f9-bd5b-00db30ff12b2" providerId="AD" clId="Web-{B53749ED-185A-F3FC-C2F9-01A0450953EC}" dt="2026-07-14T14:58:19.809" v="2192" actId="20577"/>
          <ac:spMkLst>
            <pc:docMk/>
            <pc:sldMk cId="3181152066" sldId="316"/>
            <ac:spMk id="16" creationId="{7F02369F-660A-15C1-8E58-10D474BA9732}"/>
          </ac:spMkLst>
        </pc:spChg>
      </pc:sldChg>
      <pc:sldChg chg="addSp delSp modSp add replId">
        <pc:chgData name="辻本　航" userId="S::aa84439411@ms.nagasaki-u.ac.jp::53dfa694-903e-47f9-bd5b-00db30ff12b2" providerId="AD" clId="Web-{B53749ED-185A-F3FC-C2F9-01A0450953EC}" dt="2026-07-14T15:34:14.470" v="2803" actId="20577"/>
        <pc:sldMkLst>
          <pc:docMk/>
          <pc:sldMk cId="1085441070" sldId="317"/>
        </pc:sldMkLst>
        <pc:spChg chg="add mod">
          <ac:chgData name="辻本　航" userId="S::aa84439411@ms.nagasaki-u.ac.jp::53dfa694-903e-47f9-bd5b-00db30ff12b2" providerId="AD" clId="Web-{B53749ED-185A-F3FC-C2F9-01A0450953EC}" dt="2026-07-14T15:34:14.470" v="2803" actId="20577"/>
          <ac:spMkLst>
            <pc:docMk/>
            <pc:sldMk cId="1085441070" sldId="317"/>
            <ac:spMk id="2" creationId="{D539348C-FA61-E81B-46E7-0AF31A98FE08}"/>
          </ac:spMkLst>
        </pc:spChg>
        <pc:spChg chg="add">
          <ac:chgData name="辻本　航" userId="S::aa84439411@ms.nagasaki-u.ac.jp::53dfa694-903e-47f9-bd5b-00db30ff12b2" providerId="AD" clId="Web-{B53749ED-185A-F3FC-C2F9-01A0450953EC}" dt="2026-07-14T15:20:28.983" v="2575"/>
          <ac:spMkLst>
            <pc:docMk/>
            <pc:sldMk cId="1085441070" sldId="317"/>
            <ac:spMk id="4" creationId="{35AE4A67-CED8-0DD5-1BDB-ABFCB9A41767}"/>
          </ac:spMkLst>
        </pc:spChg>
        <pc:spChg chg="del">
          <ac:chgData name="辻本　航" userId="S::aa84439411@ms.nagasaki-u.ac.jp::53dfa694-903e-47f9-bd5b-00db30ff12b2" providerId="AD" clId="Web-{B53749ED-185A-F3FC-C2F9-01A0450953EC}" dt="2026-07-14T15:20:26.811" v="2574"/>
          <ac:spMkLst>
            <pc:docMk/>
            <pc:sldMk cId="1085441070" sldId="317"/>
            <ac:spMk id="5" creationId="{70EE6AD3-6149-D3DC-3A6B-36C9F93B7231}"/>
          </ac:spMkLst>
        </pc:spChg>
        <pc:spChg chg="mod">
          <ac:chgData name="辻本　航" userId="S::aa84439411@ms.nagasaki-u.ac.jp::53dfa694-903e-47f9-bd5b-00db30ff12b2" providerId="AD" clId="Web-{B53749ED-185A-F3FC-C2F9-01A0450953EC}" dt="2026-07-14T15:34:11.922" v="2800" actId="20577"/>
          <ac:spMkLst>
            <pc:docMk/>
            <pc:sldMk cId="1085441070" sldId="317"/>
            <ac:spMk id="9" creationId="{CE33789D-8870-CA2F-ADC5-BD82CFCC972A}"/>
          </ac:spMkLst>
        </pc:spChg>
        <pc:spChg chg="mod">
          <ac:chgData name="辻本　航" userId="S::aa84439411@ms.nagasaki-u.ac.jp::53dfa694-903e-47f9-bd5b-00db30ff12b2" providerId="AD" clId="Web-{B53749ED-185A-F3FC-C2F9-01A0450953EC}" dt="2026-07-14T15:10:54.010" v="2445" actId="20577"/>
          <ac:spMkLst>
            <pc:docMk/>
            <pc:sldMk cId="1085441070" sldId="317"/>
            <ac:spMk id="22" creationId="{6D5F6E4B-9954-18FF-E0BC-DD65E2F2F44A}"/>
          </ac:spMkLst>
        </pc:spChg>
        <pc:spChg chg="mod">
          <ac:chgData name="辻本　航" userId="S::aa84439411@ms.nagasaki-u.ac.jp::53dfa694-903e-47f9-bd5b-00db30ff12b2" providerId="AD" clId="Web-{B53749ED-185A-F3FC-C2F9-01A0450953EC}" dt="2026-07-14T15:10:44.290" v="2442"/>
          <ac:spMkLst>
            <pc:docMk/>
            <pc:sldMk cId="1085441070" sldId="317"/>
            <ac:spMk id="26" creationId="{7A84FDAE-A2A4-A53B-396C-367398CCA6EA}"/>
          </ac:spMkLst>
        </pc:spChg>
        <pc:spChg chg="mod">
          <ac:chgData name="辻本　航" userId="S::aa84439411@ms.nagasaki-u.ac.jp::53dfa694-903e-47f9-bd5b-00db30ff12b2" providerId="AD" clId="Web-{B53749ED-185A-F3FC-C2F9-01A0450953EC}" dt="2026-07-14T15:10:44.322" v="2443"/>
          <ac:spMkLst>
            <pc:docMk/>
            <pc:sldMk cId="1085441070" sldId="317"/>
            <ac:spMk id="28" creationId="{4BB499B4-D2DB-0725-EDC9-85E2B56F249F}"/>
          </ac:spMkLst>
        </pc:spChg>
        <pc:cxnChg chg="mod">
          <ac:chgData name="辻本　航" userId="S::aa84439411@ms.nagasaki-u.ac.jp::53dfa694-903e-47f9-bd5b-00db30ff12b2" providerId="AD" clId="Web-{B53749ED-185A-F3FC-C2F9-01A0450953EC}" dt="2026-07-14T15:10:37.587" v="2441"/>
          <ac:cxnSpMkLst>
            <pc:docMk/>
            <pc:sldMk cId="1085441070" sldId="317"/>
            <ac:cxnSpMk id="34" creationId="{137F2C20-DAA9-C3A0-27F9-02B6D0BF0C6B}"/>
          </ac:cxnSpMkLst>
        </pc:cxnChg>
      </pc:sldChg>
      <pc:sldChg chg="add del replId">
        <pc:chgData name="辻本　航" userId="S::aa84439411@ms.nagasaki-u.ac.jp::53dfa694-903e-47f9-bd5b-00db30ff12b2" providerId="AD" clId="Web-{B53749ED-185A-F3FC-C2F9-01A0450953EC}" dt="2026-07-14T15:10:16.055" v="2429"/>
        <pc:sldMkLst>
          <pc:docMk/>
          <pc:sldMk cId="25186034" sldId="318"/>
        </pc:sldMkLst>
      </pc:sldChg>
      <pc:sldChg chg="addSp delSp modSp new">
        <pc:chgData name="辻本　航" userId="S::aa84439411@ms.nagasaki-u.ac.jp::53dfa694-903e-47f9-bd5b-00db30ff12b2" providerId="AD" clId="Web-{B53749ED-185A-F3FC-C2F9-01A0450953EC}" dt="2026-07-14T15:56:53.397" v="3022" actId="14100"/>
        <pc:sldMkLst>
          <pc:docMk/>
          <pc:sldMk cId="294387253" sldId="318"/>
        </pc:sldMkLst>
        <pc:spChg chg="mod">
          <ac:chgData name="辻本　航" userId="S::aa84439411@ms.nagasaki-u.ac.jp::53dfa694-903e-47f9-bd5b-00db30ff12b2" providerId="AD" clId="Web-{B53749ED-185A-F3FC-C2F9-01A0450953EC}" dt="2026-07-14T15:42:17.928" v="2820" actId="20577"/>
          <ac:spMkLst>
            <pc:docMk/>
            <pc:sldMk cId="294387253" sldId="318"/>
            <ac:spMk id="2" creationId="{3BBAC28E-A319-BB7C-AAA5-6CC217140131}"/>
          </ac:spMkLst>
        </pc:spChg>
        <pc:spChg chg="mod">
          <ac:chgData name="辻本　航" userId="S::aa84439411@ms.nagasaki-u.ac.jp::53dfa694-903e-47f9-bd5b-00db30ff12b2" providerId="AD" clId="Web-{B53749ED-185A-F3FC-C2F9-01A0450953EC}" dt="2026-07-14T15:56:53.397" v="3022" actId="14100"/>
          <ac:spMkLst>
            <pc:docMk/>
            <pc:sldMk cId="294387253" sldId="318"/>
            <ac:spMk id="3" creationId="{B934C871-BCEA-39C1-ED05-75ED771B28AB}"/>
          </ac:spMkLst>
        </pc:spChg>
        <pc:spChg chg="add del mod">
          <ac:chgData name="辻本　航" userId="S::aa84439411@ms.nagasaki-u.ac.jp::53dfa694-903e-47f9-bd5b-00db30ff12b2" providerId="AD" clId="Web-{B53749ED-185A-F3FC-C2F9-01A0450953EC}" dt="2026-07-14T15:47:36.641" v="2873"/>
          <ac:spMkLst>
            <pc:docMk/>
            <pc:sldMk cId="294387253" sldId="318"/>
            <ac:spMk id="6" creationId="{0184C7FA-7E4D-4540-DC2D-B2D7C054AC65}"/>
          </ac:spMkLst>
        </pc:spChg>
        <pc:spChg chg="add mod">
          <ac:chgData name="辻本　航" userId="S::aa84439411@ms.nagasaki-u.ac.jp::53dfa694-903e-47f9-bd5b-00db30ff12b2" providerId="AD" clId="Web-{B53749ED-185A-F3FC-C2F9-01A0450953EC}" dt="2026-07-14T15:52:44.792" v="2985" actId="20577"/>
          <ac:spMkLst>
            <pc:docMk/>
            <pc:sldMk cId="294387253" sldId="318"/>
            <ac:spMk id="7" creationId="{5A172890-1BEC-070E-7719-CC20388C25A8}"/>
          </ac:spMkLst>
        </pc:spChg>
        <pc:picChg chg="add mod">
          <ac:chgData name="辻本　航" userId="S::aa84439411@ms.nagasaki-u.ac.jp::53dfa694-903e-47f9-bd5b-00db30ff12b2" providerId="AD" clId="Web-{B53749ED-185A-F3FC-C2F9-01A0450953EC}" dt="2026-07-14T15:47:13.359" v="2865" actId="1076"/>
          <ac:picMkLst>
            <pc:docMk/>
            <pc:sldMk cId="294387253" sldId="318"/>
            <ac:picMk id="4" creationId="{F3C4F45E-3A1D-A187-3E3A-A119C8DBEBE3}"/>
          </ac:picMkLst>
        </pc:picChg>
      </pc:sldChg>
      <pc:sldChg chg="modSp new ord">
        <pc:chgData name="辻本　航" userId="S::aa84439411@ms.nagasaki-u.ac.jp::53dfa694-903e-47f9-bd5b-00db30ff12b2" providerId="AD" clId="Web-{B53749ED-185A-F3FC-C2F9-01A0450953EC}" dt="2026-07-14T16:03:13.757" v="3057"/>
        <pc:sldMkLst>
          <pc:docMk/>
          <pc:sldMk cId="4081672147" sldId="319"/>
        </pc:sldMkLst>
        <pc:spChg chg="mod">
          <ac:chgData name="辻本　航" userId="S::aa84439411@ms.nagasaki-u.ac.jp::53dfa694-903e-47f9-bd5b-00db30ff12b2" providerId="AD" clId="Web-{B53749ED-185A-F3FC-C2F9-01A0450953EC}" dt="2026-07-14T16:01:37.879" v="3029" actId="20577"/>
          <ac:spMkLst>
            <pc:docMk/>
            <pc:sldMk cId="4081672147" sldId="319"/>
            <ac:spMk id="2" creationId="{1F412AC7-F54B-6903-5577-F360BA59BDF7}"/>
          </ac:spMkLst>
        </pc:spChg>
        <pc:spChg chg="mod">
          <ac:chgData name="辻本　航" userId="S::aa84439411@ms.nagasaki-u.ac.jp::53dfa694-903e-47f9-bd5b-00db30ff12b2" providerId="AD" clId="Web-{B53749ED-185A-F3FC-C2F9-01A0450953EC}" dt="2026-07-14T16:03:06.491" v="3056" actId="20577"/>
          <ac:spMkLst>
            <pc:docMk/>
            <pc:sldMk cId="4081672147" sldId="319"/>
            <ac:spMk id="3" creationId="{4203CB16-8771-5CCA-86F8-01DE420C530D}"/>
          </ac:spMkLst>
        </pc:spChg>
      </pc:sldChg>
    </pc:docChg>
  </pc:docChgLst>
  <pc:docChgLst>
    <pc:chgData name="辻本　航" userId="S::aa84439411@ms.nagasaki-u.ac.jp::53dfa694-903e-47f9-bd5b-00db30ff12b2" providerId="AD" clId="Web-{2C1C009F-E4DD-5474-7B38-0F76E8191C33}"/>
    <pc:docChg chg="modSld">
      <pc:chgData name="辻本　航" userId="S::aa84439411@ms.nagasaki-u.ac.jp::53dfa694-903e-47f9-bd5b-00db30ff12b2" providerId="AD" clId="Web-{2C1C009F-E4DD-5474-7B38-0F76E8191C33}" dt="2026-07-15T08:57:34.257" v="68" actId="1076"/>
      <pc:docMkLst>
        <pc:docMk/>
      </pc:docMkLst>
      <pc:sldChg chg="modSp">
        <pc:chgData name="辻本　航" userId="S::aa84439411@ms.nagasaki-u.ac.jp::53dfa694-903e-47f9-bd5b-00db30ff12b2" providerId="AD" clId="Web-{2C1C009F-E4DD-5474-7B38-0F76E8191C33}" dt="2026-07-15T07:09:42.783" v="29" actId="20577"/>
        <pc:sldMkLst>
          <pc:docMk/>
          <pc:sldMk cId="2123073485" sldId="273"/>
        </pc:sldMkLst>
        <pc:spChg chg="mod">
          <ac:chgData name="辻本　航" userId="S::aa84439411@ms.nagasaki-u.ac.jp::53dfa694-903e-47f9-bd5b-00db30ff12b2" providerId="AD" clId="Web-{2C1C009F-E4DD-5474-7B38-0F76E8191C33}" dt="2026-07-15T07:09:28.158" v="22" actId="20577"/>
          <ac:spMkLst>
            <pc:docMk/>
            <pc:sldMk cId="2123073485" sldId="273"/>
            <ac:spMk id="3" creationId="{CBF4AE0D-CF4F-60DF-80F3-E754644DC760}"/>
          </ac:spMkLst>
        </pc:spChg>
        <pc:spChg chg="mod">
          <ac:chgData name="辻本　航" userId="S::aa84439411@ms.nagasaki-u.ac.jp::53dfa694-903e-47f9-bd5b-00db30ff12b2" providerId="AD" clId="Web-{2C1C009F-E4DD-5474-7B38-0F76E8191C33}" dt="2026-07-15T07:09:42.783" v="29" actId="20577"/>
          <ac:spMkLst>
            <pc:docMk/>
            <pc:sldMk cId="2123073485" sldId="273"/>
            <ac:spMk id="4" creationId="{3A159DC6-3A30-1138-033B-21040968D237}"/>
          </ac:spMkLst>
        </pc:spChg>
      </pc:sldChg>
      <pc:sldChg chg="modSp">
        <pc:chgData name="辻本　航" userId="S::aa84439411@ms.nagasaki-u.ac.jp::53dfa694-903e-47f9-bd5b-00db30ff12b2" providerId="AD" clId="Web-{2C1C009F-E4DD-5474-7B38-0F76E8191C33}" dt="2026-07-15T07:09:19.642" v="18" actId="20577"/>
        <pc:sldMkLst>
          <pc:docMk/>
          <pc:sldMk cId="3719430257" sldId="274"/>
        </pc:sldMkLst>
        <pc:spChg chg="mod">
          <ac:chgData name="辻本　航" userId="S::aa84439411@ms.nagasaki-u.ac.jp::53dfa694-903e-47f9-bd5b-00db30ff12b2" providerId="AD" clId="Web-{2C1C009F-E4DD-5474-7B38-0F76E8191C33}" dt="2026-07-15T07:09:19.642" v="18" actId="20577"/>
          <ac:spMkLst>
            <pc:docMk/>
            <pc:sldMk cId="3719430257" sldId="274"/>
            <ac:spMk id="3" creationId="{6DAA5608-679A-79A0-D327-6986AB3B4F5E}"/>
          </ac:spMkLst>
        </pc:spChg>
        <pc:spChg chg="mod">
          <ac:chgData name="辻本　航" userId="S::aa84439411@ms.nagasaki-u.ac.jp::53dfa694-903e-47f9-bd5b-00db30ff12b2" providerId="AD" clId="Web-{2C1C009F-E4DD-5474-7B38-0F76E8191C33}" dt="2026-07-15T07:09:08.205" v="14" actId="20577"/>
          <ac:spMkLst>
            <pc:docMk/>
            <pc:sldMk cId="3719430257" sldId="274"/>
            <ac:spMk id="5" creationId="{8EEB02C6-DA52-FE66-0375-11599B9D2F3F}"/>
          </ac:spMkLst>
        </pc:spChg>
      </pc:sldChg>
      <pc:sldChg chg="addSp modSp">
        <pc:chgData name="辻本　航" userId="S::aa84439411@ms.nagasaki-u.ac.jp::53dfa694-903e-47f9-bd5b-00db30ff12b2" providerId="AD" clId="Web-{2C1C009F-E4DD-5474-7B38-0F76E8191C33}" dt="2026-07-15T08:53:04.726" v="67"/>
        <pc:sldMkLst>
          <pc:docMk/>
          <pc:sldMk cId="1903756873" sldId="305"/>
        </pc:sldMkLst>
        <pc:spChg chg="mod">
          <ac:chgData name="辻本　航" userId="S::aa84439411@ms.nagasaki-u.ac.jp::53dfa694-903e-47f9-bd5b-00db30ff12b2" providerId="AD" clId="Web-{2C1C009F-E4DD-5474-7B38-0F76E8191C33}" dt="2026-07-15T07:09:58.830" v="36" actId="20577"/>
          <ac:spMkLst>
            <pc:docMk/>
            <pc:sldMk cId="1903756873" sldId="305"/>
            <ac:spMk id="2" creationId="{2AC59F52-152C-A081-77C7-C0FC9D39DD29}"/>
          </ac:spMkLst>
        </pc:spChg>
        <pc:spChg chg="mod">
          <ac:chgData name="辻本　航" userId="S::aa84439411@ms.nagasaki-u.ac.jp::53dfa694-903e-47f9-bd5b-00db30ff12b2" providerId="AD" clId="Web-{2C1C009F-E4DD-5474-7B38-0F76E8191C33}" dt="2026-07-15T07:10:11.064" v="43" actId="20577"/>
          <ac:spMkLst>
            <pc:docMk/>
            <pc:sldMk cId="1903756873" sldId="305"/>
            <ac:spMk id="16" creationId="{5B4C37F6-F6B1-816B-1720-B47EA0C097F2}"/>
          </ac:spMkLst>
        </pc:spChg>
        <pc:picChg chg="add">
          <ac:chgData name="辻本　航" userId="S::aa84439411@ms.nagasaki-u.ac.jp::53dfa694-903e-47f9-bd5b-00db30ff12b2" providerId="AD" clId="Web-{2C1C009F-E4DD-5474-7B38-0F76E8191C33}" dt="2026-07-15T08:53:04.726" v="67"/>
          <ac:picMkLst>
            <pc:docMk/>
            <pc:sldMk cId="1903756873" sldId="305"/>
            <ac:picMk id="4" creationId="{39FFB0B7-7D0C-D90A-0A9E-B596EF34B16B}"/>
          </ac:picMkLst>
        </pc:picChg>
      </pc:sldChg>
      <pc:sldChg chg="addSp modSp">
        <pc:chgData name="辻本　航" userId="S::aa84439411@ms.nagasaki-u.ac.jp::53dfa694-903e-47f9-bd5b-00db30ff12b2" providerId="AD" clId="Web-{2C1C009F-E4DD-5474-7B38-0F76E8191C33}" dt="2026-07-15T08:52:56.976" v="64" actId="1076"/>
        <pc:sldMkLst>
          <pc:docMk/>
          <pc:sldMk cId="59162118" sldId="306"/>
        </pc:sldMkLst>
        <pc:spChg chg="mod">
          <ac:chgData name="辻本　航" userId="S::aa84439411@ms.nagasaki-u.ac.jp::53dfa694-903e-47f9-bd5b-00db30ff12b2" providerId="AD" clId="Web-{2C1C009F-E4DD-5474-7B38-0F76E8191C33}" dt="2026-07-15T07:09:54.470" v="33" actId="20577"/>
          <ac:spMkLst>
            <pc:docMk/>
            <pc:sldMk cId="59162118" sldId="306"/>
            <ac:spMk id="3" creationId="{4F348561-1E65-AF13-88DE-6D53D068B496}"/>
          </ac:spMkLst>
        </pc:spChg>
        <pc:picChg chg="add mod">
          <ac:chgData name="辻本　航" userId="S::aa84439411@ms.nagasaki-u.ac.jp::53dfa694-903e-47f9-bd5b-00db30ff12b2" providerId="AD" clId="Web-{2C1C009F-E4DD-5474-7B38-0F76E8191C33}" dt="2026-07-15T08:52:56.976" v="64" actId="1076"/>
          <ac:picMkLst>
            <pc:docMk/>
            <pc:sldMk cId="59162118" sldId="306"/>
            <ac:picMk id="7" creationId="{DFB9B3D4-990E-D9E0-DB56-23B6601DD279}"/>
          </ac:picMkLst>
        </pc:picChg>
      </pc:sldChg>
      <pc:sldChg chg="addSp modSp">
        <pc:chgData name="辻本　航" userId="S::aa84439411@ms.nagasaki-u.ac.jp::53dfa694-903e-47f9-bd5b-00db30ff12b2" providerId="AD" clId="Web-{2C1C009F-E4DD-5474-7B38-0F76E8191C33}" dt="2026-07-15T08:53:01.913" v="66" actId="1076"/>
        <pc:sldMkLst>
          <pc:docMk/>
          <pc:sldMk cId="3148643220" sldId="309"/>
        </pc:sldMkLst>
        <pc:spChg chg="mod">
          <ac:chgData name="辻本　航" userId="S::aa84439411@ms.nagasaki-u.ac.jp::53dfa694-903e-47f9-bd5b-00db30ff12b2" providerId="AD" clId="Web-{2C1C009F-E4DD-5474-7B38-0F76E8191C33}" dt="2026-07-15T07:11:06.267" v="56" actId="1076"/>
          <ac:spMkLst>
            <pc:docMk/>
            <pc:sldMk cId="3148643220" sldId="309"/>
            <ac:spMk id="2" creationId="{63FDCE48-489F-807F-9862-2892103F2F1B}"/>
          </ac:spMkLst>
        </pc:spChg>
        <pc:picChg chg="add mod">
          <ac:chgData name="辻本　航" userId="S::aa84439411@ms.nagasaki-u.ac.jp::53dfa694-903e-47f9-bd5b-00db30ff12b2" providerId="AD" clId="Web-{2C1C009F-E4DD-5474-7B38-0F76E8191C33}" dt="2026-07-15T08:53:01.913" v="66" actId="1076"/>
          <ac:picMkLst>
            <pc:docMk/>
            <pc:sldMk cId="3148643220" sldId="309"/>
            <ac:picMk id="8" creationId="{E8FBF4BB-2AE6-57C4-6FAE-E0EB7964DB11}"/>
          </ac:picMkLst>
        </pc:picChg>
      </pc:sldChg>
      <pc:sldChg chg="modSp">
        <pc:chgData name="辻本　航" userId="S::aa84439411@ms.nagasaki-u.ac.jp::53dfa694-903e-47f9-bd5b-00db30ff12b2" providerId="AD" clId="Web-{2C1C009F-E4DD-5474-7B38-0F76E8191C33}" dt="2026-07-15T08:57:34.257" v="68" actId="1076"/>
        <pc:sldMkLst>
          <pc:docMk/>
          <pc:sldMk cId="526844032" sldId="315"/>
        </pc:sldMkLst>
        <pc:spChg chg="mod">
          <ac:chgData name="辻本　航" userId="S::aa84439411@ms.nagasaki-u.ac.jp::53dfa694-903e-47f9-bd5b-00db30ff12b2" providerId="AD" clId="Web-{2C1C009F-E4DD-5474-7B38-0F76E8191C33}" dt="2026-07-15T08:57:34.257" v="68" actId="1076"/>
          <ac:spMkLst>
            <pc:docMk/>
            <pc:sldMk cId="526844032" sldId="315"/>
            <ac:spMk id="2" creationId="{F48AB94C-E812-892B-E9CE-1DA0C4C7D77B}"/>
          </ac:spMkLst>
        </pc:spChg>
      </pc:sldChg>
      <pc:sldChg chg="modSp">
        <pc:chgData name="辻本　航" userId="S::aa84439411@ms.nagasaki-u.ac.jp::53dfa694-903e-47f9-bd5b-00db30ff12b2" providerId="AD" clId="Web-{2C1C009F-E4DD-5474-7B38-0F76E8191C33}" dt="2026-07-15T07:08:52.876" v="8" actId="20577"/>
        <pc:sldMkLst>
          <pc:docMk/>
          <pc:sldMk cId="294387253" sldId="318"/>
        </pc:sldMkLst>
        <pc:spChg chg="mod">
          <ac:chgData name="辻本　航" userId="S::aa84439411@ms.nagasaki-u.ac.jp::53dfa694-903e-47f9-bd5b-00db30ff12b2" providerId="AD" clId="Web-{2C1C009F-E4DD-5474-7B38-0F76E8191C33}" dt="2026-07-15T07:08:40.580" v="2" actId="20577"/>
          <ac:spMkLst>
            <pc:docMk/>
            <pc:sldMk cId="294387253" sldId="318"/>
            <ac:spMk id="3" creationId="{B934C871-BCEA-39C1-ED05-75ED771B28AB}"/>
          </ac:spMkLst>
        </pc:spChg>
        <pc:spChg chg="mod">
          <ac:chgData name="辻本　航" userId="S::aa84439411@ms.nagasaki-u.ac.jp::53dfa694-903e-47f9-bd5b-00db30ff12b2" providerId="AD" clId="Web-{2C1C009F-E4DD-5474-7B38-0F76E8191C33}" dt="2026-07-15T07:08:52.876" v="8" actId="20577"/>
          <ac:spMkLst>
            <pc:docMk/>
            <pc:sldMk cId="294387253" sldId="318"/>
            <ac:spMk id="7" creationId="{5A172890-1BEC-070E-7719-CC20388C25A8}"/>
          </ac:spMkLst>
        </pc:spChg>
      </pc:sldChg>
      <pc:sldChg chg="modSp">
        <pc:chgData name="辻本　航" userId="S::aa84439411@ms.nagasaki-u.ac.jp::53dfa694-903e-47f9-bd5b-00db30ff12b2" providerId="AD" clId="Web-{2C1C009F-E4DD-5474-7B38-0F76E8191C33}" dt="2026-07-15T07:11:54.892" v="62" actId="20577"/>
        <pc:sldMkLst>
          <pc:docMk/>
          <pc:sldMk cId="4081672147" sldId="319"/>
        </pc:sldMkLst>
        <pc:spChg chg="mod">
          <ac:chgData name="辻本　航" userId="S::aa84439411@ms.nagasaki-u.ac.jp::53dfa694-903e-47f9-bd5b-00db30ff12b2" providerId="AD" clId="Web-{2C1C009F-E4DD-5474-7B38-0F76E8191C33}" dt="2026-07-15T07:08:57.673" v="11" actId="20577"/>
          <ac:spMkLst>
            <pc:docMk/>
            <pc:sldMk cId="4081672147" sldId="319"/>
            <ac:spMk id="2" creationId="{1F412AC7-F54B-6903-5577-F360BA59BDF7}"/>
          </ac:spMkLst>
        </pc:spChg>
        <pc:spChg chg="mod">
          <ac:chgData name="辻本　航" userId="S::aa84439411@ms.nagasaki-u.ac.jp::53dfa694-903e-47f9-bd5b-00db30ff12b2" providerId="AD" clId="Web-{2C1C009F-E4DD-5474-7B38-0F76E8191C33}" dt="2026-07-15T07:11:54.892" v="62" actId="20577"/>
          <ac:spMkLst>
            <pc:docMk/>
            <pc:sldMk cId="4081672147" sldId="319"/>
            <ac:spMk id="3" creationId="{4203CB16-8771-5CCA-86F8-01DE420C530D}"/>
          </ac:spMkLst>
        </pc:spChg>
      </pc:sldChg>
    </pc:docChg>
  </pc:docChgLst>
  <pc:docChgLst>
    <pc:chgData name="辻本　航" userId="S::aa84439411@ms.nagasaki-u.ac.jp::53dfa694-903e-47f9-bd5b-00db30ff12b2" providerId="AD" clId="Web-{FBB8BF1E-F133-256E-2CC5-745DA867D70C}"/>
    <pc:docChg chg="addSld modSld">
      <pc:chgData name="辻本　航" userId="S::aa84439411@ms.nagasaki-u.ac.jp::53dfa694-903e-47f9-bd5b-00db30ff12b2" providerId="AD" clId="Web-{FBB8BF1E-F133-256E-2CC5-745DA867D70C}" dt="2026-07-15T06:09:48.610" v="28" actId="14100"/>
      <pc:docMkLst>
        <pc:docMk/>
      </pc:docMkLst>
      <pc:sldChg chg="delSp modSp">
        <pc:chgData name="辻本　航" userId="S::aa84439411@ms.nagasaki-u.ac.jp::53dfa694-903e-47f9-bd5b-00db30ff12b2" providerId="AD" clId="Web-{FBB8BF1E-F133-256E-2CC5-745DA867D70C}" dt="2026-07-15T06:09:48.610" v="28" actId="14100"/>
        <pc:sldMkLst>
          <pc:docMk/>
          <pc:sldMk cId="1897880342" sldId="295"/>
        </pc:sldMkLst>
        <pc:spChg chg="mod">
          <ac:chgData name="辻本　航" userId="S::aa84439411@ms.nagasaki-u.ac.jp::53dfa694-903e-47f9-bd5b-00db30ff12b2" providerId="AD" clId="Web-{FBB8BF1E-F133-256E-2CC5-745DA867D70C}" dt="2026-07-15T06:09:48.610" v="28" actId="14100"/>
          <ac:spMkLst>
            <pc:docMk/>
            <pc:sldMk cId="1897880342" sldId="295"/>
            <ac:spMk id="13" creationId="{938B1407-6518-9C96-93D1-B0F705DC71E6}"/>
          </ac:spMkLst>
        </pc:spChg>
        <pc:spChg chg="mod">
          <ac:chgData name="辻本　航" userId="S::aa84439411@ms.nagasaki-u.ac.jp::53dfa694-903e-47f9-bd5b-00db30ff12b2" providerId="AD" clId="Web-{FBB8BF1E-F133-256E-2CC5-745DA867D70C}" dt="2026-07-15T06:01:55.099" v="15" actId="14100"/>
          <ac:spMkLst>
            <pc:docMk/>
            <pc:sldMk cId="1897880342" sldId="295"/>
            <ac:spMk id="16" creationId="{053ADC90-E9CF-C0AC-15E5-C47A4D9945E5}"/>
          </ac:spMkLst>
        </pc:spChg>
        <pc:spChg chg="mod">
          <ac:chgData name="辻本　航" userId="S::aa84439411@ms.nagasaki-u.ac.jp::53dfa694-903e-47f9-bd5b-00db30ff12b2" providerId="AD" clId="Web-{FBB8BF1E-F133-256E-2CC5-745DA867D70C}" dt="2026-07-15T06:09:42.001" v="26" actId="1076"/>
          <ac:spMkLst>
            <pc:docMk/>
            <pc:sldMk cId="1897880342" sldId="295"/>
            <ac:spMk id="19" creationId="{0718D243-4717-12A7-0737-CC331199A2C0}"/>
          </ac:spMkLst>
        </pc:spChg>
        <pc:spChg chg="del">
          <ac:chgData name="辻本　航" userId="S::aa84439411@ms.nagasaki-u.ac.jp::53dfa694-903e-47f9-bd5b-00db30ff12b2" providerId="AD" clId="Web-{FBB8BF1E-F133-256E-2CC5-745DA867D70C}" dt="2026-07-15T05:34:04.398" v="0"/>
          <ac:spMkLst>
            <pc:docMk/>
            <pc:sldMk cId="1897880342" sldId="295"/>
            <ac:spMk id="27" creationId="{6FA2130B-4A4E-12E2-1FAB-A8DF2F13494A}"/>
          </ac:spMkLst>
        </pc:spChg>
        <pc:picChg chg="mod">
          <ac:chgData name="辻本　航" userId="S::aa84439411@ms.nagasaki-u.ac.jp::53dfa694-903e-47f9-bd5b-00db30ff12b2" providerId="AD" clId="Web-{FBB8BF1E-F133-256E-2CC5-745DA867D70C}" dt="2026-07-15T06:09:42.001" v="25" actId="1076"/>
          <ac:picMkLst>
            <pc:docMk/>
            <pc:sldMk cId="1897880342" sldId="295"/>
            <ac:picMk id="8" creationId="{18659F8C-2084-0AB8-E7A5-646262926BE1}"/>
          </ac:picMkLst>
        </pc:picChg>
        <pc:picChg chg="mod">
          <ac:chgData name="辻本　航" userId="S::aa84439411@ms.nagasaki-u.ac.jp::53dfa694-903e-47f9-bd5b-00db30ff12b2" providerId="AD" clId="Web-{FBB8BF1E-F133-256E-2CC5-745DA867D70C}" dt="2026-07-15T06:09:45.141" v="27" actId="1076"/>
          <ac:picMkLst>
            <pc:docMk/>
            <pc:sldMk cId="1897880342" sldId="295"/>
            <ac:picMk id="17" creationId="{ECD63254-EDED-A4B8-FD16-199DA06B3754}"/>
          </ac:picMkLst>
        </pc:picChg>
      </pc:sldChg>
      <pc:sldChg chg="modSp">
        <pc:chgData name="辻本　航" userId="S::aa84439411@ms.nagasaki-u.ac.jp::53dfa694-903e-47f9-bd5b-00db30ff12b2" providerId="AD" clId="Web-{FBB8BF1E-F133-256E-2CC5-745DA867D70C}" dt="2026-07-15T06:01:07.818" v="9" actId="20577"/>
        <pc:sldMkLst>
          <pc:docMk/>
          <pc:sldMk cId="1053969772" sldId="297"/>
        </pc:sldMkLst>
        <pc:spChg chg="mod">
          <ac:chgData name="辻本　航" userId="S::aa84439411@ms.nagasaki-u.ac.jp::53dfa694-903e-47f9-bd5b-00db30ff12b2" providerId="AD" clId="Web-{FBB8BF1E-F133-256E-2CC5-745DA867D70C}" dt="2026-07-15T06:01:07.818" v="9" actId="20577"/>
          <ac:spMkLst>
            <pc:docMk/>
            <pc:sldMk cId="1053969772" sldId="297"/>
            <ac:spMk id="28" creationId="{66CA5D35-25B4-C39D-EE66-6E39F47BB297}"/>
          </ac:spMkLst>
        </pc:spChg>
      </pc:sldChg>
      <pc:sldChg chg="modSp">
        <pc:chgData name="辻本　航" userId="S::aa84439411@ms.nagasaki-u.ac.jp::53dfa694-903e-47f9-bd5b-00db30ff12b2" providerId="AD" clId="Web-{FBB8BF1E-F133-256E-2CC5-745DA867D70C}" dt="2026-07-15T06:01:10.740" v="10" actId="20577"/>
        <pc:sldMkLst>
          <pc:docMk/>
          <pc:sldMk cId="3765210463" sldId="298"/>
        </pc:sldMkLst>
        <pc:spChg chg="mod">
          <ac:chgData name="辻本　航" userId="S::aa84439411@ms.nagasaki-u.ac.jp::53dfa694-903e-47f9-bd5b-00db30ff12b2" providerId="AD" clId="Web-{FBB8BF1E-F133-256E-2CC5-745DA867D70C}" dt="2026-07-15T06:01:10.740" v="10" actId="20577"/>
          <ac:spMkLst>
            <pc:docMk/>
            <pc:sldMk cId="3765210463" sldId="298"/>
            <ac:spMk id="21" creationId="{70DDC292-F1C8-2D55-062A-C56B40B4C14E}"/>
          </ac:spMkLst>
        </pc:spChg>
      </pc:sldChg>
      <pc:sldChg chg="modSp">
        <pc:chgData name="辻本　航" userId="S::aa84439411@ms.nagasaki-u.ac.jp::53dfa694-903e-47f9-bd5b-00db30ff12b2" providerId="AD" clId="Web-{FBB8BF1E-F133-256E-2CC5-745DA867D70C}" dt="2026-07-15T06:01:39.365" v="13" actId="20577"/>
        <pc:sldMkLst>
          <pc:docMk/>
          <pc:sldMk cId="526844032" sldId="315"/>
        </pc:sldMkLst>
        <pc:spChg chg="mod">
          <ac:chgData name="辻本　航" userId="S::aa84439411@ms.nagasaki-u.ac.jp::53dfa694-903e-47f9-bd5b-00db30ff12b2" providerId="AD" clId="Web-{FBB8BF1E-F133-256E-2CC5-745DA867D70C}" dt="2026-07-15T06:01:39.365" v="13" actId="20577"/>
          <ac:spMkLst>
            <pc:docMk/>
            <pc:sldMk cId="526844032" sldId="315"/>
            <ac:spMk id="2" creationId="{F48AB94C-E812-892B-E9CE-1DA0C4C7D77B}"/>
          </ac:spMkLst>
        </pc:spChg>
        <pc:spChg chg="mod">
          <ac:chgData name="辻本　航" userId="S::aa84439411@ms.nagasaki-u.ac.jp::53dfa694-903e-47f9-bd5b-00db30ff12b2" providerId="AD" clId="Web-{FBB8BF1E-F133-256E-2CC5-745DA867D70C}" dt="2026-07-15T06:01:24.662" v="12" actId="1076"/>
          <ac:spMkLst>
            <pc:docMk/>
            <pc:sldMk cId="526844032" sldId="315"/>
            <ac:spMk id="7" creationId="{6889361B-ED1F-F22A-799E-8D7E6478B5A9}"/>
          </ac:spMkLst>
        </pc:spChg>
        <pc:spChg chg="mod">
          <ac:chgData name="辻本　航" userId="S::aa84439411@ms.nagasaki-u.ac.jp::53dfa694-903e-47f9-bd5b-00db30ff12b2" providerId="AD" clId="Web-{FBB8BF1E-F133-256E-2CC5-745DA867D70C}" dt="2026-07-15T06:01:04.037" v="8" actId="20577"/>
          <ac:spMkLst>
            <pc:docMk/>
            <pc:sldMk cId="526844032" sldId="315"/>
            <ac:spMk id="16" creationId="{A72F1ABC-2F49-5E7D-78AA-70249CAA5B5E}"/>
          </ac:spMkLst>
        </pc:spChg>
        <pc:spChg chg="mod">
          <ac:chgData name="辻本　航" userId="S::aa84439411@ms.nagasaki-u.ac.jp::53dfa694-903e-47f9-bd5b-00db30ff12b2" providerId="AD" clId="Web-{FBB8BF1E-F133-256E-2CC5-745DA867D70C}" dt="2026-07-15T06:01:18.990" v="11" actId="1076"/>
          <ac:spMkLst>
            <pc:docMk/>
            <pc:sldMk cId="526844032" sldId="315"/>
            <ac:spMk id="18" creationId="{312C680F-4D8C-500C-3358-337B4FC80629}"/>
          </ac:spMkLst>
        </pc:spChg>
      </pc:sldChg>
      <pc:sldChg chg="modSp">
        <pc:chgData name="辻本　航" userId="S::aa84439411@ms.nagasaki-u.ac.jp::53dfa694-903e-47f9-bd5b-00db30ff12b2" providerId="AD" clId="Web-{FBB8BF1E-F133-256E-2CC5-745DA867D70C}" dt="2026-07-15T06:00:49.240" v="2" actId="20577"/>
        <pc:sldMkLst>
          <pc:docMk/>
          <pc:sldMk cId="3181152066" sldId="316"/>
        </pc:sldMkLst>
        <pc:spChg chg="mod">
          <ac:chgData name="辻本　航" userId="S::aa84439411@ms.nagasaki-u.ac.jp::53dfa694-903e-47f9-bd5b-00db30ff12b2" providerId="AD" clId="Web-{FBB8BF1E-F133-256E-2CC5-745DA867D70C}" dt="2026-07-15T06:00:49.240" v="2" actId="20577"/>
          <ac:spMkLst>
            <pc:docMk/>
            <pc:sldMk cId="3181152066" sldId="316"/>
            <ac:spMk id="16" creationId="{7F02369F-660A-15C1-8E58-10D474BA9732}"/>
          </ac:spMkLst>
        </pc:spChg>
      </pc:sldChg>
      <pc:sldChg chg="add replId">
        <pc:chgData name="辻本　航" userId="S::aa84439411@ms.nagasaki-u.ac.jp::53dfa694-903e-47f9-bd5b-00db30ff12b2" providerId="AD" clId="Web-{FBB8BF1E-F133-256E-2CC5-745DA867D70C}" dt="2026-07-15T06:09:37.766" v="24"/>
        <pc:sldMkLst>
          <pc:docMk/>
          <pc:sldMk cId="2709696925" sldId="322"/>
        </pc:sldMkLst>
      </pc:sldChg>
    </pc:docChg>
  </pc:docChgLst>
  <pc:docChgLst>
    <pc:chgData name="加藤　空武" userId="S::polyline510_gmail.com#ext#@msccnagasakiuac.onmicrosoft.com::cb45b1e7-d79c-4ed4-a610-dbd868304ab6" providerId="AD" clId="Web-{6CD6E082-6501-4D9A-4072-2F00633EE1C5}"/>
    <pc:docChg chg="modSld">
      <pc:chgData name="加藤　空武" userId="S::polyline510_gmail.com#ext#@msccnagasakiuac.onmicrosoft.com::cb45b1e7-d79c-4ed4-a610-dbd868304ab6" providerId="AD" clId="Web-{6CD6E082-6501-4D9A-4072-2F00633EE1C5}" dt="2026-07-15T07:16:10.654" v="6"/>
      <pc:docMkLst>
        <pc:docMk/>
      </pc:docMkLst>
      <pc:sldChg chg="delSp">
        <pc:chgData name="加藤　空武" userId="S::polyline510_gmail.com#ext#@msccnagasakiuac.onmicrosoft.com::cb45b1e7-d79c-4ed4-a610-dbd868304ab6" providerId="AD" clId="Web-{6CD6E082-6501-4D9A-4072-2F00633EE1C5}" dt="2026-07-15T07:09:35.003" v="1"/>
        <pc:sldMkLst>
          <pc:docMk/>
          <pc:sldMk cId="1515114747" sldId="267"/>
        </pc:sldMkLst>
        <pc:picChg chg="del">
          <ac:chgData name="加藤　空武" userId="S::polyline510_gmail.com#ext#@msccnagasakiuac.onmicrosoft.com::cb45b1e7-d79c-4ed4-a610-dbd868304ab6" providerId="AD" clId="Web-{6CD6E082-6501-4D9A-4072-2F00633EE1C5}" dt="2026-07-15T07:09:33.299" v="0"/>
          <ac:picMkLst>
            <pc:docMk/>
            <pc:sldMk cId="1515114747" sldId="267"/>
            <ac:picMk id="5" creationId="{EB929073-BB63-83CF-9963-F0AE61BA9DCD}"/>
          </ac:picMkLst>
        </pc:picChg>
        <pc:picChg chg="del">
          <ac:chgData name="加藤　空武" userId="S::polyline510_gmail.com#ext#@msccnagasakiuac.onmicrosoft.com::cb45b1e7-d79c-4ed4-a610-dbd868304ab6" providerId="AD" clId="Web-{6CD6E082-6501-4D9A-4072-2F00633EE1C5}" dt="2026-07-15T07:09:35.003" v="1"/>
          <ac:picMkLst>
            <pc:docMk/>
            <pc:sldMk cId="1515114747" sldId="267"/>
            <ac:picMk id="7" creationId="{F2E801F9-104A-AA02-86F5-1CF3E24C9DFD}"/>
          </ac:picMkLst>
        </pc:picChg>
      </pc:sldChg>
      <pc:sldChg chg="delSp modSp">
        <pc:chgData name="加藤　空武" userId="S::polyline510_gmail.com#ext#@msccnagasakiuac.onmicrosoft.com::cb45b1e7-d79c-4ed4-a610-dbd868304ab6" providerId="AD" clId="Web-{6CD6E082-6501-4D9A-4072-2F00633EE1C5}" dt="2026-07-15T07:09:43.722" v="3" actId="1076"/>
        <pc:sldMkLst>
          <pc:docMk/>
          <pc:sldMk cId="4037133609" sldId="268"/>
        </pc:sldMkLst>
        <pc:spChg chg="mod">
          <ac:chgData name="加藤　空武" userId="S::polyline510_gmail.com#ext#@msccnagasakiuac.onmicrosoft.com::cb45b1e7-d79c-4ed4-a610-dbd868304ab6" providerId="AD" clId="Web-{6CD6E082-6501-4D9A-4072-2F00633EE1C5}" dt="2026-07-15T07:09:43.722" v="3" actId="1076"/>
          <ac:spMkLst>
            <pc:docMk/>
            <pc:sldMk cId="4037133609" sldId="268"/>
            <ac:spMk id="3" creationId="{C7005BF3-69F4-5B9B-1D89-C01ED83C4DE7}"/>
          </ac:spMkLst>
        </pc:spChg>
        <pc:picChg chg="del">
          <ac:chgData name="加藤　空武" userId="S::polyline510_gmail.com#ext#@msccnagasakiuac.onmicrosoft.com::cb45b1e7-d79c-4ed4-a610-dbd868304ab6" providerId="AD" clId="Web-{6CD6E082-6501-4D9A-4072-2F00633EE1C5}" dt="2026-07-15T07:09:39.003" v="2"/>
          <ac:picMkLst>
            <pc:docMk/>
            <pc:sldMk cId="4037133609" sldId="268"/>
            <ac:picMk id="5" creationId="{50861FDD-D298-BC76-883F-9186FA9C6EEC}"/>
          </ac:picMkLst>
        </pc:picChg>
      </pc:sldChg>
      <pc:sldChg chg="delSp">
        <pc:chgData name="加藤　空武" userId="S::polyline510_gmail.com#ext#@msccnagasakiuac.onmicrosoft.com::cb45b1e7-d79c-4ed4-a610-dbd868304ab6" providerId="AD" clId="Web-{6CD6E082-6501-4D9A-4072-2F00633EE1C5}" dt="2026-07-15T07:09:48.426" v="4"/>
        <pc:sldMkLst>
          <pc:docMk/>
          <pc:sldMk cId="3174661014" sldId="269"/>
        </pc:sldMkLst>
        <pc:picChg chg="del">
          <ac:chgData name="加藤　空武" userId="S::polyline510_gmail.com#ext#@msccnagasakiuac.onmicrosoft.com::cb45b1e7-d79c-4ed4-a610-dbd868304ab6" providerId="AD" clId="Web-{6CD6E082-6501-4D9A-4072-2F00633EE1C5}" dt="2026-07-15T07:09:48.426" v="4"/>
          <ac:picMkLst>
            <pc:docMk/>
            <pc:sldMk cId="3174661014" sldId="269"/>
            <ac:picMk id="5" creationId="{9698821F-3586-E0B4-CD95-F350A0256D70}"/>
          </ac:picMkLst>
        </pc:picChg>
      </pc:sldChg>
      <pc:sldChg chg="delSp">
        <pc:chgData name="加藤　空武" userId="S::polyline510_gmail.com#ext#@msccnagasakiuac.onmicrosoft.com::cb45b1e7-d79c-4ed4-a610-dbd868304ab6" providerId="AD" clId="Web-{6CD6E082-6501-4D9A-4072-2F00633EE1C5}" dt="2026-07-15T07:09:52.160" v="5"/>
        <pc:sldMkLst>
          <pc:docMk/>
          <pc:sldMk cId="3118158522" sldId="270"/>
        </pc:sldMkLst>
        <pc:picChg chg="del">
          <ac:chgData name="加藤　空武" userId="S::polyline510_gmail.com#ext#@msccnagasakiuac.onmicrosoft.com::cb45b1e7-d79c-4ed4-a610-dbd868304ab6" providerId="AD" clId="Web-{6CD6E082-6501-4D9A-4072-2F00633EE1C5}" dt="2026-07-15T07:09:52.160" v="5"/>
          <ac:picMkLst>
            <pc:docMk/>
            <pc:sldMk cId="3118158522" sldId="270"/>
            <ac:picMk id="5" creationId="{39DD143F-4C98-7143-7587-4A6179A6978B}"/>
          </ac:picMkLst>
        </pc:picChg>
      </pc:sldChg>
      <pc:sldChg chg="modSp">
        <pc:chgData name="加藤　空武" userId="S::polyline510_gmail.com#ext#@msccnagasakiuac.onmicrosoft.com::cb45b1e7-d79c-4ed4-a610-dbd868304ab6" providerId="AD" clId="Web-{6CD6E082-6501-4D9A-4072-2F00633EE1C5}" dt="2026-07-15T07:16:10.654" v="6"/>
        <pc:sldMkLst>
          <pc:docMk/>
          <pc:sldMk cId="290712584" sldId="282"/>
        </pc:sldMkLst>
        <pc:picChg chg="mod">
          <ac:chgData name="加藤　空武" userId="S::polyline510_gmail.com#ext#@msccnagasakiuac.onmicrosoft.com::cb45b1e7-d79c-4ed4-a610-dbd868304ab6" providerId="AD" clId="Web-{6CD6E082-6501-4D9A-4072-2F00633EE1C5}" dt="2026-07-15T07:16:10.654" v="6"/>
          <ac:picMkLst>
            <pc:docMk/>
            <pc:sldMk cId="290712584" sldId="282"/>
            <ac:picMk id="4" creationId="{5A2703A5-9E99-3F7E-52DE-E97893A7CE9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2026/7/15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2026/7/15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tus.ac.jp/today/archive/20241226_8253.html"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www.kyoukaikenpo.or.jp/shibu/kyoto/assets/r6-3-siryou1.pdf" TargetMode="External"/><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8.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4C4F8C-DB0D-5A15-5025-000D8DAC6A7A}"/>
              </a:ext>
            </a:extLst>
          </p:cNvPr>
          <p:cNvPicPr>
            <a:picLocks noChangeAspect="1"/>
          </p:cNvPicPr>
          <p:nvPr/>
        </p:nvPicPr>
        <p:blipFill>
          <a:blip r:embed="rId2"/>
          <a:stretch>
            <a:fillRect/>
          </a:stretch>
        </p:blipFill>
        <p:spPr>
          <a:xfrm>
            <a:off x="-3592286" y="-2605313"/>
            <a:ext cx="19376571" cy="10900228"/>
          </a:xfrm>
          <a:prstGeom prst="rect">
            <a:avLst/>
          </a:prstGeom>
        </p:spPr>
      </p:pic>
      <p:sp>
        <p:nvSpPr>
          <p:cNvPr id="2" name="TextBox 1">
            <a:extLst>
              <a:ext uri="{FF2B5EF4-FFF2-40B4-BE49-F238E27FC236}">
                <a16:creationId xmlns:a16="http://schemas.microsoft.com/office/drawing/2014/main" id="{BDB1EC0F-1BF8-8B73-5756-E8EAA022FB78}"/>
              </a:ext>
            </a:extLst>
          </p:cNvPr>
          <p:cNvSpPr txBox="1"/>
          <p:nvPr/>
        </p:nvSpPr>
        <p:spPr>
          <a:xfrm>
            <a:off x="2577927" y="4927753"/>
            <a:ext cx="7040798" cy="92333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atin typeface="MS PGothic"/>
                <a:ea typeface="MS PGothic"/>
              </a:rPr>
              <a:t>発表者</a:t>
            </a:r>
            <a:endParaRPr lang="en-US">
              <a:latin typeface="MS PGothic"/>
              <a:ea typeface="MS PGothic"/>
            </a:endParaRPr>
          </a:p>
          <a:p>
            <a:pPr algn="ctr"/>
            <a:r>
              <a:rPr lang="ja-JP">
                <a:latin typeface="MS PGothic"/>
                <a:ea typeface="MS PGothic"/>
              </a:rPr>
              <a:t>ケンポー団のカミセン</a:t>
            </a:r>
            <a:endParaRPr lang="en-US" altLang="ja-JP">
              <a:latin typeface="MS PGothic"/>
              <a:ea typeface="MS PGothic"/>
            </a:endParaRPr>
          </a:p>
          <a:p>
            <a:pPr algn="ctr"/>
            <a:r>
              <a:rPr lang="ja-JP">
                <a:latin typeface="MS PGothic"/>
                <a:ea typeface="MS PGothic"/>
              </a:rPr>
              <a:t>悟空と航くん</a:t>
            </a:r>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30308-B693-6B69-DFE4-64A890A40F8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603B141-CDA9-EAA0-33FF-5DF08CF49171}"/>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976A956E-0C79-43EB-F17F-4EDD1A5B6A64}"/>
              </a:ext>
            </a:extLst>
          </p:cNvPr>
          <p:cNvSpPr txBox="1"/>
          <p:nvPr/>
        </p:nvSpPr>
        <p:spPr>
          <a:xfrm>
            <a:off x="4593771" y="2648856"/>
            <a:ext cx="300445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800" b="1">
                <a:ea typeface="ＭＳ Ｐゴシック"/>
              </a:rPr>
              <a:t>今日話すこと</a:t>
            </a:r>
            <a:endParaRPr lang="en-US" sz="4800" b="1">
              <a:ea typeface="ＭＳ Ｐゴシック"/>
            </a:endParaRPr>
          </a:p>
        </p:txBody>
      </p:sp>
    </p:spTree>
    <p:extLst>
      <p:ext uri="{BB962C8B-B14F-4D97-AF65-F5344CB8AC3E}">
        <p14:creationId xmlns:p14="http://schemas.microsoft.com/office/powerpoint/2010/main" val="2661994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65D1-0A07-B8AA-1D3C-D8E92B924B9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6C2061D-AF9A-9A01-F282-A6759844E9B4}"/>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04E3C43A-3C07-3366-ABC2-9AC223289FA9}"/>
              </a:ext>
            </a:extLst>
          </p:cNvPr>
          <p:cNvSpPr txBox="1"/>
          <p:nvPr/>
        </p:nvSpPr>
        <p:spPr>
          <a:xfrm>
            <a:off x="1524000" y="918029"/>
            <a:ext cx="91440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8000" b="1">
                <a:ea typeface="ＭＳ Ｐゴシック"/>
              </a:rPr>
              <a:t>やってきたこと</a:t>
            </a:r>
          </a:p>
          <a:p>
            <a:r>
              <a:rPr lang="ja-JP" altLang="en-US" sz="8000" b="1">
                <a:ea typeface="ＭＳ Ｐゴシック"/>
              </a:rPr>
              <a:t>やってわかったこと</a:t>
            </a:r>
          </a:p>
          <a:p>
            <a:r>
              <a:rPr lang="ja-JP" altLang="en-US" sz="8000" b="1">
                <a:ea typeface="ＭＳ Ｐゴシック"/>
              </a:rPr>
              <a:t>やってわかったこと</a:t>
            </a:r>
          </a:p>
          <a:p>
            <a:r>
              <a:rPr lang="ja-JP" altLang="en-US" sz="8000" b="1">
                <a:ea typeface="ＭＳ Ｐゴシック"/>
              </a:rPr>
              <a:t>これからやること</a:t>
            </a:r>
          </a:p>
        </p:txBody>
      </p:sp>
    </p:spTree>
    <p:extLst>
      <p:ext uri="{BB962C8B-B14F-4D97-AF65-F5344CB8AC3E}">
        <p14:creationId xmlns:p14="http://schemas.microsoft.com/office/powerpoint/2010/main" val="4254256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0FD4-1C72-2613-35D9-AC2CCF115D5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F79CF8C-8A2B-EAF6-2739-80E2965B3DAB}"/>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E6B30DF9-513F-B7B5-19C4-93AB50AED603}"/>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800" b="0" i="0" u="none" strike="noStrike" baseline="0">
                <a:solidFill>
                  <a:srgbClr val="000000"/>
                </a:solidFill>
                <a:ea typeface="Aptos"/>
              </a:rPr>
              <a:t>やってきたこと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7A0421FC-FC24-9C44-0906-1AB3DCE03500}"/>
              </a:ext>
            </a:extLst>
          </p:cNvPr>
          <p:cNvSpPr txBox="1"/>
          <p:nvPr/>
        </p:nvSpPr>
        <p:spPr>
          <a:xfrm>
            <a:off x="1328057" y="2767296"/>
            <a:ext cx="9543141" cy="132343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tLang="en-US" sz="8000">
                <a:ea typeface="ＭＳ Ｐゴシック"/>
              </a:rPr>
              <a:t>①ケンポー団会議</a:t>
            </a:r>
            <a:endParaRPr lang="en-US" sz="8000"/>
          </a:p>
        </p:txBody>
      </p:sp>
    </p:spTree>
    <p:extLst>
      <p:ext uri="{BB962C8B-B14F-4D97-AF65-F5344CB8AC3E}">
        <p14:creationId xmlns:p14="http://schemas.microsoft.com/office/powerpoint/2010/main" val="285946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BBFF-7DE4-A9D5-DACF-0536B4D1C51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FAB1616-8613-B74A-03F5-3492672224F7}"/>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91C3432B-6212-C407-3790-1FED3C472DD7}"/>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800" b="0" i="0" u="none" strike="noStrike" baseline="0">
                <a:solidFill>
                  <a:srgbClr val="000000"/>
                </a:solidFill>
                <a:ea typeface="Aptos"/>
              </a:rPr>
              <a:t>やってきたこと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C7005BF3-69F4-5B9B-1D89-C01ED83C4DE7}"/>
              </a:ext>
            </a:extLst>
          </p:cNvPr>
          <p:cNvSpPr txBox="1"/>
          <p:nvPr/>
        </p:nvSpPr>
        <p:spPr>
          <a:xfrm>
            <a:off x="515257" y="1476828"/>
            <a:ext cx="11132456" cy="255454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8000">
                <a:ea typeface="ＭＳ Ｐゴシック"/>
              </a:rPr>
              <a:t>事業者さん、有識者を</a:t>
            </a:r>
            <a:endParaRPr lang="en-US" altLang="ja-JP"/>
          </a:p>
          <a:p>
            <a:r>
              <a:rPr lang="ja-JP" altLang="en-US" sz="8000">
                <a:ea typeface="ＭＳ Ｐゴシック"/>
              </a:rPr>
              <a:t>混ぜて話合いをしました。</a:t>
            </a:r>
            <a:endParaRPr lang="ja-JP"/>
          </a:p>
        </p:txBody>
      </p:sp>
    </p:spTree>
    <p:extLst>
      <p:ext uri="{BB962C8B-B14F-4D97-AF65-F5344CB8AC3E}">
        <p14:creationId xmlns:p14="http://schemas.microsoft.com/office/powerpoint/2010/main" val="1515114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BBFF-7DE4-A9D5-DACF-0536B4D1C51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FAB1616-8613-B74A-03F5-3492672224F7}"/>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91C3432B-6212-C407-3790-1FED3C472DD7}"/>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solidFill>
                  <a:srgbClr val="000000"/>
                </a:solidFill>
                <a:ea typeface="Aptos"/>
              </a:rPr>
              <a:t>わか</a:t>
            </a:r>
            <a:r>
              <a:rPr lang="ja-JP" sz="1800" b="0" i="0" u="none" strike="noStrike" baseline="0">
                <a:solidFill>
                  <a:srgbClr val="000000"/>
                </a:solidFill>
                <a:ea typeface="Aptos"/>
              </a:rPr>
              <a:t>っ</a:t>
            </a:r>
            <a:r>
              <a:rPr lang="ja-JP">
                <a:solidFill>
                  <a:srgbClr val="000000"/>
                </a:solidFill>
                <a:ea typeface="Aptos"/>
              </a:rPr>
              <a:t>た</a:t>
            </a:r>
            <a:r>
              <a:rPr lang="ja-JP" sz="1800" b="0" i="0" u="none" strike="noStrike" baseline="0">
                <a:solidFill>
                  <a:srgbClr val="000000"/>
                </a:solidFill>
                <a:ea typeface="Aptos"/>
              </a:rPr>
              <a:t>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C7005BF3-69F4-5B9B-1D89-C01ED83C4DE7}"/>
              </a:ext>
            </a:extLst>
          </p:cNvPr>
          <p:cNvSpPr txBox="1"/>
          <p:nvPr/>
        </p:nvSpPr>
        <p:spPr>
          <a:xfrm>
            <a:off x="1015999" y="2026664"/>
            <a:ext cx="10160000" cy="280076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8800">
                <a:ea typeface="ＭＳ Ｐゴシック"/>
              </a:rPr>
              <a:t>事業者のメリットって本当にわかりにくい。</a:t>
            </a:r>
          </a:p>
        </p:txBody>
      </p:sp>
    </p:spTree>
    <p:extLst>
      <p:ext uri="{BB962C8B-B14F-4D97-AF65-F5344CB8AC3E}">
        <p14:creationId xmlns:p14="http://schemas.microsoft.com/office/powerpoint/2010/main" val="4037133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3CAE-194B-4DC6-CA04-C2939764A49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FA4A1BF-A0B9-7DC1-2AED-CFEC348C5334}"/>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BCD9A4B7-73CA-FCB2-C3C2-8A1E3D6E77CF}"/>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solidFill>
                  <a:srgbClr val="000000"/>
                </a:solidFill>
                <a:ea typeface="Aptos"/>
              </a:rPr>
              <a:t>わか</a:t>
            </a:r>
            <a:r>
              <a:rPr lang="ja-JP" sz="1800" b="0" i="0" u="none" strike="noStrike" baseline="0">
                <a:solidFill>
                  <a:srgbClr val="000000"/>
                </a:solidFill>
                <a:ea typeface="Aptos"/>
              </a:rPr>
              <a:t>っ</a:t>
            </a:r>
            <a:r>
              <a:rPr lang="ja-JP">
                <a:solidFill>
                  <a:srgbClr val="000000"/>
                </a:solidFill>
                <a:ea typeface="Aptos"/>
              </a:rPr>
              <a:t>た</a:t>
            </a:r>
            <a:r>
              <a:rPr lang="ja-JP" sz="1800" b="0" i="0" u="none" strike="noStrike" baseline="0">
                <a:solidFill>
                  <a:srgbClr val="000000"/>
                </a:solidFill>
                <a:ea typeface="Aptos"/>
              </a:rPr>
              <a:t>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7902B414-C265-71BA-EE36-7443C1FABA86}"/>
              </a:ext>
            </a:extLst>
          </p:cNvPr>
          <p:cNvSpPr txBox="1"/>
          <p:nvPr/>
        </p:nvSpPr>
        <p:spPr>
          <a:xfrm>
            <a:off x="2307770" y="1164772"/>
            <a:ext cx="7583714" cy="452431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9600">
                <a:ea typeface="ＭＳ Ｐゴシック"/>
              </a:rPr>
              <a:t>協会けんぽの</a:t>
            </a:r>
          </a:p>
          <a:p>
            <a:pPr algn="ctr"/>
            <a:r>
              <a:rPr lang="ja-JP" altLang="en-US" sz="9600">
                <a:ea typeface="ＭＳ Ｐゴシック"/>
              </a:rPr>
              <a:t>運営体系が</a:t>
            </a:r>
            <a:endParaRPr lang="ja-JP">
              <a:ea typeface="ＭＳ Ｐゴシック" panose="020B0600070205080204" pitchFamily="34" charset="-128"/>
            </a:endParaRPr>
          </a:p>
          <a:p>
            <a:pPr algn="ctr"/>
            <a:r>
              <a:rPr lang="ja-JP" altLang="en-US" sz="9600">
                <a:ea typeface="ＭＳ Ｐゴシック"/>
              </a:rPr>
              <a:t>わかりにくい</a:t>
            </a:r>
            <a:endParaRPr lang="ja-JP">
              <a:ea typeface="ＭＳ Ｐゴシック"/>
            </a:endParaRPr>
          </a:p>
        </p:txBody>
      </p:sp>
    </p:spTree>
    <p:extLst>
      <p:ext uri="{BB962C8B-B14F-4D97-AF65-F5344CB8AC3E}">
        <p14:creationId xmlns:p14="http://schemas.microsoft.com/office/powerpoint/2010/main" val="317466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3CAE-194B-4DC6-CA04-C2939764A49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FA4A1BF-A0B9-7DC1-2AED-CFEC348C5334}"/>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BCD9A4B7-73CA-FCB2-C3C2-8A1E3D6E77CF}"/>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solidFill>
                  <a:srgbClr val="000000"/>
                </a:solidFill>
                <a:ea typeface="Aptos"/>
              </a:rPr>
              <a:t>わか</a:t>
            </a:r>
            <a:r>
              <a:rPr lang="ja-JP" sz="1800" b="0" i="0" u="none" strike="noStrike" baseline="0">
                <a:solidFill>
                  <a:srgbClr val="000000"/>
                </a:solidFill>
                <a:ea typeface="Aptos"/>
              </a:rPr>
              <a:t>っ</a:t>
            </a:r>
            <a:r>
              <a:rPr lang="ja-JP">
                <a:solidFill>
                  <a:srgbClr val="000000"/>
                </a:solidFill>
                <a:ea typeface="Aptos"/>
              </a:rPr>
              <a:t>た</a:t>
            </a:r>
            <a:r>
              <a:rPr lang="ja-JP" sz="1800" b="0" i="0" u="none" strike="noStrike" baseline="0">
                <a:solidFill>
                  <a:srgbClr val="000000"/>
                </a:solidFill>
                <a:ea typeface="Aptos"/>
              </a:rPr>
              <a:t>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7902B414-C265-71BA-EE36-7443C1FABA86}"/>
              </a:ext>
            </a:extLst>
          </p:cNvPr>
          <p:cNvSpPr txBox="1"/>
          <p:nvPr/>
        </p:nvSpPr>
        <p:spPr>
          <a:xfrm>
            <a:off x="3352799" y="2151742"/>
            <a:ext cx="5493657"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8000">
                <a:ea typeface="ＭＳ Ｐゴシック"/>
              </a:rPr>
              <a:t>健康経営について</a:t>
            </a:r>
          </a:p>
        </p:txBody>
      </p:sp>
    </p:spTree>
    <p:extLst>
      <p:ext uri="{BB962C8B-B14F-4D97-AF65-F5344CB8AC3E}">
        <p14:creationId xmlns:p14="http://schemas.microsoft.com/office/powerpoint/2010/main" val="4010425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3CAE-194B-4DC6-CA04-C2939764A49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FA4A1BF-A0B9-7DC1-2AED-CFEC348C5334}"/>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BCD9A4B7-73CA-FCB2-C3C2-8A1E3D6E77CF}"/>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solidFill>
                  <a:srgbClr val="000000"/>
                </a:solidFill>
                <a:ea typeface="Aptos"/>
              </a:rPr>
              <a:t>わか</a:t>
            </a:r>
            <a:r>
              <a:rPr lang="ja-JP" sz="1800" b="0" i="0" u="none" strike="noStrike" baseline="0">
                <a:solidFill>
                  <a:srgbClr val="000000"/>
                </a:solidFill>
                <a:ea typeface="Aptos"/>
              </a:rPr>
              <a:t>っ</a:t>
            </a:r>
            <a:r>
              <a:rPr lang="ja-JP">
                <a:solidFill>
                  <a:srgbClr val="000000"/>
                </a:solidFill>
                <a:ea typeface="Aptos"/>
              </a:rPr>
              <a:t>た</a:t>
            </a:r>
            <a:r>
              <a:rPr lang="ja-JP" sz="1800" b="0" i="0" u="none" strike="noStrike" baseline="0">
                <a:solidFill>
                  <a:srgbClr val="000000"/>
                </a:solidFill>
                <a:ea typeface="Aptos"/>
              </a:rPr>
              <a:t>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7902B414-C265-71BA-EE36-7443C1FABA86}"/>
              </a:ext>
            </a:extLst>
          </p:cNvPr>
          <p:cNvSpPr txBox="1"/>
          <p:nvPr/>
        </p:nvSpPr>
        <p:spPr>
          <a:xfrm>
            <a:off x="1959428" y="2151742"/>
            <a:ext cx="8273143" cy="255454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8000">
                <a:ea typeface="ＭＳ Ｐゴシック"/>
              </a:rPr>
              <a:t>管轄だけでも意味合い変わるよ</a:t>
            </a:r>
            <a:endParaRPr lang="ja-JP">
              <a:ea typeface="ＭＳ Ｐゴシック"/>
            </a:endParaRPr>
          </a:p>
        </p:txBody>
      </p:sp>
    </p:spTree>
    <p:extLst>
      <p:ext uri="{BB962C8B-B14F-4D97-AF65-F5344CB8AC3E}">
        <p14:creationId xmlns:p14="http://schemas.microsoft.com/office/powerpoint/2010/main" val="3118158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CE515-4F4C-1B69-C8EE-10B733876EB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10A3A82-11D4-E6C5-43B1-21D1711C719A}"/>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E6C45DFB-FA72-B63E-D0A0-899FF4289502}"/>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t>詳しく</a:t>
            </a:r>
            <a:endParaRPr lang="en-US"/>
          </a:p>
        </p:txBody>
      </p:sp>
      <p:sp>
        <p:nvSpPr>
          <p:cNvPr id="3" name="TextBox 2">
            <a:extLst>
              <a:ext uri="{FF2B5EF4-FFF2-40B4-BE49-F238E27FC236}">
                <a16:creationId xmlns:a16="http://schemas.microsoft.com/office/drawing/2014/main" id="{25A108F8-F4AF-F206-FF01-F1C79BDBB119}"/>
              </a:ext>
            </a:extLst>
          </p:cNvPr>
          <p:cNvSpPr txBox="1"/>
          <p:nvPr/>
        </p:nvSpPr>
        <p:spPr>
          <a:xfrm>
            <a:off x="812800" y="656771"/>
            <a:ext cx="10566399"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800">
                <a:latin typeface="MS PGothic"/>
                <a:ea typeface="MS PGothic"/>
              </a:rPr>
              <a:t>経産省→生産性を上げるため</a:t>
            </a:r>
          </a:p>
          <a:p>
            <a:pPr algn="ctr"/>
            <a:r>
              <a:rPr lang="ja-JP" altLang="en-US" sz="4800">
                <a:latin typeface="MS PGothic"/>
                <a:ea typeface="MS PGothic"/>
              </a:rPr>
              <a:t>従業員の健康に関心を持って</a:t>
            </a:r>
          </a:p>
          <a:p>
            <a:pPr algn="ctr"/>
            <a:r>
              <a:rPr lang="ja-JP" altLang="en-US" sz="4800">
                <a:latin typeface="MS PGothic"/>
                <a:ea typeface="MS PGothic"/>
              </a:rPr>
              <a:t>投資してもらうことで医療費下がる</a:t>
            </a:r>
            <a:endParaRPr lang="ja-JP">
              <a:latin typeface="MS PGothic"/>
              <a:ea typeface="MS PGothic"/>
            </a:endParaRPr>
          </a:p>
          <a:p>
            <a:pPr algn="ctr"/>
            <a:endParaRPr lang="ja-JP" altLang="en-US" sz="4800">
              <a:latin typeface="MS PGothic"/>
              <a:ea typeface="MS PGothic"/>
            </a:endParaRPr>
          </a:p>
          <a:p>
            <a:pPr algn="ctr"/>
            <a:r>
              <a:rPr lang="ja-JP" altLang="en-US" sz="4800">
                <a:latin typeface="MS PGothic"/>
                <a:ea typeface="MS PGothic"/>
              </a:rPr>
              <a:t>厚労省→</a:t>
            </a:r>
            <a:r>
              <a:rPr lang="ja-JP" sz="4800">
                <a:latin typeface="MS PGothic"/>
                <a:ea typeface="MS PGothic"/>
                <a:cs typeface="+mn-lt"/>
              </a:rPr>
              <a:t>医療費</a:t>
            </a:r>
            <a:r>
              <a:rPr lang="ja-JP" altLang="en-US" sz="4800">
                <a:latin typeface="MS PGothic"/>
                <a:ea typeface="MS PGothic"/>
                <a:cs typeface="+mn-lt"/>
              </a:rPr>
              <a:t>減らすため</a:t>
            </a:r>
          </a:p>
          <a:p>
            <a:pPr algn="ctr"/>
            <a:r>
              <a:rPr lang="ja-JP" sz="4800">
                <a:latin typeface="MS PGothic"/>
                <a:ea typeface="MS PGothic"/>
                <a:cs typeface="+mn-lt"/>
              </a:rPr>
              <a:t>従業員の健康に関心を持って</a:t>
            </a:r>
            <a:endParaRPr lang="ja-JP" altLang="en-US" sz="4800">
              <a:latin typeface="MS PGothic"/>
              <a:ea typeface="MS PGothic"/>
              <a:cs typeface="+mn-lt"/>
            </a:endParaRPr>
          </a:p>
          <a:p>
            <a:pPr algn="ctr"/>
            <a:r>
              <a:rPr lang="ja-JP" sz="4800">
                <a:latin typeface="MS PGothic"/>
                <a:ea typeface="MS PGothic"/>
                <a:cs typeface="+mn-lt"/>
              </a:rPr>
              <a:t>投資してもら</a:t>
            </a:r>
            <a:r>
              <a:rPr lang="ja-JP" altLang="en-US" sz="4800">
                <a:latin typeface="MS PGothic"/>
                <a:ea typeface="MS PGothic"/>
                <a:cs typeface="+mn-lt"/>
              </a:rPr>
              <a:t>うことで生産性が上がる</a:t>
            </a:r>
          </a:p>
          <a:p>
            <a:pPr algn="ctr"/>
            <a:endParaRPr lang="ja-JP" altLang="en-US">
              <a:ea typeface="ＭＳ Ｐゴシック"/>
            </a:endParaRPr>
          </a:p>
        </p:txBody>
      </p:sp>
    </p:spTree>
    <p:extLst>
      <p:ext uri="{BB962C8B-B14F-4D97-AF65-F5344CB8AC3E}">
        <p14:creationId xmlns:p14="http://schemas.microsoft.com/office/powerpoint/2010/main" val="1350699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CE515-4F4C-1B69-C8EE-10B733876EB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10A3A82-11D4-E6C5-43B1-21D1711C719A}"/>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3" name="TextBox 2">
            <a:extLst>
              <a:ext uri="{FF2B5EF4-FFF2-40B4-BE49-F238E27FC236}">
                <a16:creationId xmlns:a16="http://schemas.microsoft.com/office/drawing/2014/main" id="{25A108F8-F4AF-F206-FF01-F1C79BDBB119}"/>
              </a:ext>
            </a:extLst>
          </p:cNvPr>
          <p:cNvSpPr txBox="1"/>
          <p:nvPr/>
        </p:nvSpPr>
        <p:spPr>
          <a:xfrm>
            <a:off x="3693885" y="3247571"/>
            <a:ext cx="48114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これだけでも結構ややこい</a:t>
            </a:r>
          </a:p>
        </p:txBody>
      </p:sp>
    </p:spTree>
    <p:extLst>
      <p:ext uri="{BB962C8B-B14F-4D97-AF65-F5344CB8AC3E}">
        <p14:creationId xmlns:p14="http://schemas.microsoft.com/office/powerpoint/2010/main" val="2757594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A4B64-EBBB-AA7F-F31A-3C8814B4C40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B1FB71C-719B-7BF7-AAF2-4294C535F06B}"/>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2046FD60-26D1-E961-3F90-FA26525FD89C}"/>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800" b="0" i="0" u="none" strike="noStrike" baseline="0">
                <a:solidFill>
                  <a:srgbClr val="000000"/>
                </a:solidFill>
                <a:ea typeface="Aptos"/>
              </a:rPr>
              <a:t>やってきたこと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2B099DBF-CA29-8669-F3EC-709119ECB489}"/>
              </a:ext>
            </a:extLst>
          </p:cNvPr>
          <p:cNvSpPr txBox="1"/>
          <p:nvPr/>
        </p:nvSpPr>
        <p:spPr>
          <a:xfrm>
            <a:off x="2474685" y="1532157"/>
            <a:ext cx="7242628" cy="378565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tLang="en-US" sz="8000">
                <a:ea typeface="ＭＳ Ｐゴシック"/>
              </a:rPr>
              <a:t>②シミュレーター</a:t>
            </a:r>
          </a:p>
          <a:p>
            <a:pPr algn="ctr"/>
            <a:r>
              <a:rPr lang="ja-JP" altLang="en-US" sz="8000">
                <a:ea typeface="ＭＳ Ｐゴシック"/>
              </a:rPr>
              <a:t>改修のための</a:t>
            </a:r>
            <a:endParaRPr lang="ja-JP">
              <a:ea typeface="ＭＳ Ｐゴシック" panose="020B0600070205080204" pitchFamily="34" charset="-128"/>
            </a:endParaRPr>
          </a:p>
          <a:p>
            <a:pPr algn="ctr"/>
            <a:r>
              <a:rPr lang="ja-JP" altLang="en-US" sz="8000">
                <a:ea typeface="ＭＳ Ｐゴシック"/>
              </a:rPr>
              <a:t>意見出し</a:t>
            </a:r>
            <a:endParaRPr lang="ja-JP">
              <a:ea typeface="ＭＳ Ｐゴシック"/>
            </a:endParaRPr>
          </a:p>
        </p:txBody>
      </p:sp>
    </p:spTree>
    <p:extLst>
      <p:ext uri="{BB962C8B-B14F-4D97-AF65-F5344CB8AC3E}">
        <p14:creationId xmlns:p14="http://schemas.microsoft.com/office/powerpoint/2010/main" val="3638780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A0056-A13B-D3AF-B4DA-4D7F41590B1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98639B9-D760-1AAE-AF25-1311F5F0659B}"/>
              </a:ext>
            </a:extLst>
          </p:cNvPr>
          <p:cNvPicPr>
            <a:picLocks noChangeAspect="1"/>
          </p:cNvPicPr>
          <p:nvPr/>
        </p:nvPicPr>
        <p:blipFill>
          <a:blip r:embed="rId2"/>
          <a:srcRect l="25153" t="40" r="25017" b="-701"/>
          <a:stretch>
            <a:fillRect/>
          </a:stretch>
        </p:blipFill>
        <p:spPr>
          <a:xfrm>
            <a:off x="3454400" y="328990"/>
            <a:ext cx="5301369" cy="6019401"/>
          </a:xfrm>
          <a:prstGeom prst="rect">
            <a:avLst/>
          </a:prstGeom>
        </p:spPr>
      </p:pic>
      <p:pic>
        <p:nvPicPr>
          <p:cNvPr id="6" name="Picture 5">
            <a:extLst>
              <a:ext uri="{FF2B5EF4-FFF2-40B4-BE49-F238E27FC236}">
                <a16:creationId xmlns:a16="http://schemas.microsoft.com/office/drawing/2014/main" id="{45C6C571-57A7-0158-8764-158EEFB751B1}"/>
              </a:ext>
            </a:extLst>
          </p:cNvPr>
          <p:cNvPicPr>
            <a:picLocks noChangeAspect="1"/>
          </p:cNvPicPr>
          <p:nvPr/>
        </p:nvPicPr>
        <p:blipFill>
          <a:blip r:embed="rId3"/>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6C0D71E7-CE60-331A-CD3A-55E41253FF6F}"/>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800" b="0" i="0" u="none" strike="noStrike" baseline="0">
                <a:solidFill>
                  <a:srgbClr val="000000"/>
                </a:solidFill>
                <a:ea typeface="Aptos"/>
              </a:rPr>
              <a:t>やってきたこと</a:t>
            </a:r>
            <a:r>
              <a:rPr sz="1800" b="0" i="0">
                <a:solidFill>
                  <a:srgbClr val="000000"/>
                </a:solidFill>
                <a:latin typeface="Aptos"/>
                <a:ea typeface="Aptos"/>
                <a:cs typeface="Aptos"/>
              </a:rPr>
              <a:t>​</a:t>
            </a:r>
            <a:endParaRPr lang="en-US"/>
          </a:p>
        </p:txBody>
      </p:sp>
    </p:spTree>
    <p:extLst>
      <p:ext uri="{BB962C8B-B14F-4D97-AF65-F5344CB8AC3E}">
        <p14:creationId xmlns:p14="http://schemas.microsoft.com/office/powerpoint/2010/main" val="2573700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D301C-6C2D-5BC5-9066-FA5D21D802F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0465AF-DD8A-5207-C639-EFB9B9379041}"/>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090355E5-C397-1B3E-FDFD-951499A92777}"/>
              </a:ext>
            </a:extLst>
          </p:cNvPr>
          <p:cNvSpPr txBox="1"/>
          <p:nvPr/>
        </p:nvSpPr>
        <p:spPr>
          <a:xfrm>
            <a:off x="515257" y="330200"/>
            <a:ext cx="1850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800" b="0" i="0" u="none" strike="noStrike" baseline="0">
                <a:solidFill>
                  <a:srgbClr val="000000"/>
                </a:solidFill>
                <a:ea typeface="Aptos"/>
              </a:rPr>
              <a:t>やってきたこと</a:t>
            </a:r>
            <a:r>
              <a:rPr sz="1800" b="0" i="0">
                <a:solidFill>
                  <a:srgbClr val="000000"/>
                </a:solidFill>
                <a:latin typeface="Aptos"/>
                <a:ea typeface="Aptos"/>
                <a:cs typeface="Aptos"/>
              </a:rPr>
              <a:t>​</a:t>
            </a:r>
            <a:endParaRPr lang="en-US"/>
          </a:p>
        </p:txBody>
      </p:sp>
      <p:sp>
        <p:nvSpPr>
          <p:cNvPr id="3" name="TextBox 2">
            <a:extLst>
              <a:ext uri="{FF2B5EF4-FFF2-40B4-BE49-F238E27FC236}">
                <a16:creationId xmlns:a16="http://schemas.microsoft.com/office/drawing/2014/main" id="{9AD9AFD1-4103-587D-F175-8E4921313C9F}"/>
              </a:ext>
            </a:extLst>
          </p:cNvPr>
          <p:cNvSpPr txBox="1"/>
          <p:nvPr/>
        </p:nvSpPr>
        <p:spPr>
          <a:xfrm>
            <a:off x="3693885" y="3247571"/>
            <a:ext cx="48114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改修中（だと思います）</a:t>
            </a:r>
          </a:p>
        </p:txBody>
      </p:sp>
    </p:spTree>
    <p:extLst>
      <p:ext uri="{BB962C8B-B14F-4D97-AF65-F5344CB8AC3E}">
        <p14:creationId xmlns:p14="http://schemas.microsoft.com/office/powerpoint/2010/main" val="3751002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AA26-C136-711B-22F6-4780CA84CDF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9DD3DEB-7DA7-37D3-B8AB-F34A088A8EBE}"/>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3" name="TextBox 2">
            <a:extLst>
              <a:ext uri="{FF2B5EF4-FFF2-40B4-BE49-F238E27FC236}">
                <a16:creationId xmlns:a16="http://schemas.microsoft.com/office/drawing/2014/main" id="{CC0D1E4F-D3CD-DD37-2231-078FE0BD50B6}"/>
              </a:ext>
            </a:extLst>
          </p:cNvPr>
          <p:cNvSpPr txBox="1"/>
          <p:nvPr/>
        </p:nvSpPr>
        <p:spPr>
          <a:xfrm>
            <a:off x="3693885" y="3247571"/>
            <a:ext cx="48114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わかったこと（データ関係のこと）</a:t>
            </a:r>
          </a:p>
        </p:txBody>
      </p:sp>
    </p:spTree>
    <p:extLst>
      <p:ext uri="{BB962C8B-B14F-4D97-AF65-F5344CB8AC3E}">
        <p14:creationId xmlns:p14="http://schemas.microsoft.com/office/powerpoint/2010/main" val="3529145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4BDC-DE58-0666-CE4E-B6F22FD06D8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710A777-7AAC-DEC1-567B-016E329A67C2}"/>
              </a:ext>
            </a:extLst>
          </p:cNvPr>
          <p:cNvPicPr>
            <a:picLocks noChangeAspect="1"/>
          </p:cNvPicPr>
          <p:nvPr/>
        </p:nvPicPr>
        <p:blipFill>
          <a:blip r:embed="rId2"/>
          <a:stretch>
            <a:fillRect/>
          </a:stretch>
        </p:blipFill>
        <p:spPr>
          <a:xfrm>
            <a:off x="6566580" y="-176893"/>
            <a:ext cx="5626553" cy="7589157"/>
          </a:xfrm>
          <a:prstGeom prst="rect">
            <a:avLst/>
          </a:prstGeom>
        </p:spPr>
      </p:pic>
      <p:pic>
        <p:nvPicPr>
          <p:cNvPr id="6" name="Picture 5">
            <a:extLst>
              <a:ext uri="{FF2B5EF4-FFF2-40B4-BE49-F238E27FC236}">
                <a16:creationId xmlns:a16="http://schemas.microsoft.com/office/drawing/2014/main" id="{5C0C18F6-7433-04C0-71BD-5BF71053923C}"/>
              </a:ext>
            </a:extLst>
          </p:cNvPr>
          <p:cNvPicPr>
            <a:picLocks noChangeAspect="1"/>
          </p:cNvPicPr>
          <p:nvPr/>
        </p:nvPicPr>
        <p:blipFill>
          <a:blip r:embed="rId3"/>
          <a:stretch>
            <a:fillRect/>
          </a:stretch>
        </p:blipFill>
        <p:spPr>
          <a:xfrm>
            <a:off x="3563258" y="4927600"/>
            <a:ext cx="5065485" cy="2844800"/>
          </a:xfrm>
          <a:prstGeom prst="rect">
            <a:avLst/>
          </a:prstGeom>
        </p:spPr>
      </p:pic>
      <p:sp>
        <p:nvSpPr>
          <p:cNvPr id="3" name="TextBox 2">
            <a:extLst>
              <a:ext uri="{FF2B5EF4-FFF2-40B4-BE49-F238E27FC236}">
                <a16:creationId xmlns:a16="http://schemas.microsoft.com/office/drawing/2014/main" id="{ED427D6E-705D-74CB-C330-F95803CBF493}"/>
              </a:ext>
            </a:extLst>
          </p:cNvPr>
          <p:cNvSpPr txBox="1"/>
          <p:nvPr/>
        </p:nvSpPr>
        <p:spPr>
          <a:xfrm>
            <a:off x="1161142" y="3247571"/>
            <a:ext cx="48114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辻本さんに話を移します</a:t>
            </a:r>
          </a:p>
        </p:txBody>
      </p:sp>
    </p:spTree>
    <p:extLst>
      <p:ext uri="{BB962C8B-B14F-4D97-AF65-F5344CB8AC3E}">
        <p14:creationId xmlns:p14="http://schemas.microsoft.com/office/powerpoint/2010/main" val="2780246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0145-3632-13DB-4112-92F7E1B3478D}"/>
              </a:ext>
            </a:extLst>
          </p:cNvPr>
          <p:cNvSpPr>
            <a:spLocks noGrp="1"/>
          </p:cNvSpPr>
          <p:nvPr>
            <p:ph type="title"/>
          </p:nvPr>
        </p:nvSpPr>
        <p:spPr/>
        <p:txBody>
          <a:bodyPr/>
          <a:lstStyle/>
          <a:p>
            <a:r>
              <a:rPr lang="ja-JP" altLang="en-US">
                <a:ea typeface="ＭＳ Ｐゴシック"/>
              </a:rPr>
              <a:t>保険料率が決まる</a:t>
            </a:r>
            <a:br>
              <a:rPr lang="en-US" altLang="ja-JP">
                <a:ea typeface="ＭＳ Ｐゴシック"/>
              </a:rPr>
            </a:br>
            <a:r>
              <a:rPr lang="ja-JP" altLang="en-US" sz="4400">
                <a:ea typeface="ＭＳ Ｐゴシック"/>
              </a:rPr>
              <a:t>（おおまかな）</a:t>
            </a:r>
            <a:r>
              <a:rPr lang="ja-JP" altLang="en-US">
                <a:ea typeface="ＭＳ Ｐゴシック"/>
              </a:rPr>
              <a:t>仕組み</a:t>
            </a:r>
            <a:endParaRPr kumimoji="1" lang="en-US"/>
          </a:p>
        </p:txBody>
      </p:sp>
      <p:sp>
        <p:nvSpPr>
          <p:cNvPr id="3" name="Content Placeholder 2">
            <a:extLst>
              <a:ext uri="{FF2B5EF4-FFF2-40B4-BE49-F238E27FC236}">
                <a16:creationId xmlns:a16="http://schemas.microsoft.com/office/drawing/2014/main" id="{072FB62C-5233-EB3E-A807-CF1715239801}"/>
              </a:ext>
            </a:extLst>
          </p:cNvPr>
          <p:cNvSpPr>
            <a:spLocks noGrp="1"/>
          </p:cNvSpPr>
          <p:nvPr>
            <p:ph type="body" idx="1"/>
          </p:nvPr>
        </p:nvSpPr>
        <p:spPr/>
        <p:txBody>
          <a:bodyPr/>
          <a:lstStyle/>
          <a:p>
            <a:endParaRPr kumimoji="1" lang="en-US"/>
          </a:p>
        </p:txBody>
      </p:sp>
    </p:spTree>
    <p:extLst>
      <p:ext uri="{BB962C8B-B14F-4D97-AF65-F5344CB8AC3E}">
        <p14:creationId xmlns:p14="http://schemas.microsoft.com/office/powerpoint/2010/main" val="2227626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1DE28-4161-9D65-52BF-D17501C66326}"/>
              </a:ext>
            </a:extLst>
          </p:cNvPr>
          <p:cNvSpPr>
            <a:spLocks noGrp="1"/>
          </p:cNvSpPr>
          <p:nvPr>
            <p:ph type="title"/>
          </p:nvPr>
        </p:nvSpPr>
        <p:spPr>
          <a:xfrm>
            <a:off x="640080" y="325369"/>
            <a:ext cx="7206982" cy="1956841"/>
          </a:xfrm>
        </p:spPr>
        <p:txBody>
          <a:bodyPr anchor="b">
            <a:normAutofit/>
          </a:bodyPr>
          <a:lstStyle/>
          <a:p>
            <a:r>
              <a:rPr lang="ja-JP" altLang="en-US" sz="2800">
                <a:ea typeface="ＭＳ Ｐゴシック"/>
              </a:rPr>
              <a:t>協会けんぽの保険料率は</a:t>
            </a:r>
            <a:br>
              <a:rPr lang="ja-JP" altLang="en-US" sz="2800">
                <a:ea typeface="ＭＳ Ｐゴシック"/>
              </a:rPr>
            </a:br>
            <a:r>
              <a:rPr lang="ja-JP" altLang="en-US" sz="3400" b="1">
                <a:ea typeface="ＭＳ Ｐゴシック"/>
              </a:rPr>
              <a:t>都道府県（支部）ごとに異なり、</a:t>
            </a:r>
            <a:br>
              <a:rPr lang="en-US" altLang="ja-JP" sz="3400" b="1">
                <a:ea typeface="ＭＳ Ｐゴシック"/>
              </a:rPr>
            </a:br>
            <a:r>
              <a:rPr lang="ja-JP" altLang="en-US" sz="3400" b="1">
                <a:ea typeface="ＭＳ Ｐゴシック"/>
              </a:rPr>
              <a:t>支部の収支で</a:t>
            </a:r>
            <a:r>
              <a:rPr lang="ja-JP" altLang="en-US" sz="2400" b="1">
                <a:ea typeface="ＭＳ Ｐゴシック"/>
              </a:rPr>
              <a:t>（</a:t>
            </a:r>
            <a:r>
              <a:rPr lang="ja-JP" sz="2400" b="1">
                <a:ea typeface="ＭＳ Ｐゴシック"/>
              </a:rPr>
              <a:t>おおよそが）</a:t>
            </a:r>
            <a:r>
              <a:rPr lang="ja-JP" altLang="en-US" sz="3400" b="1">
                <a:ea typeface="ＭＳ Ｐゴシック"/>
              </a:rPr>
              <a:t>決まる</a:t>
            </a:r>
            <a:endParaRPr lang="en-US" sz="3400" b="1"/>
          </a:p>
        </p:txBody>
      </p:sp>
      <p:sp>
        <p:nvSpPr>
          <p:cNvPr id="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日本地図のイラスト（都道府県ごとに区切り）">
            <a:extLst>
              <a:ext uri="{FF2B5EF4-FFF2-40B4-BE49-F238E27FC236}">
                <a16:creationId xmlns:a16="http://schemas.microsoft.com/office/drawing/2014/main" id="{32F4D863-4D5A-9220-75ED-FFE933C6E186}"/>
              </a:ext>
            </a:extLst>
          </p:cNvPr>
          <p:cNvPicPr>
            <a:picLocks noChangeAspect="1"/>
          </p:cNvPicPr>
          <p:nvPr/>
        </p:nvPicPr>
        <p:blipFill>
          <a:blip r:embed="rId2"/>
          <a:srcRect t="302"/>
          <a:stretch>
            <a:fillRect/>
          </a:stretch>
        </p:blipFill>
        <p:spPr>
          <a:xfrm>
            <a:off x="5383485"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7" name="Title 1">
            <a:extLst>
              <a:ext uri="{FF2B5EF4-FFF2-40B4-BE49-F238E27FC236}">
                <a16:creationId xmlns:a16="http://schemas.microsoft.com/office/drawing/2014/main" id="{F74D1366-E79E-705C-F4BD-0247AA533E55}"/>
              </a:ext>
            </a:extLst>
          </p:cNvPr>
          <p:cNvSpPr txBox="1">
            <a:spLocks/>
          </p:cNvSpPr>
          <p:nvPr/>
        </p:nvSpPr>
        <p:spPr>
          <a:xfrm>
            <a:off x="641709" y="2981941"/>
            <a:ext cx="10515600" cy="1325563"/>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500">
                <a:ea typeface="ＭＳ Ｐゴシック"/>
              </a:rPr>
              <a:t>では、</a:t>
            </a:r>
            <a:br>
              <a:rPr lang="ja-JP" altLang="en-US" b="1">
                <a:ea typeface="ＭＳ Ｐゴシック"/>
              </a:rPr>
            </a:br>
            <a:r>
              <a:rPr lang="ja-JP" altLang="en-US" b="1">
                <a:ea typeface="ＭＳ Ｐゴシック"/>
              </a:rPr>
              <a:t>支部ごとの収入と支出は</a:t>
            </a:r>
            <a:br>
              <a:rPr lang="ja-JP" altLang="en-US" b="1">
                <a:ea typeface="ＭＳ Ｐゴシック"/>
              </a:rPr>
            </a:br>
            <a:r>
              <a:rPr lang="ja-JP" altLang="en-US" b="1">
                <a:ea typeface="ＭＳ Ｐゴシック"/>
              </a:rPr>
              <a:t>どのように決まるか？</a:t>
            </a:r>
          </a:p>
        </p:txBody>
      </p:sp>
    </p:spTree>
    <p:extLst>
      <p:ext uri="{BB962C8B-B14F-4D97-AF65-F5344CB8AC3E}">
        <p14:creationId xmlns:p14="http://schemas.microsoft.com/office/powerpoint/2010/main" val="276609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42EB-A635-0535-783B-A75638DB9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B890F-4B79-2FCD-AFBA-DCDA99E3F29E}"/>
              </a:ext>
            </a:extLst>
          </p:cNvPr>
          <p:cNvSpPr>
            <a:spLocks noGrp="1"/>
          </p:cNvSpPr>
          <p:nvPr>
            <p:ph type="title"/>
          </p:nvPr>
        </p:nvSpPr>
        <p:spPr>
          <a:xfrm>
            <a:off x="838200" y="453"/>
            <a:ext cx="10515600" cy="1325563"/>
          </a:xfrm>
        </p:spPr>
        <p:txBody>
          <a:bodyPr>
            <a:normAutofit/>
          </a:bodyPr>
          <a:lstStyle/>
          <a:p>
            <a:r>
              <a:rPr lang="ja-JP" altLang="en-US" sz="2800">
                <a:ea typeface="ＭＳ Ｐゴシック"/>
              </a:rPr>
              <a:t>協会けんぽ支部毎の</a:t>
            </a:r>
            <a:r>
              <a:rPr lang="ja-JP" altLang="en-US" b="1">
                <a:ea typeface="ＭＳ Ｐゴシック"/>
              </a:rPr>
              <a:t>​</a:t>
            </a:r>
            <a:br>
              <a:rPr lang="ja-JP" altLang="en-US" b="1">
                <a:ea typeface="ＭＳ Ｐゴシック"/>
              </a:rPr>
            </a:br>
            <a:r>
              <a:rPr lang="ja-JP" altLang="en-US" b="1">
                <a:ea typeface="ＭＳ Ｐゴシック"/>
              </a:rPr>
              <a:t>支出</a:t>
            </a:r>
            <a:r>
              <a:rPr lang="ja-JP">
                <a:ea typeface="ＭＳ Ｐゴシック"/>
              </a:rPr>
              <a:t>は医療機関に支払われる</a:t>
            </a:r>
            <a:r>
              <a:rPr lang="ja-JP" altLang="en-US" b="1">
                <a:ea typeface="ＭＳ Ｐゴシック"/>
              </a:rPr>
              <a:t>医療給付費</a:t>
            </a:r>
            <a:endParaRPr lang="ja-JP" altLang="en-US" sz="2000" b="1">
              <a:ea typeface="ＭＳ Ｐゴシック"/>
            </a:endParaRPr>
          </a:p>
        </p:txBody>
      </p:sp>
      <p:sp>
        <p:nvSpPr>
          <p:cNvPr id="14" name="TextBox 13">
            <a:extLst>
              <a:ext uri="{FF2B5EF4-FFF2-40B4-BE49-F238E27FC236}">
                <a16:creationId xmlns:a16="http://schemas.microsoft.com/office/drawing/2014/main" id="{62ABCB17-810A-6422-2C0A-0376DDCF108F}"/>
              </a:ext>
            </a:extLst>
          </p:cNvPr>
          <p:cNvSpPr txBox="1"/>
          <p:nvPr/>
        </p:nvSpPr>
        <p:spPr>
          <a:xfrm>
            <a:off x="8329836" y="5709249"/>
            <a:ext cx="2583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協会けんぽ（支部）</a:t>
            </a:r>
          </a:p>
          <a:p>
            <a:pPr algn="ctr"/>
            <a:endParaRPr lang="ja-JP" altLang="en-US" sz="3200">
              <a:ea typeface="ＭＳ Ｐゴシック"/>
            </a:endParaRPr>
          </a:p>
        </p:txBody>
      </p:sp>
      <p:pic>
        <p:nvPicPr>
          <p:cNvPr id="56" name="Content Placeholder 3" descr="ブタの貯金箱のイラスト">
            <a:extLst>
              <a:ext uri="{FF2B5EF4-FFF2-40B4-BE49-F238E27FC236}">
                <a16:creationId xmlns:a16="http://schemas.microsoft.com/office/drawing/2014/main" id="{F1829D61-9D61-4AFB-8C28-339A7C97228E}"/>
              </a:ext>
            </a:extLst>
          </p:cNvPr>
          <p:cNvPicPr>
            <a:picLocks noChangeAspect="1"/>
          </p:cNvPicPr>
          <p:nvPr/>
        </p:nvPicPr>
        <p:blipFill>
          <a:blip r:embed="rId2"/>
          <a:stretch>
            <a:fillRect/>
          </a:stretch>
        </p:blipFill>
        <p:spPr>
          <a:xfrm>
            <a:off x="8916196" y="4267184"/>
            <a:ext cx="1558744" cy="1629706"/>
          </a:xfrm>
          <a:prstGeom prst="rect">
            <a:avLst/>
          </a:prstGeom>
        </p:spPr>
      </p:pic>
      <p:pic>
        <p:nvPicPr>
          <p:cNvPr id="57" name="Picture 4" descr="給料袋のイラスト">
            <a:extLst>
              <a:ext uri="{FF2B5EF4-FFF2-40B4-BE49-F238E27FC236}">
                <a16:creationId xmlns:a16="http://schemas.microsoft.com/office/drawing/2014/main" id="{9D0BDF43-942F-2F8C-A269-0C3A0EFD071D}"/>
              </a:ext>
            </a:extLst>
          </p:cNvPr>
          <p:cNvPicPr>
            <a:picLocks noChangeAspect="1"/>
          </p:cNvPicPr>
          <p:nvPr/>
        </p:nvPicPr>
        <p:blipFill>
          <a:blip r:embed="rId3"/>
          <a:stretch>
            <a:fillRect/>
          </a:stretch>
        </p:blipFill>
        <p:spPr>
          <a:xfrm>
            <a:off x="1140515" y="5001371"/>
            <a:ext cx="1273506" cy="1371134"/>
          </a:xfrm>
          <a:prstGeom prst="rect">
            <a:avLst/>
          </a:prstGeom>
        </p:spPr>
      </p:pic>
      <p:pic>
        <p:nvPicPr>
          <p:cNvPr id="58" name="Picture 7" descr="病院・医院の建物イラスト（医療）">
            <a:extLst>
              <a:ext uri="{FF2B5EF4-FFF2-40B4-BE49-F238E27FC236}">
                <a16:creationId xmlns:a16="http://schemas.microsoft.com/office/drawing/2014/main" id="{A8C96047-9DE5-FC27-5E41-638A9D1B577A}"/>
              </a:ext>
            </a:extLst>
          </p:cNvPr>
          <p:cNvPicPr>
            <a:picLocks noChangeAspect="1"/>
          </p:cNvPicPr>
          <p:nvPr/>
        </p:nvPicPr>
        <p:blipFill>
          <a:blip r:embed="rId4"/>
          <a:stretch>
            <a:fillRect/>
          </a:stretch>
        </p:blipFill>
        <p:spPr>
          <a:xfrm>
            <a:off x="5752867" y="1515692"/>
            <a:ext cx="1417865" cy="1632585"/>
          </a:xfrm>
          <a:prstGeom prst="rect">
            <a:avLst/>
          </a:prstGeom>
        </p:spPr>
      </p:pic>
      <p:pic>
        <p:nvPicPr>
          <p:cNvPr id="59" name="Picture 8" descr="働く人たちのイラスト">
            <a:extLst>
              <a:ext uri="{FF2B5EF4-FFF2-40B4-BE49-F238E27FC236}">
                <a16:creationId xmlns:a16="http://schemas.microsoft.com/office/drawing/2014/main" id="{ED4ABF73-BECD-E7D7-D758-167EE9FD33F6}"/>
              </a:ext>
            </a:extLst>
          </p:cNvPr>
          <p:cNvPicPr>
            <a:picLocks noChangeAspect="1"/>
          </p:cNvPicPr>
          <p:nvPr/>
        </p:nvPicPr>
        <p:blipFill>
          <a:blip r:embed="rId5"/>
          <a:stretch>
            <a:fillRect/>
          </a:stretch>
        </p:blipFill>
        <p:spPr>
          <a:xfrm>
            <a:off x="2321431" y="4688384"/>
            <a:ext cx="2673803" cy="1810957"/>
          </a:xfrm>
          <a:prstGeom prst="rect">
            <a:avLst/>
          </a:prstGeom>
        </p:spPr>
      </p:pic>
      <p:sp>
        <p:nvSpPr>
          <p:cNvPr id="61" name="TextBox 2">
            <a:extLst>
              <a:ext uri="{FF2B5EF4-FFF2-40B4-BE49-F238E27FC236}">
                <a16:creationId xmlns:a16="http://schemas.microsoft.com/office/drawing/2014/main" id="{53E9856C-48BB-D2F4-1ADB-486011C5C07E}"/>
              </a:ext>
            </a:extLst>
          </p:cNvPr>
          <p:cNvSpPr txBox="1"/>
          <p:nvPr/>
        </p:nvSpPr>
        <p:spPr>
          <a:xfrm>
            <a:off x="5563087" y="6068366"/>
            <a:ext cx="19630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保険料</a:t>
            </a:r>
            <a:endParaRPr lang="en-US" sz="3200">
              <a:ea typeface="ＭＳ Ｐゴシック"/>
            </a:endParaRPr>
          </a:p>
        </p:txBody>
      </p:sp>
      <p:sp>
        <p:nvSpPr>
          <p:cNvPr id="62" name="TextBox 18">
            <a:extLst>
              <a:ext uri="{FF2B5EF4-FFF2-40B4-BE49-F238E27FC236}">
                <a16:creationId xmlns:a16="http://schemas.microsoft.com/office/drawing/2014/main" id="{F5960DF9-C416-677C-EB6F-8BAC0BDA2FAC}"/>
              </a:ext>
            </a:extLst>
          </p:cNvPr>
          <p:cNvSpPr txBox="1"/>
          <p:nvPr/>
        </p:nvSpPr>
        <p:spPr>
          <a:xfrm>
            <a:off x="5498671" y="3107417"/>
            <a:ext cx="18584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医療機関</a:t>
            </a:r>
          </a:p>
        </p:txBody>
      </p:sp>
      <p:sp>
        <p:nvSpPr>
          <p:cNvPr id="63" name="TextBox 22">
            <a:extLst>
              <a:ext uri="{FF2B5EF4-FFF2-40B4-BE49-F238E27FC236}">
                <a16:creationId xmlns:a16="http://schemas.microsoft.com/office/drawing/2014/main" id="{ED103C9A-46F1-BD34-CEC0-FF5B5D7B34D2}"/>
              </a:ext>
            </a:extLst>
          </p:cNvPr>
          <p:cNvSpPr txBox="1"/>
          <p:nvPr/>
        </p:nvSpPr>
        <p:spPr>
          <a:xfrm>
            <a:off x="2513716" y="6241136"/>
            <a:ext cx="25835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被保険者</a:t>
            </a:r>
          </a:p>
        </p:txBody>
      </p:sp>
      <p:sp>
        <p:nvSpPr>
          <p:cNvPr id="65" name="矢印: 右 64">
            <a:extLst>
              <a:ext uri="{FF2B5EF4-FFF2-40B4-BE49-F238E27FC236}">
                <a16:creationId xmlns:a16="http://schemas.microsoft.com/office/drawing/2014/main" id="{9D027DF3-C33B-636B-37B8-D21AACED9CA2}"/>
              </a:ext>
            </a:extLst>
          </p:cNvPr>
          <p:cNvSpPr/>
          <p:nvPr/>
        </p:nvSpPr>
        <p:spPr>
          <a:xfrm rot="18779782">
            <a:off x="3504751" y="3590112"/>
            <a:ext cx="2492454"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B8F2DF45-158C-A974-F84B-FBD7A171A96D}"/>
              </a:ext>
            </a:extLst>
          </p:cNvPr>
          <p:cNvSpPr/>
          <p:nvPr/>
        </p:nvSpPr>
        <p:spPr>
          <a:xfrm rot="13752692">
            <a:off x="6842213" y="3633606"/>
            <a:ext cx="2548137"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矢印: 右 66">
            <a:extLst>
              <a:ext uri="{FF2B5EF4-FFF2-40B4-BE49-F238E27FC236}">
                <a16:creationId xmlns:a16="http://schemas.microsoft.com/office/drawing/2014/main" id="{DC623F30-5647-2931-CF08-7FA351ED18EE}"/>
              </a:ext>
            </a:extLst>
          </p:cNvPr>
          <p:cNvSpPr/>
          <p:nvPr/>
        </p:nvSpPr>
        <p:spPr>
          <a:xfrm>
            <a:off x="5002504" y="5455643"/>
            <a:ext cx="3531163"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8" name="グループ化 67">
            <a:extLst>
              <a:ext uri="{FF2B5EF4-FFF2-40B4-BE49-F238E27FC236}">
                <a16:creationId xmlns:a16="http://schemas.microsoft.com/office/drawing/2014/main" id="{E1BCBF7D-FEF9-F6A3-26A3-7C60D30D0026}"/>
              </a:ext>
            </a:extLst>
          </p:cNvPr>
          <p:cNvGrpSpPr/>
          <p:nvPr/>
        </p:nvGrpSpPr>
        <p:grpSpPr>
          <a:xfrm>
            <a:off x="7612056" y="3492264"/>
            <a:ext cx="1431459" cy="1056705"/>
            <a:chOff x="7779974" y="3345964"/>
            <a:chExt cx="1431459" cy="1056705"/>
          </a:xfrm>
        </p:grpSpPr>
        <p:pic>
          <p:nvPicPr>
            <p:cNvPr id="69" name="図 68"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4D32C912-80E6-B159-2864-A0EDDDFEBC9B}"/>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70" name="図 69"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87FA72B6-D0B3-ED05-B088-2A934E413B93}"/>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71" name="図 70"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DB88FEAD-4D0A-111F-865F-FD7F68E26305}"/>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72" name="図 71"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341DF66A-A124-8B44-915F-7251FFEC5014}"/>
              </a:ext>
            </a:extLst>
          </p:cNvPr>
          <p:cNvPicPr>
            <a:picLocks noChangeAspect="1"/>
          </p:cNvPicPr>
          <p:nvPr/>
        </p:nvPicPr>
        <p:blipFill>
          <a:blip r:embed="rId6"/>
          <a:stretch>
            <a:fillRect/>
          </a:stretch>
        </p:blipFill>
        <p:spPr>
          <a:xfrm>
            <a:off x="3875705" y="3560534"/>
            <a:ext cx="1303844" cy="926292"/>
          </a:xfrm>
          <a:prstGeom prst="rect">
            <a:avLst/>
          </a:prstGeom>
        </p:spPr>
      </p:pic>
      <p:grpSp>
        <p:nvGrpSpPr>
          <p:cNvPr id="73" name="グループ化 72">
            <a:extLst>
              <a:ext uri="{FF2B5EF4-FFF2-40B4-BE49-F238E27FC236}">
                <a16:creationId xmlns:a16="http://schemas.microsoft.com/office/drawing/2014/main" id="{68C47846-C8AB-BA1E-0B71-FE9ABE30BD3E}"/>
              </a:ext>
            </a:extLst>
          </p:cNvPr>
          <p:cNvGrpSpPr/>
          <p:nvPr/>
        </p:nvGrpSpPr>
        <p:grpSpPr>
          <a:xfrm>
            <a:off x="5786344" y="5190028"/>
            <a:ext cx="1431459" cy="1056705"/>
            <a:chOff x="7779974" y="3345964"/>
            <a:chExt cx="1431459" cy="1056705"/>
          </a:xfrm>
        </p:grpSpPr>
        <p:pic>
          <p:nvPicPr>
            <p:cNvPr id="74" name="図 73"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761F28C9-C555-1163-19DA-D66F5C760112}"/>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75" name="図 74"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3C5BA988-EAC1-22A2-1A9A-B7A7EF0A1C79}"/>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76" name="図 75"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4AA7935B-A518-C71D-E349-1B159294148B}"/>
                </a:ext>
              </a:extLst>
            </p:cNvPr>
            <p:cNvPicPr>
              <a:picLocks noChangeAspect="1"/>
            </p:cNvPicPr>
            <p:nvPr/>
          </p:nvPicPr>
          <p:blipFill>
            <a:blip r:embed="rId6"/>
            <a:stretch>
              <a:fillRect/>
            </a:stretch>
          </p:blipFill>
          <p:spPr>
            <a:xfrm>
              <a:off x="7907589" y="3476377"/>
              <a:ext cx="1303844" cy="926292"/>
            </a:xfrm>
            <a:prstGeom prst="rect">
              <a:avLst/>
            </a:prstGeom>
          </p:spPr>
        </p:pic>
      </p:grpSp>
      <p:sp>
        <p:nvSpPr>
          <p:cNvPr id="79" name="四角形: 角を丸くする 78">
            <a:extLst>
              <a:ext uri="{FF2B5EF4-FFF2-40B4-BE49-F238E27FC236}">
                <a16:creationId xmlns:a16="http://schemas.microsoft.com/office/drawing/2014/main" id="{DDDA707A-D908-3F5B-0B69-864D352C6737}"/>
              </a:ext>
            </a:extLst>
          </p:cNvPr>
          <p:cNvSpPr/>
          <p:nvPr/>
        </p:nvSpPr>
        <p:spPr>
          <a:xfrm>
            <a:off x="7477582" y="2563845"/>
            <a:ext cx="3032938" cy="2033555"/>
          </a:xfrm>
          <a:prstGeom prst="roundRect">
            <a:avLst>
              <a:gd name="adj" fmla="val 50000"/>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85" name="TextBox 15">
            <a:extLst>
              <a:ext uri="{FF2B5EF4-FFF2-40B4-BE49-F238E27FC236}">
                <a16:creationId xmlns:a16="http://schemas.microsoft.com/office/drawing/2014/main" id="{8B11D9D5-69CA-89D9-267B-878C1D5A542D}"/>
              </a:ext>
            </a:extLst>
          </p:cNvPr>
          <p:cNvSpPr txBox="1"/>
          <p:nvPr/>
        </p:nvSpPr>
        <p:spPr>
          <a:xfrm>
            <a:off x="2081938" y="2644324"/>
            <a:ext cx="2382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自己負担額</a:t>
            </a:r>
            <a:endParaRPr lang="en-US" altLang="ja-JP" sz="3200">
              <a:ea typeface="ＭＳ Ｐゴシック"/>
            </a:endParaRPr>
          </a:p>
          <a:p>
            <a:pPr algn="ctr"/>
            <a:r>
              <a:rPr lang="ja-JP" altLang="en-US" sz="3200">
                <a:ea typeface="ＭＳ Ｐゴシック"/>
              </a:rPr>
              <a:t>（医療費）</a:t>
            </a:r>
            <a:endParaRPr lang="ja-JP" sz="3200">
              <a:ea typeface="ＭＳ Ｐゴシック"/>
            </a:endParaRPr>
          </a:p>
        </p:txBody>
      </p:sp>
      <p:sp>
        <p:nvSpPr>
          <p:cNvPr id="87" name="TextBox 14">
            <a:extLst>
              <a:ext uri="{FF2B5EF4-FFF2-40B4-BE49-F238E27FC236}">
                <a16:creationId xmlns:a16="http://schemas.microsoft.com/office/drawing/2014/main" id="{90DD4691-BAC5-9A95-8B23-9C970E089694}"/>
              </a:ext>
            </a:extLst>
          </p:cNvPr>
          <p:cNvSpPr txBox="1"/>
          <p:nvPr/>
        </p:nvSpPr>
        <p:spPr>
          <a:xfrm>
            <a:off x="7880060" y="2653145"/>
            <a:ext cx="229677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医療給付費</a:t>
            </a:r>
            <a:endParaRPr lang="en-US" altLang="ja-JP" sz="3200">
              <a:ea typeface="ＭＳ Ｐゴシック"/>
            </a:endParaRPr>
          </a:p>
          <a:p>
            <a:pPr algn="ctr"/>
            <a:r>
              <a:rPr lang="ja-JP" altLang="en-US" sz="3200">
                <a:ea typeface="ＭＳ Ｐゴシック"/>
              </a:rPr>
              <a:t>（医療費）</a:t>
            </a:r>
            <a:endParaRPr lang="ja-JP" altLang="ja-JP" sz="3200">
              <a:ea typeface="ＭＳ Ｐゴシック"/>
            </a:endParaRPr>
          </a:p>
        </p:txBody>
      </p:sp>
    </p:spTree>
    <p:extLst>
      <p:ext uri="{BB962C8B-B14F-4D97-AF65-F5344CB8AC3E}">
        <p14:creationId xmlns:p14="http://schemas.microsoft.com/office/powerpoint/2010/main" val="1897880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D6380-F11C-186A-170A-8301C1280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62E02-04D6-C1EA-4C56-78C2E4551634}"/>
              </a:ext>
            </a:extLst>
          </p:cNvPr>
          <p:cNvSpPr>
            <a:spLocks noGrp="1"/>
          </p:cNvSpPr>
          <p:nvPr>
            <p:ph type="title"/>
          </p:nvPr>
        </p:nvSpPr>
        <p:spPr>
          <a:xfrm>
            <a:off x="838200" y="453"/>
            <a:ext cx="10515600" cy="1325563"/>
          </a:xfrm>
        </p:spPr>
        <p:txBody>
          <a:bodyPr>
            <a:normAutofit/>
          </a:bodyPr>
          <a:lstStyle/>
          <a:p>
            <a:r>
              <a:rPr lang="ja-JP" altLang="en-US" sz="2800">
                <a:ea typeface="ＭＳ Ｐゴシック"/>
              </a:rPr>
              <a:t>協会けんぽ支部毎の</a:t>
            </a:r>
            <a:r>
              <a:rPr lang="ja-JP" altLang="en-US" b="1">
                <a:ea typeface="ＭＳ Ｐゴシック"/>
              </a:rPr>
              <a:t>​</a:t>
            </a:r>
            <a:br>
              <a:rPr lang="ja-JP" altLang="en-US" b="1">
                <a:ea typeface="ＭＳ Ｐゴシック"/>
              </a:rPr>
            </a:br>
            <a:r>
              <a:rPr lang="ja-JP" altLang="en-US" b="1">
                <a:ea typeface="ＭＳ Ｐゴシック"/>
              </a:rPr>
              <a:t>収入</a:t>
            </a:r>
            <a:r>
              <a:rPr lang="ja-JP">
                <a:ea typeface="ＭＳ Ｐゴシック"/>
              </a:rPr>
              <a:t>は被保険者からの</a:t>
            </a:r>
            <a:r>
              <a:rPr lang="ja-JP" altLang="en-US" b="1">
                <a:ea typeface="ＭＳ Ｐゴシック"/>
              </a:rPr>
              <a:t>保険料</a:t>
            </a:r>
            <a:endParaRPr lang="ja-JP" altLang="en-US" sz="2000" b="1">
              <a:ea typeface="ＭＳ Ｐゴシック"/>
            </a:endParaRPr>
          </a:p>
        </p:txBody>
      </p:sp>
      <p:pic>
        <p:nvPicPr>
          <p:cNvPr id="50" name="Content Placeholder 3" descr="ブタの貯金箱のイラスト">
            <a:extLst>
              <a:ext uri="{FF2B5EF4-FFF2-40B4-BE49-F238E27FC236}">
                <a16:creationId xmlns:a16="http://schemas.microsoft.com/office/drawing/2014/main" id="{8F694302-23D8-B19C-7241-617F06E6D16D}"/>
              </a:ext>
            </a:extLst>
          </p:cNvPr>
          <p:cNvPicPr>
            <a:picLocks noChangeAspect="1"/>
          </p:cNvPicPr>
          <p:nvPr/>
        </p:nvPicPr>
        <p:blipFill>
          <a:blip r:embed="rId2"/>
          <a:stretch>
            <a:fillRect/>
          </a:stretch>
        </p:blipFill>
        <p:spPr>
          <a:xfrm>
            <a:off x="8916196" y="4267184"/>
            <a:ext cx="1558744" cy="1629706"/>
          </a:xfrm>
          <a:prstGeom prst="rect">
            <a:avLst/>
          </a:prstGeom>
        </p:spPr>
      </p:pic>
      <p:pic>
        <p:nvPicPr>
          <p:cNvPr id="51" name="Picture 4" descr="給料袋のイラスト">
            <a:extLst>
              <a:ext uri="{FF2B5EF4-FFF2-40B4-BE49-F238E27FC236}">
                <a16:creationId xmlns:a16="http://schemas.microsoft.com/office/drawing/2014/main" id="{3E1BDCD4-3824-E37C-978F-CF686CFD1F22}"/>
              </a:ext>
            </a:extLst>
          </p:cNvPr>
          <p:cNvPicPr>
            <a:picLocks noChangeAspect="1"/>
          </p:cNvPicPr>
          <p:nvPr/>
        </p:nvPicPr>
        <p:blipFill>
          <a:blip r:embed="rId3"/>
          <a:stretch>
            <a:fillRect/>
          </a:stretch>
        </p:blipFill>
        <p:spPr>
          <a:xfrm>
            <a:off x="1140515" y="5001371"/>
            <a:ext cx="1273506" cy="1371134"/>
          </a:xfrm>
          <a:prstGeom prst="rect">
            <a:avLst/>
          </a:prstGeom>
        </p:spPr>
      </p:pic>
      <p:pic>
        <p:nvPicPr>
          <p:cNvPr id="52" name="Picture 7" descr="病院・医院の建物イラスト（医療）">
            <a:extLst>
              <a:ext uri="{FF2B5EF4-FFF2-40B4-BE49-F238E27FC236}">
                <a16:creationId xmlns:a16="http://schemas.microsoft.com/office/drawing/2014/main" id="{DBC767E5-4230-4D4E-62CF-99D82AB4285B}"/>
              </a:ext>
            </a:extLst>
          </p:cNvPr>
          <p:cNvPicPr>
            <a:picLocks noChangeAspect="1"/>
          </p:cNvPicPr>
          <p:nvPr/>
        </p:nvPicPr>
        <p:blipFill>
          <a:blip r:embed="rId4"/>
          <a:stretch>
            <a:fillRect/>
          </a:stretch>
        </p:blipFill>
        <p:spPr>
          <a:xfrm>
            <a:off x="5752867" y="1515692"/>
            <a:ext cx="1417865" cy="1632585"/>
          </a:xfrm>
          <a:prstGeom prst="rect">
            <a:avLst/>
          </a:prstGeom>
        </p:spPr>
      </p:pic>
      <p:pic>
        <p:nvPicPr>
          <p:cNvPr id="53" name="Picture 8" descr="働く人たちのイラスト">
            <a:extLst>
              <a:ext uri="{FF2B5EF4-FFF2-40B4-BE49-F238E27FC236}">
                <a16:creationId xmlns:a16="http://schemas.microsoft.com/office/drawing/2014/main" id="{DA73D8A0-9B6A-C023-E763-792B5144B8E2}"/>
              </a:ext>
            </a:extLst>
          </p:cNvPr>
          <p:cNvPicPr>
            <a:picLocks noChangeAspect="1"/>
          </p:cNvPicPr>
          <p:nvPr/>
        </p:nvPicPr>
        <p:blipFill>
          <a:blip r:embed="rId5"/>
          <a:stretch>
            <a:fillRect/>
          </a:stretch>
        </p:blipFill>
        <p:spPr>
          <a:xfrm>
            <a:off x="2321431" y="4688384"/>
            <a:ext cx="2673803" cy="1810957"/>
          </a:xfrm>
          <a:prstGeom prst="rect">
            <a:avLst/>
          </a:prstGeom>
        </p:spPr>
      </p:pic>
      <p:sp>
        <p:nvSpPr>
          <p:cNvPr id="55" name="TextBox 2">
            <a:extLst>
              <a:ext uri="{FF2B5EF4-FFF2-40B4-BE49-F238E27FC236}">
                <a16:creationId xmlns:a16="http://schemas.microsoft.com/office/drawing/2014/main" id="{9A8197EC-F6A7-4577-DDA3-8DED6C28EA3C}"/>
              </a:ext>
            </a:extLst>
          </p:cNvPr>
          <p:cNvSpPr txBox="1"/>
          <p:nvPr/>
        </p:nvSpPr>
        <p:spPr>
          <a:xfrm>
            <a:off x="5563087" y="6068366"/>
            <a:ext cx="19630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保険料</a:t>
            </a:r>
            <a:endParaRPr lang="en-US" sz="3200">
              <a:ea typeface="ＭＳ Ｐゴシック"/>
            </a:endParaRPr>
          </a:p>
        </p:txBody>
      </p:sp>
      <p:sp>
        <p:nvSpPr>
          <p:cNvPr id="56" name="TextBox 18">
            <a:extLst>
              <a:ext uri="{FF2B5EF4-FFF2-40B4-BE49-F238E27FC236}">
                <a16:creationId xmlns:a16="http://schemas.microsoft.com/office/drawing/2014/main" id="{71687331-8BEF-41BC-E02F-75D5FC3FADC7}"/>
              </a:ext>
            </a:extLst>
          </p:cNvPr>
          <p:cNvSpPr txBox="1"/>
          <p:nvPr/>
        </p:nvSpPr>
        <p:spPr>
          <a:xfrm>
            <a:off x="5498671" y="3107417"/>
            <a:ext cx="18584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医療機関</a:t>
            </a:r>
          </a:p>
        </p:txBody>
      </p:sp>
      <p:sp>
        <p:nvSpPr>
          <p:cNvPr id="57" name="TextBox 22">
            <a:extLst>
              <a:ext uri="{FF2B5EF4-FFF2-40B4-BE49-F238E27FC236}">
                <a16:creationId xmlns:a16="http://schemas.microsoft.com/office/drawing/2014/main" id="{2BC22497-52D4-C972-8BAF-FD99F5EC6755}"/>
              </a:ext>
            </a:extLst>
          </p:cNvPr>
          <p:cNvSpPr txBox="1"/>
          <p:nvPr/>
        </p:nvSpPr>
        <p:spPr>
          <a:xfrm>
            <a:off x="2513716" y="6241136"/>
            <a:ext cx="25835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被保険者</a:t>
            </a:r>
          </a:p>
        </p:txBody>
      </p:sp>
      <p:sp>
        <p:nvSpPr>
          <p:cNvPr id="59" name="矢印: 右 58">
            <a:extLst>
              <a:ext uri="{FF2B5EF4-FFF2-40B4-BE49-F238E27FC236}">
                <a16:creationId xmlns:a16="http://schemas.microsoft.com/office/drawing/2014/main" id="{F408D8FA-AFB9-C1B3-1A3E-FB77E0199061}"/>
              </a:ext>
            </a:extLst>
          </p:cNvPr>
          <p:cNvSpPr/>
          <p:nvPr/>
        </p:nvSpPr>
        <p:spPr>
          <a:xfrm rot="18779782">
            <a:off x="3504751" y="3590112"/>
            <a:ext cx="2492454"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321FB855-07D9-358E-8B3A-4310394A311A}"/>
              </a:ext>
            </a:extLst>
          </p:cNvPr>
          <p:cNvSpPr/>
          <p:nvPr/>
        </p:nvSpPr>
        <p:spPr>
          <a:xfrm rot="13752692">
            <a:off x="6842213" y="3633606"/>
            <a:ext cx="2548137"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右 60">
            <a:extLst>
              <a:ext uri="{FF2B5EF4-FFF2-40B4-BE49-F238E27FC236}">
                <a16:creationId xmlns:a16="http://schemas.microsoft.com/office/drawing/2014/main" id="{D907317F-B7D4-77C9-4F1C-A70F291D9A16}"/>
              </a:ext>
            </a:extLst>
          </p:cNvPr>
          <p:cNvSpPr/>
          <p:nvPr/>
        </p:nvSpPr>
        <p:spPr>
          <a:xfrm>
            <a:off x="5002504" y="5455643"/>
            <a:ext cx="3531163"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2" name="グループ化 61">
            <a:extLst>
              <a:ext uri="{FF2B5EF4-FFF2-40B4-BE49-F238E27FC236}">
                <a16:creationId xmlns:a16="http://schemas.microsoft.com/office/drawing/2014/main" id="{430F3B3E-2F64-A7C8-433B-E43FF04C5BC4}"/>
              </a:ext>
            </a:extLst>
          </p:cNvPr>
          <p:cNvGrpSpPr/>
          <p:nvPr/>
        </p:nvGrpSpPr>
        <p:grpSpPr>
          <a:xfrm>
            <a:off x="7612056" y="3492264"/>
            <a:ext cx="1431459" cy="1056705"/>
            <a:chOff x="7779974" y="3345964"/>
            <a:chExt cx="1431459" cy="1056705"/>
          </a:xfrm>
        </p:grpSpPr>
        <p:pic>
          <p:nvPicPr>
            <p:cNvPr id="63" name="図 62"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6B486EDC-F66B-D0D3-B242-24D781318891}"/>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64" name="図 63"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2BC607E2-D051-3356-836D-9A7B0A103B6C}"/>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65" name="図 64"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C3FF40D3-FCEE-B51A-24D0-0C5AA5D086EC}"/>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66" name="図 65"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4F205119-F260-BB9A-72AC-7D46E31EED01}"/>
              </a:ext>
            </a:extLst>
          </p:cNvPr>
          <p:cNvPicPr>
            <a:picLocks noChangeAspect="1"/>
          </p:cNvPicPr>
          <p:nvPr/>
        </p:nvPicPr>
        <p:blipFill>
          <a:blip r:embed="rId6"/>
          <a:stretch>
            <a:fillRect/>
          </a:stretch>
        </p:blipFill>
        <p:spPr>
          <a:xfrm>
            <a:off x="3875705" y="3560534"/>
            <a:ext cx="1303844" cy="926292"/>
          </a:xfrm>
          <a:prstGeom prst="rect">
            <a:avLst/>
          </a:prstGeom>
        </p:spPr>
      </p:pic>
      <p:grpSp>
        <p:nvGrpSpPr>
          <p:cNvPr id="67" name="グループ化 66">
            <a:extLst>
              <a:ext uri="{FF2B5EF4-FFF2-40B4-BE49-F238E27FC236}">
                <a16:creationId xmlns:a16="http://schemas.microsoft.com/office/drawing/2014/main" id="{D8D3DC9E-E4D3-C76F-D9DB-E6097424A4CF}"/>
              </a:ext>
            </a:extLst>
          </p:cNvPr>
          <p:cNvGrpSpPr/>
          <p:nvPr/>
        </p:nvGrpSpPr>
        <p:grpSpPr>
          <a:xfrm>
            <a:off x="5786344" y="5190028"/>
            <a:ext cx="1431459" cy="1056705"/>
            <a:chOff x="7779974" y="3345964"/>
            <a:chExt cx="1431459" cy="1056705"/>
          </a:xfrm>
        </p:grpSpPr>
        <p:pic>
          <p:nvPicPr>
            <p:cNvPr id="68" name="図 67"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A6B9FF5B-9B47-2447-776B-14CA4614C4AC}"/>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69" name="図 68"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C1426F28-9478-CD1F-3A0F-1CBF8CA95FD0}"/>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70" name="図 69"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24EF0190-F8B4-F6B6-945B-D1131604BFFA}"/>
                </a:ext>
              </a:extLst>
            </p:cNvPr>
            <p:cNvPicPr>
              <a:picLocks noChangeAspect="1"/>
            </p:cNvPicPr>
            <p:nvPr/>
          </p:nvPicPr>
          <p:blipFill>
            <a:blip r:embed="rId6"/>
            <a:stretch>
              <a:fillRect/>
            </a:stretch>
          </p:blipFill>
          <p:spPr>
            <a:xfrm>
              <a:off x="7907589" y="3476377"/>
              <a:ext cx="1303844" cy="926292"/>
            </a:xfrm>
            <a:prstGeom prst="rect">
              <a:avLst/>
            </a:prstGeom>
          </p:spPr>
        </p:pic>
      </p:grpSp>
      <p:sp>
        <p:nvSpPr>
          <p:cNvPr id="74" name="四角形: 角を丸くする 73">
            <a:extLst>
              <a:ext uri="{FF2B5EF4-FFF2-40B4-BE49-F238E27FC236}">
                <a16:creationId xmlns:a16="http://schemas.microsoft.com/office/drawing/2014/main" id="{8213462D-8581-5132-3C85-BA68E8EB15B8}"/>
              </a:ext>
            </a:extLst>
          </p:cNvPr>
          <p:cNvSpPr/>
          <p:nvPr/>
        </p:nvSpPr>
        <p:spPr>
          <a:xfrm>
            <a:off x="5492290" y="5151935"/>
            <a:ext cx="2092250" cy="1564924"/>
          </a:xfrm>
          <a:prstGeom prst="roundRect">
            <a:avLst>
              <a:gd name="adj" fmla="val 50000"/>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76" name="TextBox 15">
            <a:extLst>
              <a:ext uri="{FF2B5EF4-FFF2-40B4-BE49-F238E27FC236}">
                <a16:creationId xmlns:a16="http://schemas.microsoft.com/office/drawing/2014/main" id="{1C4BF2B1-FC3D-1A7A-E8C6-0F135B0EBAF2}"/>
              </a:ext>
            </a:extLst>
          </p:cNvPr>
          <p:cNvSpPr txBox="1"/>
          <p:nvPr/>
        </p:nvSpPr>
        <p:spPr>
          <a:xfrm>
            <a:off x="2081938" y="2644324"/>
            <a:ext cx="2382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自己負担額</a:t>
            </a:r>
            <a:endParaRPr lang="en-US" altLang="ja-JP" sz="3200">
              <a:ea typeface="ＭＳ Ｐゴシック"/>
            </a:endParaRPr>
          </a:p>
          <a:p>
            <a:pPr algn="ctr"/>
            <a:r>
              <a:rPr lang="ja-JP" altLang="en-US" sz="3200">
                <a:ea typeface="ＭＳ Ｐゴシック"/>
              </a:rPr>
              <a:t>（医療費）</a:t>
            </a:r>
            <a:endParaRPr lang="ja-JP" sz="3200">
              <a:ea typeface="ＭＳ Ｐゴシック"/>
            </a:endParaRPr>
          </a:p>
        </p:txBody>
      </p:sp>
      <p:sp>
        <p:nvSpPr>
          <p:cNvPr id="78" name="TextBox 14">
            <a:extLst>
              <a:ext uri="{FF2B5EF4-FFF2-40B4-BE49-F238E27FC236}">
                <a16:creationId xmlns:a16="http://schemas.microsoft.com/office/drawing/2014/main" id="{E8A81C4B-3F24-4D65-CA34-02724A0BA460}"/>
              </a:ext>
            </a:extLst>
          </p:cNvPr>
          <p:cNvSpPr txBox="1"/>
          <p:nvPr/>
        </p:nvSpPr>
        <p:spPr>
          <a:xfrm>
            <a:off x="7880060" y="2653145"/>
            <a:ext cx="229677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医療給付費</a:t>
            </a:r>
            <a:endParaRPr lang="en-US" altLang="ja-JP" sz="3200">
              <a:ea typeface="ＭＳ Ｐゴシック"/>
            </a:endParaRPr>
          </a:p>
          <a:p>
            <a:pPr algn="ctr"/>
            <a:r>
              <a:rPr lang="ja-JP" altLang="en-US" sz="3200">
                <a:ea typeface="ＭＳ Ｐゴシック"/>
              </a:rPr>
              <a:t>（医療費）</a:t>
            </a:r>
            <a:endParaRPr lang="ja-JP" altLang="ja-JP" sz="3200">
              <a:ea typeface="ＭＳ Ｐゴシック"/>
            </a:endParaRPr>
          </a:p>
        </p:txBody>
      </p:sp>
      <p:sp>
        <p:nvSpPr>
          <p:cNvPr id="82" name="TextBox 13">
            <a:extLst>
              <a:ext uri="{FF2B5EF4-FFF2-40B4-BE49-F238E27FC236}">
                <a16:creationId xmlns:a16="http://schemas.microsoft.com/office/drawing/2014/main" id="{6965D532-6CA8-C500-201E-673843608273}"/>
              </a:ext>
            </a:extLst>
          </p:cNvPr>
          <p:cNvSpPr txBox="1"/>
          <p:nvPr/>
        </p:nvSpPr>
        <p:spPr>
          <a:xfrm>
            <a:off x="8329836" y="5709249"/>
            <a:ext cx="2583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協会けんぽ（支部）</a:t>
            </a:r>
          </a:p>
          <a:p>
            <a:pPr algn="ctr"/>
            <a:endParaRPr lang="ja-JP" altLang="en-US" sz="3200">
              <a:ea typeface="ＭＳ Ｐゴシック"/>
            </a:endParaRPr>
          </a:p>
        </p:txBody>
      </p:sp>
    </p:spTree>
    <p:extLst>
      <p:ext uri="{BB962C8B-B14F-4D97-AF65-F5344CB8AC3E}">
        <p14:creationId xmlns:p14="http://schemas.microsoft.com/office/powerpoint/2010/main" val="3181152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2149A-E5F2-D7DC-5CAC-7C20D4989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87C5B-820F-C1FD-F7C3-6471FD67A4E3}"/>
              </a:ext>
            </a:extLst>
          </p:cNvPr>
          <p:cNvSpPr>
            <a:spLocks noGrp="1"/>
          </p:cNvSpPr>
          <p:nvPr>
            <p:ph type="title"/>
          </p:nvPr>
        </p:nvSpPr>
        <p:spPr>
          <a:xfrm>
            <a:off x="838200" y="453"/>
            <a:ext cx="10515600" cy="1325563"/>
          </a:xfrm>
        </p:spPr>
        <p:txBody>
          <a:bodyPr>
            <a:normAutofit/>
          </a:bodyPr>
          <a:lstStyle/>
          <a:p>
            <a:r>
              <a:rPr lang="ja-JP" altLang="en-US" b="1">
                <a:ea typeface="ＭＳ Ｐゴシック"/>
              </a:rPr>
              <a:t>​</a:t>
            </a:r>
            <a:br>
              <a:rPr lang="ja-JP" altLang="en-US" b="1">
                <a:ea typeface="ＭＳ Ｐゴシック"/>
              </a:rPr>
            </a:br>
            <a:r>
              <a:rPr lang="ja-JP" altLang="en-US" b="1">
                <a:ea typeface="ＭＳ Ｐゴシック"/>
              </a:rPr>
              <a:t>医療給付費 </a:t>
            </a:r>
            <a:r>
              <a:rPr lang="en-US" altLang="ja-JP" b="1">
                <a:ea typeface="ＭＳ Ｐゴシック"/>
              </a:rPr>
              <a:t>+</a:t>
            </a:r>
            <a:r>
              <a:rPr lang="ja-JP" altLang="en-US" b="1">
                <a:ea typeface="ＭＳ Ｐゴシック"/>
              </a:rPr>
              <a:t> 自己負担額 が 「医療費」</a:t>
            </a:r>
            <a:endParaRPr lang="ja-JP" altLang="en-US" sz="2000" b="1">
              <a:ea typeface="ＭＳ Ｐゴシック"/>
            </a:endParaRPr>
          </a:p>
        </p:txBody>
      </p:sp>
      <p:pic>
        <p:nvPicPr>
          <p:cNvPr id="21" name="Content Placeholder 3" descr="ブタの貯金箱のイラスト">
            <a:extLst>
              <a:ext uri="{FF2B5EF4-FFF2-40B4-BE49-F238E27FC236}">
                <a16:creationId xmlns:a16="http://schemas.microsoft.com/office/drawing/2014/main" id="{1A10CD8B-B687-8DE5-D472-8BCE34E06139}"/>
              </a:ext>
            </a:extLst>
          </p:cNvPr>
          <p:cNvPicPr>
            <a:picLocks noChangeAspect="1"/>
          </p:cNvPicPr>
          <p:nvPr/>
        </p:nvPicPr>
        <p:blipFill>
          <a:blip r:embed="rId2"/>
          <a:stretch>
            <a:fillRect/>
          </a:stretch>
        </p:blipFill>
        <p:spPr>
          <a:xfrm>
            <a:off x="8916196" y="4267184"/>
            <a:ext cx="1558744" cy="1629706"/>
          </a:xfrm>
          <a:prstGeom prst="rect">
            <a:avLst/>
          </a:prstGeom>
        </p:spPr>
      </p:pic>
      <p:pic>
        <p:nvPicPr>
          <p:cNvPr id="22" name="Picture 4" descr="給料袋のイラスト">
            <a:extLst>
              <a:ext uri="{FF2B5EF4-FFF2-40B4-BE49-F238E27FC236}">
                <a16:creationId xmlns:a16="http://schemas.microsoft.com/office/drawing/2014/main" id="{EA2CDA00-1C76-F963-1ABE-3C34AD5F6A81}"/>
              </a:ext>
            </a:extLst>
          </p:cNvPr>
          <p:cNvPicPr>
            <a:picLocks noChangeAspect="1"/>
          </p:cNvPicPr>
          <p:nvPr/>
        </p:nvPicPr>
        <p:blipFill>
          <a:blip r:embed="rId3"/>
          <a:stretch>
            <a:fillRect/>
          </a:stretch>
        </p:blipFill>
        <p:spPr>
          <a:xfrm>
            <a:off x="1140515" y="5001371"/>
            <a:ext cx="1273506" cy="1371134"/>
          </a:xfrm>
          <a:prstGeom prst="rect">
            <a:avLst/>
          </a:prstGeom>
        </p:spPr>
      </p:pic>
      <p:pic>
        <p:nvPicPr>
          <p:cNvPr id="27" name="Picture 7" descr="病院・医院の建物イラスト（医療）">
            <a:extLst>
              <a:ext uri="{FF2B5EF4-FFF2-40B4-BE49-F238E27FC236}">
                <a16:creationId xmlns:a16="http://schemas.microsoft.com/office/drawing/2014/main" id="{A51D3C34-16D7-4AE3-7CE4-C7FF32C646D4}"/>
              </a:ext>
            </a:extLst>
          </p:cNvPr>
          <p:cNvPicPr>
            <a:picLocks noChangeAspect="1"/>
          </p:cNvPicPr>
          <p:nvPr/>
        </p:nvPicPr>
        <p:blipFill>
          <a:blip r:embed="rId4"/>
          <a:stretch>
            <a:fillRect/>
          </a:stretch>
        </p:blipFill>
        <p:spPr>
          <a:xfrm>
            <a:off x="5752867" y="1515692"/>
            <a:ext cx="1417865" cy="1632585"/>
          </a:xfrm>
          <a:prstGeom prst="rect">
            <a:avLst/>
          </a:prstGeom>
        </p:spPr>
      </p:pic>
      <p:pic>
        <p:nvPicPr>
          <p:cNvPr id="28" name="Picture 8" descr="働く人たちのイラスト">
            <a:extLst>
              <a:ext uri="{FF2B5EF4-FFF2-40B4-BE49-F238E27FC236}">
                <a16:creationId xmlns:a16="http://schemas.microsoft.com/office/drawing/2014/main" id="{735FBF66-231D-667E-5A2C-FC6E8977D563}"/>
              </a:ext>
            </a:extLst>
          </p:cNvPr>
          <p:cNvPicPr>
            <a:picLocks noChangeAspect="1"/>
          </p:cNvPicPr>
          <p:nvPr/>
        </p:nvPicPr>
        <p:blipFill>
          <a:blip r:embed="rId5"/>
          <a:stretch>
            <a:fillRect/>
          </a:stretch>
        </p:blipFill>
        <p:spPr>
          <a:xfrm>
            <a:off x="2321431" y="4688384"/>
            <a:ext cx="2673803" cy="1810957"/>
          </a:xfrm>
          <a:prstGeom prst="rect">
            <a:avLst/>
          </a:prstGeom>
        </p:spPr>
      </p:pic>
      <p:sp>
        <p:nvSpPr>
          <p:cNvPr id="29" name="TextBox 13">
            <a:extLst>
              <a:ext uri="{FF2B5EF4-FFF2-40B4-BE49-F238E27FC236}">
                <a16:creationId xmlns:a16="http://schemas.microsoft.com/office/drawing/2014/main" id="{4D2A2046-9D3D-8748-DDCD-E8BF9948E284}"/>
              </a:ext>
            </a:extLst>
          </p:cNvPr>
          <p:cNvSpPr txBox="1"/>
          <p:nvPr/>
        </p:nvSpPr>
        <p:spPr>
          <a:xfrm>
            <a:off x="8329836" y="5709249"/>
            <a:ext cx="2583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協会けんぽ（支部）</a:t>
            </a:r>
          </a:p>
          <a:p>
            <a:pPr algn="ctr"/>
            <a:endParaRPr lang="ja-JP" altLang="en-US" sz="3200">
              <a:ea typeface="ＭＳ Ｐゴシック"/>
            </a:endParaRPr>
          </a:p>
        </p:txBody>
      </p:sp>
      <p:sp>
        <p:nvSpPr>
          <p:cNvPr id="31" name="TextBox 2">
            <a:extLst>
              <a:ext uri="{FF2B5EF4-FFF2-40B4-BE49-F238E27FC236}">
                <a16:creationId xmlns:a16="http://schemas.microsoft.com/office/drawing/2014/main" id="{E2D0002B-1A23-43F2-D402-71712C08C528}"/>
              </a:ext>
            </a:extLst>
          </p:cNvPr>
          <p:cNvSpPr txBox="1"/>
          <p:nvPr/>
        </p:nvSpPr>
        <p:spPr>
          <a:xfrm>
            <a:off x="5563087" y="6068366"/>
            <a:ext cx="19630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保険料</a:t>
            </a:r>
            <a:endParaRPr lang="en-US" sz="3200">
              <a:ea typeface="ＭＳ Ｐゴシック"/>
            </a:endParaRPr>
          </a:p>
        </p:txBody>
      </p:sp>
      <p:sp>
        <p:nvSpPr>
          <p:cNvPr id="32" name="TextBox 18">
            <a:extLst>
              <a:ext uri="{FF2B5EF4-FFF2-40B4-BE49-F238E27FC236}">
                <a16:creationId xmlns:a16="http://schemas.microsoft.com/office/drawing/2014/main" id="{EC975646-83BA-ACE1-1D00-3251B1EE6673}"/>
              </a:ext>
            </a:extLst>
          </p:cNvPr>
          <p:cNvSpPr txBox="1"/>
          <p:nvPr/>
        </p:nvSpPr>
        <p:spPr>
          <a:xfrm>
            <a:off x="5498671" y="3107417"/>
            <a:ext cx="18584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医療機関</a:t>
            </a:r>
          </a:p>
        </p:txBody>
      </p:sp>
      <p:sp>
        <p:nvSpPr>
          <p:cNvPr id="33" name="TextBox 22">
            <a:extLst>
              <a:ext uri="{FF2B5EF4-FFF2-40B4-BE49-F238E27FC236}">
                <a16:creationId xmlns:a16="http://schemas.microsoft.com/office/drawing/2014/main" id="{BB4C3F85-F2BF-D001-8793-0A63B00DE114}"/>
              </a:ext>
            </a:extLst>
          </p:cNvPr>
          <p:cNvSpPr txBox="1"/>
          <p:nvPr/>
        </p:nvSpPr>
        <p:spPr>
          <a:xfrm>
            <a:off x="2513716" y="6241136"/>
            <a:ext cx="25835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被保険者</a:t>
            </a:r>
          </a:p>
        </p:txBody>
      </p:sp>
      <p:sp>
        <p:nvSpPr>
          <p:cNvPr id="35" name="矢印: 右 34">
            <a:extLst>
              <a:ext uri="{FF2B5EF4-FFF2-40B4-BE49-F238E27FC236}">
                <a16:creationId xmlns:a16="http://schemas.microsoft.com/office/drawing/2014/main" id="{4D3FC14A-4EEB-DFC2-5FBB-89DA4D23A7F5}"/>
              </a:ext>
            </a:extLst>
          </p:cNvPr>
          <p:cNvSpPr/>
          <p:nvPr/>
        </p:nvSpPr>
        <p:spPr>
          <a:xfrm rot="18779782">
            <a:off x="3504751" y="3590112"/>
            <a:ext cx="2492454"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D2B3D2A2-A42E-869B-0111-77D652CAF752}"/>
              </a:ext>
            </a:extLst>
          </p:cNvPr>
          <p:cNvSpPr/>
          <p:nvPr/>
        </p:nvSpPr>
        <p:spPr>
          <a:xfrm rot="13752692">
            <a:off x="6842213" y="3633606"/>
            <a:ext cx="2548137"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3E234085-8D39-8A7A-3B1C-290BD018A199}"/>
              </a:ext>
            </a:extLst>
          </p:cNvPr>
          <p:cNvSpPr/>
          <p:nvPr/>
        </p:nvSpPr>
        <p:spPr>
          <a:xfrm>
            <a:off x="5002504" y="5455643"/>
            <a:ext cx="3531163"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a:extLst>
              <a:ext uri="{FF2B5EF4-FFF2-40B4-BE49-F238E27FC236}">
                <a16:creationId xmlns:a16="http://schemas.microsoft.com/office/drawing/2014/main" id="{66F929DE-40EE-6723-99AC-89FBEC34D34E}"/>
              </a:ext>
            </a:extLst>
          </p:cNvPr>
          <p:cNvGrpSpPr/>
          <p:nvPr/>
        </p:nvGrpSpPr>
        <p:grpSpPr>
          <a:xfrm>
            <a:off x="7612056" y="3492264"/>
            <a:ext cx="1431459" cy="1056705"/>
            <a:chOff x="7779974" y="3345964"/>
            <a:chExt cx="1431459" cy="1056705"/>
          </a:xfrm>
        </p:grpSpPr>
        <p:pic>
          <p:nvPicPr>
            <p:cNvPr id="39" name="図 38"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7BA52F2B-8A95-AA2A-E6CF-CE1DD566403A}"/>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40" name="図 39"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32F68FA9-DA3D-70F5-D4A8-0792849AF521}"/>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41" name="図 40"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1CAD7C32-21E9-1E98-37D5-809D1C8405C1}"/>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42" name="図 41"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CAF68D02-CACC-794C-7037-7CE0578BB272}"/>
              </a:ext>
            </a:extLst>
          </p:cNvPr>
          <p:cNvPicPr>
            <a:picLocks noChangeAspect="1"/>
          </p:cNvPicPr>
          <p:nvPr/>
        </p:nvPicPr>
        <p:blipFill>
          <a:blip r:embed="rId6"/>
          <a:stretch>
            <a:fillRect/>
          </a:stretch>
        </p:blipFill>
        <p:spPr>
          <a:xfrm>
            <a:off x="3875705" y="3560534"/>
            <a:ext cx="1303844" cy="926292"/>
          </a:xfrm>
          <a:prstGeom prst="rect">
            <a:avLst/>
          </a:prstGeom>
        </p:spPr>
      </p:pic>
      <p:grpSp>
        <p:nvGrpSpPr>
          <p:cNvPr id="43" name="グループ化 42">
            <a:extLst>
              <a:ext uri="{FF2B5EF4-FFF2-40B4-BE49-F238E27FC236}">
                <a16:creationId xmlns:a16="http://schemas.microsoft.com/office/drawing/2014/main" id="{729EB37C-6024-45C7-E638-6F7A5E0234F8}"/>
              </a:ext>
            </a:extLst>
          </p:cNvPr>
          <p:cNvGrpSpPr/>
          <p:nvPr/>
        </p:nvGrpSpPr>
        <p:grpSpPr>
          <a:xfrm>
            <a:off x="5786344" y="5190028"/>
            <a:ext cx="1431459" cy="1056705"/>
            <a:chOff x="7779974" y="3345964"/>
            <a:chExt cx="1431459" cy="1056705"/>
          </a:xfrm>
        </p:grpSpPr>
        <p:pic>
          <p:nvPicPr>
            <p:cNvPr id="44" name="図 43"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53630950-3777-92AC-B66B-24D0DA569DC3}"/>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45" name="図 44"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C3534489-3CDB-E483-E343-646E0C182272}"/>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46" name="図 45"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BB20F801-269F-DF03-20BC-034646CC4605}"/>
                </a:ext>
              </a:extLst>
            </p:cNvPr>
            <p:cNvPicPr>
              <a:picLocks noChangeAspect="1"/>
            </p:cNvPicPr>
            <p:nvPr/>
          </p:nvPicPr>
          <p:blipFill>
            <a:blip r:embed="rId6"/>
            <a:stretch>
              <a:fillRect/>
            </a:stretch>
          </p:blipFill>
          <p:spPr>
            <a:xfrm>
              <a:off x="7907589" y="3476377"/>
              <a:ext cx="1303844" cy="926292"/>
            </a:xfrm>
            <a:prstGeom prst="rect">
              <a:avLst/>
            </a:prstGeom>
          </p:spPr>
        </p:pic>
      </p:grpSp>
      <p:sp>
        <p:nvSpPr>
          <p:cNvPr id="7" name="Arrow: Up 6">
            <a:extLst>
              <a:ext uri="{FF2B5EF4-FFF2-40B4-BE49-F238E27FC236}">
                <a16:creationId xmlns:a16="http://schemas.microsoft.com/office/drawing/2014/main" id="{48970374-5E01-5745-DA15-B610762EB5C6}"/>
              </a:ext>
            </a:extLst>
          </p:cNvPr>
          <p:cNvSpPr/>
          <p:nvPr/>
        </p:nvSpPr>
        <p:spPr>
          <a:xfrm>
            <a:off x="10030178" y="2864534"/>
            <a:ext cx="498369" cy="6292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Arrow: Up 6">
            <a:extLst>
              <a:ext uri="{FF2B5EF4-FFF2-40B4-BE49-F238E27FC236}">
                <a16:creationId xmlns:a16="http://schemas.microsoft.com/office/drawing/2014/main" id="{6FFA3A54-0DA4-3D0F-0268-EDB9EAAB43E5}"/>
              </a:ext>
            </a:extLst>
          </p:cNvPr>
          <p:cNvSpPr/>
          <p:nvPr/>
        </p:nvSpPr>
        <p:spPr>
          <a:xfrm>
            <a:off x="4284789" y="2863031"/>
            <a:ext cx="498369" cy="6292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四角形: 角を丸くする 48">
            <a:extLst>
              <a:ext uri="{FF2B5EF4-FFF2-40B4-BE49-F238E27FC236}">
                <a16:creationId xmlns:a16="http://schemas.microsoft.com/office/drawing/2014/main" id="{730A19BD-06F5-93DB-C4D3-0F61F5C06176}"/>
              </a:ext>
            </a:extLst>
          </p:cNvPr>
          <p:cNvSpPr/>
          <p:nvPr/>
        </p:nvSpPr>
        <p:spPr>
          <a:xfrm>
            <a:off x="1899919" y="2434451"/>
            <a:ext cx="9083041" cy="2030099"/>
          </a:xfrm>
          <a:prstGeom prst="roundRect">
            <a:avLst>
              <a:gd name="adj" fmla="val 50000"/>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34" name="TextBox 15">
            <a:extLst>
              <a:ext uri="{FF2B5EF4-FFF2-40B4-BE49-F238E27FC236}">
                <a16:creationId xmlns:a16="http://schemas.microsoft.com/office/drawing/2014/main" id="{E3F369BF-D4C6-8280-DDE6-1941F8D43485}"/>
              </a:ext>
            </a:extLst>
          </p:cNvPr>
          <p:cNvSpPr txBox="1"/>
          <p:nvPr/>
        </p:nvSpPr>
        <p:spPr>
          <a:xfrm>
            <a:off x="2081938" y="2644324"/>
            <a:ext cx="2382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自己負担額</a:t>
            </a:r>
            <a:endParaRPr lang="en-US" altLang="ja-JP" sz="3200">
              <a:ea typeface="ＭＳ Ｐゴシック"/>
            </a:endParaRPr>
          </a:p>
          <a:p>
            <a:pPr algn="ctr"/>
            <a:r>
              <a:rPr lang="ja-JP" altLang="en-US" sz="3200">
                <a:ea typeface="ＭＳ Ｐゴシック"/>
              </a:rPr>
              <a:t>（医療費）</a:t>
            </a:r>
            <a:endParaRPr lang="ja-JP" sz="3200">
              <a:ea typeface="ＭＳ Ｐゴシック"/>
            </a:endParaRPr>
          </a:p>
        </p:txBody>
      </p:sp>
      <p:sp>
        <p:nvSpPr>
          <p:cNvPr id="30" name="TextBox 14">
            <a:extLst>
              <a:ext uri="{FF2B5EF4-FFF2-40B4-BE49-F238E27FC236}">
                <a16:creationId xmlns:a16="http://schemas.microsoft.com/office/drawing/2014/main" id="{513AEF44-07D3-D8F4-023E-72066BB10298}"/>
              </a:ext>
            </a:extLst>
          </p:cNvPr>
          <p:cNvSpPr txBox="1"/>
          <p:nvPr/>
        </p:nvSpPr>
        <p:spPr>
          <a:xfrm>
            <a:off x="7880060" y="2653145"/>
            <a:ext cx="229677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医療給付費</a:t>
            </a:r>
            <a:endParaRPr lang="en-US" altLang="ja-JP" sz="3200">
              <a:ea typeface="ＭＳ Ｐゴシック"/>
            </a:endParaRPr>
          </a:p>
          <a:p>
            <a:pPr algn="ctr"/>
            <a:r>
              <a:rPr lang="ja-JP" altLang="en-US" sz="3200">
                <a:ea typeface="ＭＳ Ｐゴシック"/>
              </a:rPr>
              <a:t>（医療費）</a:t>
            </a:r>
            <a:endParaRPr lang="ja-JP" altLang="ja-JP" sz="3200">
              <a:ea typeface="ＭＳ Ｐゴシック"/>
            </a:endParaRPr>
          </a:p>
        </p:txBody>
      </p:sp>
    </p:spTree>
    <p:extLst>
      <p:ext uri="{BB962C8B-B14F-4D97-AF65-F5344CB8AC3E}">
        <p14:creationId xmlns:p14="http://schemas.microsoft.com/office/powerpoint/2010/main" val="1539811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77162-997C-F5A2-C21F-8DA7D9A6E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AB94C-E812-892B-E9CE-1DA0C4C7D77B}"/>
              </a:ext>
            </a:extLst>
          </p:cNvPr>
          <p:cNvSpPr>
            <a:spLocks noGrp="1"/>
          </p:cNvSpPr>
          <p:nvPr>
            <p:ph type="title"/>
          </p:nvPr>
        </p:nvSpPr>
        <p:spPr>
          <a:xfrm>
            <a:off x="838200" y="-37647"/>
            <a:ext cx="10515600" cy="1325563"/>
          </a:xfrm>
        </p:spPr>
        <p:txBody>
          <a:bodyPr>
            <a:normAutofit/>
          </a:bodyPr>
          <a:lstStyle/>
          <a:p>
            <a:r>
              <a:rPr lang="ja-JP" altLang="en-US" sz="2800">
                <a:ea typeface="ＭＳ Ｐゴシック"/>
              </a:rPr>
              <a:t>協会けんぽ支部毎の</a:t>
            </a:r>
            <a:r>
              <a:rPr lang="ja-JP" altLang="en-US" b="1">
                <a:ea typeface="ＭＳ Ｐゴシック"/>
              </a:rPr>
              <a:t>​</a:t>
            </a:r>
            <a:br>
              <a:rPr lang="ja-JP" altLang="en-US" b="1">
                <a:ea typeface="ＭＳ Ｐゴシック"/>
              </a:rPr>
            </a:br>
            <a:r>
              <a:rPr lang="ja-JP" altLang="en-US" b="1">
                <a:ea typeface="ＭＳ Ｐゴシック"/>
              </a:rPr>
              <a:t>医療給付費</a:t>
            </a:r>
            <a:r>
              <a:rPr lang="ja-JP" altLang="en-US">
                <a:ea typeface="ＭＳ Ｐゴシック"/>
              </a:rPr>
              <a:t>は</a:t>
            </a:r>
            <a:r>
              <a:rPr lang="ja-JP" altLang="en-US" b="1">
                <a:ea typeface="ＭＳ Ｐゴシック"/>
              </a:rPr>
              <a:t>自己負担額</a:t>
            </a:r>
            <a:r>
              <a:rPr lang="ja-JP" altLang="en-US">
                <a:ea typeface="ＭＳ Ｐゴシック"/>
              </a:rPr>
              <a:t>と</a:t>
            </a:r>
            <a:r>
              <a:rPr lang="ja-JP" altLang="en-US" b="1">
                <a:ea typeface="ＭＳ Ｐゴシック"/>
              </a:rPr>
              <a:t>比例</a:t>
            </a:r>
            <a:endParaRPr lang="ja-JP" altLang="en-US" sz="2000" b="1">
              <a:ea typeface="ＭＳ Ｐゴシック"/>
            </a:endParaRPr>
          </a:p>
        </p:txBody>
      </p:sp>
      <p:pic>
        <p:nvPicPr>
          <p:cNvPr id="21" name="Content Placeholder 3" descr="ブタの貯金箱のイラスト">
            <a:extLst>
              <a:ext uri="{FF2B5EF4-FFF2-40B4-BE49-F238E27FC236}">
                <a16:creationId xmlns:a16="http://schemas.microsoft.com/office/drawing/2014/main" id="{78BFD10B-41B5-2C18-9BD0-E4D8A17F7C16}"/>
              </a:ext>
            </a:extLst>
          </p:cNvPr>
          <p:cNvPicPr>
            <a:picLocks noChangeAspect="1"/>
          </p:cNvPicPr>
          <p:nvPr/>
        </p:nvPicPr>
        <p:blipFill>
          <a:blip r:embed="rId2"/>
          <a:stretch>
            <a:fillRect/>
          </a:stretch>
        </p:blipFill>
        <p:spPr>
          <a:xfrm>
            <a:off x="8916196" y="4267184"/>
            <a:ext cx="1558744" cy="1629706"/>
          </a:xfrm>
          <a:prstGeom prst="rect">
            <a:avLst/>
          </a:prstGeom>
        </p:spPr>
      </p:pic>
      <p:pic>
        <p:nvPicPr>
          <p:cNvPr id="22" name="Picture 4" descr="給料袋のイラスト">
            <a:extLst>
              <a:ext uri="{FF2B5EF4-FFF2-40B4-BE49-F238E27FC236}">
                <a16:creationId xmlns:a16="http://schemas.microsoft.com/office/drawing/2014/main" id="{DC6B3976-A726-2DF9-7AC7-8CE7AF845824}"/>
              </a:ext>
            </a:extLst>
          </p:cNvPr>
          <p:cNvPicPr>
            <a:picLocks noChangeAspect="1"/>
          </p:cNvPicPr>
          <p:nvPr/>
        </p:nvPicPr>
        <p:blipFill>
          <a:blip r:embed="rId3"/>
          <a:stretch>
            <a:fillRect/>
          </a:stretch>
        </p:blipFill>
        <p:spPr>
          <a:xfrm>
            <a:off x="1140515" y="5001371"/>
            <a:ext cx="1273506" cy="1371134"/>
          </a:xfrm>
          <a:prstGeom prst="rect">
            <a:avLst/>
          </a:prstGeom>
        </p:spPr>
      </p:pic>
      <p:pic>
        <p:nvPicPr>
          <p:cNvPr id="27" name="Picture 7" descr="病院・医院の建物イラスト（医療）">
            <a:extLst>
              <a:ext uri="{FF2B5EF4-FFF2-40B4-BE49-F238E27FC236}">
                <a16:creationId xmlns:a16="http://schemas.microsoft.com/office/drawing/2014/main" id="{E6272072-5150-40C6-ED8E-9A0D5AD6005B}"/>
              </a:ext>
            </a:extLst>
          </p:cNvPr>
          <p:cNvPicPr>
            <a:picLocks noChangeAspect="1"/>
          </p:cNvPicPr>
          <p:nvPr/>
        </p:nvPicPr>
        <p:blipFill>
          <a:blip r:embed="rId4"/>
          <a:stretch>
            <a:fillRect/>
          </a:stretch>
        </p:blipFill>
        <p:spPr>
          <a:xfrm>
            <a:off x="5752867" y="1515692"/>
            <a:ext cx="1417865" cy="1632585"/>
          </a:xfrm>
          <a:prstGeom prst="rect">
            <a:avLst/>
          </a:prstGeom>
        </p:spPr>
      </p:pic>
      <p:pic>
        <p:nvPicPr>
          <p:cNvPr id="28" name="Picture 8" descr="働く人たちのイラスト">
            <a:extLst>
              <a:ext uri="{FF2B5EF4-FFF2-40B4-BE49-F238E27FC236}">
                <a16:creationId xmlns:a16="http://schemas.microsoft.com/office/drawing/2014/main" id="{F7893AD0-B313-B65E-321A-C8876A4DF22E}"/>
              </a:ext>
            </a:extLst>
          </p:cNvPr>
          <p:cNvPicPr>
            <a:picLocks noChangeAspect="1"/>
          </p:cNvPicPr>
          <p:nvPr/>
        </p:nvPicPr>
        <p:blipFill>
          <a:blip r:embed="rId5"/>
          <a:stretch>
            <a:fillRect/>
          </a:stretch>
        </p:blipFill>
        <p:spPr>
          <a:xfrm>
            <a:off x="2321431" y="4688384"/>
            <a:ext cx="2673803" cy="1810957"/>
          </a:xfrm>
          <a:prstGeom prst="rect">
            <a:avLst/>
          </a:prstGeom>
        </p:spPr>
      </p:pic>
      <p:sp>
        <p:nvSpPr>
          <p:cNvPr id="29" name="TextBox 13">
            <a:extLst>
              <a:ext uri="{FF2B5EF4-FFF2-40B4-BE49-F238E27FC236}">
                <a16:creationId xmlns:a16="http://schemas.microsoft.com/office/drawing/2014/main" id="{F0C543A8-940E-F929-43DE-1D2691052A6E}"/>
              </a:ext>
            </a:extLst>
          </p:cNvPr>
          <p:cNvSpPr txBox="1"/>
          <p:nvPr/>
        </p:nvSpPr>
        <p:spPr>
          <a:xfrm>
            <a:off x="8329836" y="5709249"/>
            <a:ext cx="2583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協会けんぽ（支部）</a:t>
            </a:r>
          </a:p>
          <a:p>
            <a:pPr algn="ctr"/>
            <a:endParaRPr lang="ja-JP" altLang="en-US" sz="3200">
              <a:ea typeface="ＭＳ Ｐゴシック"/>
            </a:endParaRPr>
          </a:p>
        </p:txBody>
      </p:sp>
      <p:sp>
        <p:nvSpPr>
          <p:cNvPr id="31" name="TextBox 2">
            <a:extLst>
              <a:ext uri="{FF2B5EF4-FFF2-40B4-BE49-F238E27FC236}">
                <a16:creationId xmlns:a16="http://schemas.microsoft.com/office/drawing/2014/main" id="{B6CC88BC-8F39-F0C5-FE01-C3E92F980E82}"/>
              </a:ext>
            </a:extLst>
          </p:cNvPr>
          <p:cNvSpPr txBox="1"/>
          <p:nvPr/>
        </p:nvSpPr>
        <p:spPr>
          <a:xfrm>
            <a:off x="5563087" y="6068366"/>
            <a:ext cx="19630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保険料</a:t>
            </a:r>
            <a:endParaRPr lang="en-US" sz="3200">
              <a:ea typeface="ＭＳ Ｐゴシック"/>
            </a:endParaRPr>
          </a:p>
        </p:txBody>
      </p:sp>
      <p:sp>
        <p:nvSpPr>
          <p:cNvPr id="32" name="TextBox 18">
            <a:extLst>
              <a:ext uri="{FF2B5EF4-FFF2-40B4-BE49-F238E27FC236}">
                <a16:creationId xmlns:a16="http://schemas.microsoft.com/office/drawing/2014/main" id="{17CDCCE3-8E55-C733-1C7F-3AFAA8B77586}"/>
              </a:ext>
            </a:extLst>
          </p:cNvPr>
          <p:cNvSpPr txBox="1"/>
          <p:nvPr/>
        </p:nvSpPr>
        <p:spPr>
          <a:xfrm>
            <a:off x="5498671" y="3107417"/>
            <a:ext cx="18584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医療機関</a:t>
            </a:r>
          </a:p>
        </p:txBody>
      </p:sp>
      <p:sp>
        <p:nvSpPr>
          <p:cNvPr id="33" name="TextBox 22">
            <a:extLst>
              <a:ext uri="{FF2B5EF4-FFF2-40B4-BE49-F238E27FC236}">
                <a16:creationId xmlns:a16="http://schemas.microsoft.com/office/drawing/2014/main" id="{16420B32-BC93-429F-D9CE-4A6962A98E52}"/>
              </a:ext>
            </a:extLst>
          </p:cNvPr>
          <p:cNvSpPr txBox="1"/>
          <p:nvPr/>
        </p:nvSpPr>
        <p:spPr>
          <a:xfrm>
            <a:off x="2513716" y="6241136"/>
            <a:ext cx="25835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被保険者</a:t>
            </a:r>
          </a:p>
        </p:txBody>
      </p:sp>
      <p:sp>
        <p:nvSpPr>
          <p:cNvPr id="35" name="矢印: 右 34">
            <a:extLst>
              <a:ext uri="{FF2B5EF4-FFF2-40B4-BE49-F238E27FC236}">
                <a16:creationId xmlns:a16="http://schemas.microsoft.com/office/drawing/2014/main" id="{4AD6AC32-0BA7-4657-F209-D1C10CCADBF1}"/>
              </a:ext>
            </a:extLst>
          </p:cNvPr>
          <p:cNvSpPr/>
          <p:nvPr/>
        </p:nvSpPr>
        <p:spPr>
          <a:xfrm rot="18779782">
            <a:off x="3504751" y="3590112"/>
            <a:ext cx="2492454"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ACF58C08-A5FB-5431-1365-5CBA520B522A}"/>
              </a:ext>
            </a:extLst>
          </p:cNvPr>
          <p:cNvSpPr/>
          <p:nvPr/>
        </p:nvSpPr>
        <p:spPr>
          <a:xfrm rot="13752692">
            <a:off x="6842213" y="3633606"/>
            <a:ext cx="2548137"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1330F527-3DFA-971F-95CA-57A13B0EBC42}"/>
              </a:ext>
            </a:extLst>
          </p:cNvPr>
          <p:cNvSpPr/>
          <p:nvPr/>
        </p:nvSpPr>
        <p:spPr>
          <a:xfrm>
            <a:off x="5002504" y="5455643"/>
            <a:ext cx="3531163"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a:extLst>
              <a:ext uri="{FF2B5EF4-FFF2-40B4-BE49-F238E27FC236}">
                <a16:creationId xmlns:a16="http://schemas.microsoft.com/office/drawing/2014/main" id="{D0BD93CE-C11A-5DFD-9BCC-C7165B82B44E}"/>
              </a:ext>
            </a:extLst>
          </p:cNvPr>
          <p:cNvGrpSpPr/>
          <p:nvPr/>
        </p:nvGrpSpPr>
        <p:grpSpPr>
          <a:xfrm>
            <a:off x="7612056" y="3492264"/>
            <a:ext cx="1431459" cy="1056705"/>
            <a:chOff x="7779974" y="3345964"/>
            <a:chExt cx="1431459" cy="1056705"/>
          </a:xfrm>
        </p:grpSpPr>
        <p:pic>
          <p:nvPicPr>
            <p:cNvPr id="39" name="図 38"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C6E02656-3D61-389D-6A05-EFB936B7FE10}"/>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40" name="図 39"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EF085585-A178-06B0-378B-AEC5F068B220}"/>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41" name="図 40"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75A9D22C-E2ED-8966-B0F8-612F2878D8DC}"/>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42" name="図 41"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A9C933B4-BC23-5306-4EDE-687D6CCFF609}"/>
              </a:ext>
            </a:extLst>
          </p:cNvPr>
          <p:cNvPicPr>
            <a:picLocks noChangeAspect="1"/>
          </p:cNvPicPr>
          <p:nvPr/>
        </p:nvPicPr>
        <p:blipFill>
          <a:blip r:embed="rId6"/>
          <a:stretch>
            <a:fillRect/>
          </a:stretch>
        </p:blipFill>
        <p:spPr>
          <a:xfrm>
            <a:off x="3875705" y="3560534"/>
            <a:ext cx="1303844" cy="926292"/>
          </a:xfrm>
          <a:prstGeom prst="rect">
            <a:avLst/>
          </a:prstGeom>
        </p:spPr>
      </p:pic>
      <p:grpSp>
        <p:nvGrpSpPr>
          <p:cNvPr id="43" name="グループ化 42">
            <a:extLst>
              <a:ext uri="{FF2B5EF4-FFF2-40B4-BE49-F238E27FC236}">
                <a16:creationId xmlns:a16="http://schemas.microsoft.com/office/drawing/2014/main" id="{D3955713-1158-432D-A4F4-52A00758CD67}"/>
              </a:ext>
            </a:extLst>
          </p:cNvPr>
          <p:cNvGrpSpPr/>
          <p:nvPr/>
        </p:nvGrpSpPr>
        <p:grpSpPr>
          <a:xfrm>
            <a:off x="5786344" y="5190028"/>
            <a:ext cx="1431459" cy="1056705"/>
            <a:chOff x="7779974" y="3345964"/>
            <a:chExt cx="1431459" cy="1056705"/>
          </a:xfrm>
        </p:grpSpPr>
        <p:pic>
          <p:nvPicPr>
            <p:cNvPr id="44" name="図 43"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F2D3E3AA-3C05-656C-5C1B-85B9966317FF}"/>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45" name="図 44"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9F49D195-B0F4-CB76-1860-66B47A8BF45D}"/>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46" name="図 45"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671C8A26-3E09-701E-C1CE-8F6AAF4CF4E9}"/>
                </a:ext>
              </a:extLst>
            </p:cNvPr>
            <p:cNvPicPr>
              <a:picLocks noChangeAspect="1"/>
            </p:cNvPicPr>
            <p:nvPr/>
          </p:nvPicPr>
          <p:blipFill>
            <a:blip r:embed="rId6"/>
            <a:stretch>
              <a:fillRect/>
            </a:stretch>
          </p:blipFill>
          <p:spPr>
            <a:xfrm>
              <a:off x="7907589" y="3476377"/>
              <a:ext cx="1303844" cy="926292"/>
            </a:xfrm>
            <a:prstGeom prst="rect">
              <a:avLst/>
            </a:prstGeom>
          </p:spPr>
        </p:pic>
      </p:grpSp>
      <p:sp>
        <p:nvSpPr>
          <p:cNvPr id="7" name="Arrow: Up 6">
            <a:extLst>
              <a:ext uri="{FF2B5EF4-FFF2-40B4-BE49-F238E27FC236}">
                <a16:creationId xmlns:a16="http://schemas.microsoft.com/office/drawing/2014/main" id="{6889361B-ED1F-F22A-799E-8D7E6478B5A9}"/>
              </a:ext>
            </a:extLst>
          </p:cNvPr>
          <p:cNvSpPr/>
          <p:nvPr/>
        </p:nvSpPr>
        <p:spPr>
          <a:xfrm>
            <a:off x="10030178" y="2864534"/>
            <a:ext cx="498369" cy="6292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Arrow: Up 6">
            <a:extLst>
              <a:ext uri="{FF2B5EF4-FFF2-40B4-BE49-F238E27FC236}">
                <a16:creationId xmlns:a16="http://schemas.microsoft.com/office/drawing/2014/main" id="{C8221CA7-808C-78A9-277B-A4BFFD340469}"/>
              </a:ext>
            </a:extLst>
          </p:cNvPr>
          <p:cNvSpPr/>
          <p:nvPr/>
        </p:nvSpPr>
        <p:spPr>
          <a:xfrm>
            <a:off x="4284789" y="2863031"/>
            <a:ext cx="498369" cy="62923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四角形: 角を丸くする 48">
            <a:extLst>
              <a:ext uri="{FF2B5EF4-FFF2-40B4-BE49-F238E27FC236}">
                <a16:creationId xmlns:a16="http://schemas.microsoft.com/office/drawing/2014/main" id="{417F79F9-3B0C-E106-8373-6ADFF8DE0F85}"/>
              </a:ext>
            </a:extLst>
          </p:cNvPr>
          <p:cNvSpPr/>
          <p:nvPr/>
        </p:nvSpPr>
        <p:spPr>
          <a:xfrm>
            <a:off x="1899919" y="2434451"/>
            <a:ext cx="9083041" cy="2030099"/>
          </a:xfrm>
          <a:prstGeom prst="roundRect">
            <a:avLst>
              <a:gd name="adj" fmla="val 50000"/>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34" name="TextBox 15">
            <a:extLst>
              <a:ext uri="{FF2B5EF4-FFF2-40B4-BE49-F238E27FC236}">
                <a16:creationId xmlns:a16="http://schemas.microsoft.com/office/drawing/2014/main" id="{A75F0F72-8A78-EFE4-F6A6-31BC7820D155}"/>
              </a:ext>
            </a:extLst>
          </p:cNvPr>
          <p:cNvSpPr txBox="1"/>
          <p:nvPr/>
        </p:nvSpPr>
        <p:spPr>
          <a:xfrm>
            <a:off x="2081938" y="2644324"/>
            <a:ext cx="2382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自己負担額</a:t>
            </a:r>
            <a:endParaRPr lang="en-US" altLang="ja-JP" sz="3200">
              <a:ea typeface="ＭＳ Ｐゴシック"/>
            </a:endParaRPr>
          </a:p>
          <a:p>
            <a:pPr algn="ctr"/>
            <a:r>
              <a:rPr lang="ja-JP" altLang="en-US" sz="3200">
                <a:ea typeface="ＭＳ Ｐゴシック"/>
              </a:rPr>
              <a:t>（医療費）</a:t>
            </a:r>
            <a:endParaRPr lang="ja-JP" sz="3200">
              <a:ea typeface="ＭＳ Ｐゴシック"/>
            </a:endParaRPr>
          </a:p>
        </p:txBody>
      </p:sp>
      <p:sp>
        <p:nvSpPr>
          <p:cNvPr id="30" name="TextBox 14">
            <a:extLst>
              <a:ext uri="{FF2B5EF4-FFF2-40B4-BE49-F238E27FC236}">
                <a16:creationId xmlns:a16="http://schemas.microsoft.com/office/drawing/2014/main" id="{5C4947FD-A6BB-C704-D6D1-918DBDE00C8E}"/>
              </a:ext>
            </a:extLst>
          </p:cNvPr>
          <p:cNvSpPr txBox="1"/>
          <p:nvPr/>
        </p:nvSpPr>
        <p:spPr>
          <a:xfrm>
            <a:off x="7880060" y="2653145"/>
            <a:ext cx="229677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医療給付費</a:t>
            </a:r>
            <a:endParaRPr lang="en-US" altLang="ja-JP" sz="3200">
              <a:ea typeface="ＭＳ Ｐゴシック"/>
            </a:endParaRPr>
          </a:p>
          <a:p>
            <a:pPr algn="ctr"/>
            <a:r>
              <a:rPr lang="ja-JP" altLang="en-US" sz="3200">
                <a:ea typeface="ＭＳ Ｐゴシック"/>
              </a:rPr>
              <a:t>（医療費）</a:t>
            </a:r>
            <a:endParaRPr lang="ja-JP" altLang="ja-JP" sz="3200">
              <a:ea typeface="ＭＳ Ｐゴシック"/>
            </a:endParaRPr>
          </a:p>
        </p:txBody>
      </p:sp>
    </p:spTree>
    <p:extLst>
      <p:ext uri="{BB962C8B-B14F-4D97-AF65-F5344CB8AC3E}">
        <p14:creationId xmlns:p14="http://schemas.microsoft.com/office/powerpoint/2010/main" val="526844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B6AF-0443-82C1-5DCC-B63CE0A5C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4AB07-AB9C-7C87-CE3A-3921032BB9D8}"/>
              </a:ext>
            </a:extLst>
          </p:cNvPr>
          <p:cNvSpPr>
            <a:spLocks noGrp="1"/>
          </p:cNvSpPr>
          <p:nvPr>
            <p:ph type="title"/>
          </p:nvPr>
        </p:nvSpPr>
        <p:spPr>
          <a:xfrm>
            <a:off x="838200" y="60325"/>
            <a:ext cx="10515600" cy="1325563"/>
          </a:xfrm>
        </p:spPr>
        <p:txBody>
          <a:bodyPr>
            <a:normAutofit/>
          </a:bodyPr>
          <a:lstStyle/>
          <a:p>
            <a:r>
              <a:rPr lang="ja-JP" altLang="en-US" sz="2700">
                <a:ea typeface="ＭＳ Ｐゴシック"/>
              </a:rPr>
              <a:t>協会けんぽの支部は収支を合わせるために</a:t>
            </a:r>
            <a:br>
              <a:rPr lang="ja-JP" altLang="en-US" sz="3600">
                <a:ea typeface="ＭＳ Ｐゴシック"/>
              </a:rPr>
            </a:br>
            <a:r>
              <a:rPr lang="ja-JP" altLang="en-US" b="1">
                <a:ea typeface="ＭＳ Ｐゴシック"/>
              </a:rPr>
              <a:t>医療給付費</a:t>
            </a:r>
            <a:r>
              <a:rPr lang="ja-JP" altLang="en-US">
                <a:ea typeface="ＭＳ Ｐゴシック"/>
              </a:rPr>
              <a:t>と</a:t>
            </a:r>
            <a:r>
              <a:rPr lang="ja-JP" altLang="en-US" b="1">
                <a:ea typeface="ＭＳ Ｐゴシック"/>
              </a:rPr>
              <a:t>保険料</a:t>
            </a:r>
            <a:r>
              <a:rPr lang="ja-JP" altLang="en-US">
                <a:ea typeface="ＭＳ Ｐゴシック"/>
              </a:rPr>
              <a:t>はおおよそ</a:t>
            </a:r>
            <a:r>
              <a:rPr lang="ja-JP" altLang="en-US" b="1">
                <a:ea typeface="ＭＳ Ｐゴシック"/>
              </a:rPr>
              <a:t>同額</a:t>
            </a:r>
          </a:p>
        </p:txBody>
      </p:sp>
      <p:pic>
        <p:nvPicPr>
          <p:cNvPr id="50" name="Content Placeholder 3" descr="ブタの貯金箱のイラスト">
            <a:extLst>
              <a:ext uri="{FF2B5EF4-FFF2-40B4-BE49-F238E27FC236}">
                <a16:creationId xmlns:a16="http://schemas.microsoft.com/office/drawing/2014/main" id="{1A9934C7-2E9D-AF6A-60D9-062455473C6E}"/>
              </a:ext>
            </a:extLst>
          </p:cNvPr>
          <p:cNvPicPr>
            <a:picLocks noChangeAspect="1"/>
          </p:cNvPicPr>
          <p:nvPr/>
        </p:nvPicPr>
        <p:blipFill>
          <a:blip r:embed="rId2"/>
          <a:stretch>
            <a:fillRect/>
          </a:stretch>
        </p:blipFill>
        <p:spPr>
          <a:xfrm>
            <a:off x="8916196" y="4267184"/>
            <a:ext cx="1558744" cy="1629706"/>
          </a:xfrm>
          <a:prstGeom prst="rect">
            <a:avLst/>
          </a:prstGeom>
        </p:spPr>
      </p:pic>
      <p:pic>
        <p:nvPicPr>
          <p:cNvPr id="51" name="Picture 4" descr="給料袋のイラスト">
            <a:extLst>
              <a:ext uri="{FF2B5EF4-FFF2-40B4-BE49-F238E27FC236}">
                <a16:creationId xmlns:a16="http://schemas.microsoft.com/office/drawing/2014/main" id="{8FC3E07F-CD38-9067-D79F-A2386C6CEB5A}"/>
              </a:ext>
            </a:extLst>
          </p:cNvPr>
          <p:cNvPicPr>
            <a:picLocks noChangeAspect="1"/>
          </p:cNvPicPr>
          <p:nvPr/>
        </p:nvPicPr>
        <p:blipFill>
          <a:blip r:embed="rId3"/>
          <a:stretch>
            <a:fillRect/>
          </a:stretch>
        </p:blipFill>
        <p:spPr>
          <a:xfrm>
            <a:off x="1140515" y="5001371"/>
            <a:ext cx="1273506" cy="1371134"/>
          </a:xfrm>
          <a:prstGeom prst="rect">
            <a:avLst/>
          </a:prstGeom>
        </p:spPr>
      </p:pic>
      <p:pic>
        <p:nvPicPr>
          <p:cNvPr id="52" name="Picture 7" descr="病院・医院の建物イラスト（医療）">
            <a:extLst>
              <a:ext uri="{FF2B5EF4-FFF2-40B4-BE49-F238E27FC236}">
                <a16:creationId xmlns:a16="http://schemas.microsoft.com/office/drawing/2014/main" id="{E436AF2A-CB09-A729-7B51-35D52A15DCAC}"/>
              </a:ext>
            </a:extLst>
          </p:cNvPr>
          <p:cNvPicPr>
            <a:picLocks noChangeAspect="1"/>
          </p:cNvPicPr>
          <p:nvPr/>
        </p:nvPicPr>
        <p:blipFill>
          <a:blip r:embed="rId4"/>
          <a:stretch>
            <a:fillRect/>
          </a:stretch>
        </p:blipFill>
        <p:spPr>
          <a:xfrm>
            <a:off x="5752867" y="1515692"/>
            <a:ext cx="1417865" cy="1632585"/>
          </a:xfrm>
          <a:prstGeom prst="rect">
            <a:avLst/>
          </a:prstGeom>
        </p:spPr>
      </p:pic>
      <p:pic>
        <p:nvPicPr>
          <p:cNvPr id="53" name="Picture 8" descr="働く人たちのイラスト">
            <a:extLst>
              <a:ext uri="{FF2B5EF4-FFF2-40B4-BE49-F238E27FC236}">
                <a16:creationId xmlns:a16="http://schemas.microsoft.com/office/drawing/2014/main" id="{A5557E88-67D3-ABEF-5657-0A0F4857A8B4}"/>
              </a:ext>
            </a:extLst>
          </p:cNvPr>
          <p:cNvPicPr>
            <a:picLocks noChangeAspect="1"/>
          </p:cNvPicPr>
          <p:nvPr/>
        </p:nvPicPr>
        <p:blipFill>
          <a:blip r:embed="rId5"/>
          <a:stretch>
            <a:fillRect/>
          </a:stretch>
        </p:blipFill>
        <p:spPr>
          <a:xfrm>
            <a:off x="2321431" y="4688384"/>
            <a:ext cx="2673803" cy="1810957"/>
          </a:xfrm>
          <a:prstGeom prst="rect">
            <a:avLst/>
          </a:prstGeom>
        </p:spPr>
      </p:pic>
      <p:sp>
        <p:nvSpPr>
          <p:cNvPr id="54" name="TextBox 13">
            <a:extLst>
              <a:ext uri="{FF2B5EF4-FFF2-40B4-BE49-F238E27FC236}">
                <a16:creationId xmlns:a16="http://schemas.microsoft.com/office/drawing/2014/main" id="{62756419-6DDE-9CE5-1767-0D0E6DEAFBCF}"/>
              </a:ext>
            </a:extLst>
          </p:cNvPr>
          <p:cNvSpPr txBox="1"/>
          <p:nvPr/>
        </p:nvSpPr>
        <p:spPr>
          <a:xfrm>
            <a:off x="8329836" y="5709249"/>
            <a:ext cx="2583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協会けんぽ（支部）</a:t>
            </a:r>
          </a:p>
          <a:p>
            <a:pPr algn="ctr"/>
            <a:endParaRPr lang="ja-JP" altLang="en-US" sz="3200">
              <a:ea typeface="ＭＳ Ｐゴシック"/>
            </a:endParaRPr>
          </a:p>
        </p:txBody>
      </p:sp>
      <p:sp>
        <p:nvSpPr>
          <p:cNvPr id="56" name="TextBox 2">
            <a:extLst>
              <a:ext uri="{FF2B5EF4-FFF2-40B4-BE49-F238E27FC236}">
                <a16:creationId xmlns:a16="http://schemas.microsoft.com/office/drawing/2014/main" id="{D4001B50-C79B-C790-5389-2C62771FFFD0}"/>
              </a:ext>
            </a:extLst>
          </p:cNvPr>
          <p:cNvSpPr txBox="1"/>
          <p:nvPr/>
        </p:nvSpPr>
        <p:spPr>
          <a:xfrm>
            <a:off x="5563087" y="6068366"/>
            <a:ext cx="19630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保険料</a:t>
            </a:r>
            <a:endParaRPr lang="en-US" sz="3200">
              <a:ea typeface="ＭＳ Ｐゴシック"/>
            </a:endParaRPr>
          </a:p>
        </p:txBody>
      </p:sp>
      <p:sp>
        <p:nvSpPr>
          <p:cNvPr id="57" name="TextBox 18">
            <a:extLst>
              <a:ext uri="{FF2B5EF4-FFF2-40B4-BE49-F238E27FC236}">
                <a16:creationId xmlns:a16="http://schemas.microsoft.com/office/drawing/2014/main" id="{3FF739CF-724C-77A1-EB30-7E60AE57F11E}"/>
              </a:ext>
            </a:extLst>
          </p:cNvPr>
          <p:cNvSpPr txBox="1"/>
          <p:nvPr/>
        </p:nvSpPr>
        <p:spPr>
          <a:xfrm>
            <a:off x="5498671" y="3107417"/>
            <a:ext cx="18584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医療機関</a:t>
            </a:r>
          </a:p>
        </p:txBody>
      </p:sp>
      <p:sp>
        <p:nvSpPr>
          <p:cNvPr id="58" name="TextBox 22">
            <a:extLst>
              <a:ext uri="{FF2B5EF4-FFF2-40B4-BE49-F238E27FC236}">
                <a16:creationId xmlns:a16="http://schemas.microsoft.com/office/drawing/2014/main" id="{365B7A32-5AE2-FAF2-8494-13F1D7D2AC9A}"/>
              </a:ext>
            </a:extLst>
          </p:cNvPr>
          <p:cNvSpPr txBox="1"/>
          <p:nvPr/>
        </p:nvSpPr>
        <p:spPr>
          <a:xfrm>
            <a:off x="2513716" y="6241136"/>
            <a:ext cx="25835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被保険者</a:t>
            </a:r>
          </a:p>
        </p:txBody>
      </p:sp>
      <p:sp>
        <p:nvSpPr>
          <p:cNvPr id="60" name="矢印: 右 59">
            <a:extLst>
              <a:ext uri="{FF2B5EF4-FFF2-40B4-BE49-F238E27FC236}">
                <a16:creationId xmlns:a16="http://schemas.microsoft.com/office/drawing/2014/main" id="{93307098-50A3-9E67-A006-229B03D5C1D5}"/>
              </a:ext>
            </a:extLst>
          </p:cNvPr>
          <p:cNvSpPr/>
          <p:nvPr/>
        </p:nvSpPr>
        <p:spPr>
          <a:xfrm rot="18779782">
            <a:off x="3504751" y="3590112"/>
            <a:ext cx="2492454"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右 60">
            <a:extLst>
              <a:ext uri="{FF2B5EF4-FFF2-40B4-BE49-F238E27FC236}">
                <a16:creationId xmlns:a16="http://schemas.microsoft.com/office/drawing/2014/main" id="{ACB45D4E-4E26-CA9D-35EE-452D405071B1}"/>
              </a:ext>
            </a:extLst>
          </p:cNvPr>
          <p:cNvSpPr/>
          <p:nvPr/>
        </p:nvSpPr>
        <p:spPr>
          <a:xfrm rot="13752692">
            <a:off x="6842213" y="3633606"/>
            <a:ext cx="2548137"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894319C5-1E6E-65E4-39A6-DE02944C88B8}"/>
              </a:ext>
            </a:extLst>
          </p:cNvPr>
          <p:cNvSpPr/>
          <p:nvPr/>
        </p:nvSpPr>
        <p:spPr>
          <a:xfrm>
            <a:off x="5002504" y="5455643"/>
            <a:ext cx="3531163"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3" name="グループ化 62">
            <a:extLst>
              <a:ext uri="{FF2B5EF4-FFF2-40B4-BE49-F238E27FC236}">
                <a16:creationId xmlns:a16="http://schemas.microsoft.com/office/drawing/2014/main" id="{0E9D007D-B660-A518-D5FF-EBA9EFD552DB}"/>
              </a:ext>
            </a:extLst>
          </p:cNvPr>
          <p:cNvGrpSpPr/>
          <p:nvPr/>
        </p:nvGrpSpPr>
        <p:grpSpPr>
          <a:xfrm>
            <a:off x="7612056" y="3492264"/>
            <a:ext cx="1431459" cy="1056705"/>
            <a:chOff x="7779974" y="3345964"/>
            <a:chExt cx="1431459" cy="1056705"/>
          </a:xfrm>
        </p:grpSpPr>
        <p:pic>
          <p:nvPicPr>
            <p:cNvPr id="64" name="図 63"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0D9BDD29-B68D-A64E-E2D1-6C3AAC288C40}"/>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65" name="図 64"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AE5D709A-E4E6-FC28-E692-40AA164C26C9}"/>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66" name="図 65"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EAB0E6AE-C7B7-C981-F13F-CEC5F4ECBDCA}"/>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67" name="図 66"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210BBD53-D074-0D3D-BA2E-FA791518A7A5}"/>
              </a:ext>
            </a:extLst>
          </p:cNvPr>
          <p:cNvPicPr>
            <a:picLocks noChangeAspect="1"/>
          </p:cNvPicPr>
          <p:nvPr/>
        </p:nvPicPr>
        <p:blipFill>
          <a:blip r:embed="rId6"/>
          <a:stretch>
            <a:fillRect/>
          </a:stretch>
        </p:blipFill>
        <p:spPr>
          <a:xfrm>
            <a:off x="3875705" y="3560534"/>
            <a:ext cx="1303844" cy="926292"/>
          </a:xfrm>
          <a:prstGeom prst="rect">
            <a:avLst/>
          </a:prstGeom>
        </p:spPr>
      </p:pic>
      <p:grpSp>
        <p:nvGrpSpPr>
          <p:cNvPr id="68" name="グループ化 67">
            <a:extLst>
              <a:ext uri="{FF2B5EF4-FFF2-40B4-BE49-F238E27FC236}">
                <a16:creationId xmlns:a16="http://schemas.microsoft.com/office/drawing/2014/main" id="{F7769BBD-9D6A-378F-3CCE-B0682BEA6DA6}"/>
              </a:ext>
            </a:extLst>
          </p:cNvPr>
          <p:cNvGrpSpPr/>
          <p:nvPr/>
        </p:nvGrpSpPr>
        <p:grpSpPr>
          <a:xfrm>
            <a:off x="5786344" y="5190028"/>
            <a:ext cx="1431459" cy="1056705"/>
            <a:chOff x="7779974" y="3345964"/>
            <a:chExt cx="1431459" cy="1056705"/>
          </a:xfrm>
        </p:grpSpPr>
        <p:pic>
          <p:nvPicPr>
            <p:cNvPr id="69" name="図 68"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2FCA3B28-5851-B14B-478B-C962D6B0887E}"/>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70" name="図 69"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2A7113A9-EE65-3648-87CF-0674F9023006}"/>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71" name="図 70"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FA28B3F2-DAF4-501B-598C-43F8EF190013}"/>
                </a:ext>
              </a:extLst>
            </p:cNvPr>
            <p:cNvPicPr>
              <a:picLocks noChangeAspect="1"/>
            </p:cNvPicPr>
            <p:nvPr/>
          </p:nvPicPr>
          <p:blipFill>
            <a:blip r:embed="rId6"/>
            <a:stretch>
              <a:fillRect/>
            </a:stretch>
          </p:blipFill>
          <p:spPr>
            <a:xfrm>
              <a:off x="7907589" y="3476377"/>
              <a:ext cx="1303844" cy="926292"/>
            </a:xfrm>
            <a:prstGeom prst="rect">
              <a:avLst/>
            </a:prstGeom>
          </p:spPr>
        </p:pic>
      </p:grpSp>
      <p:sp>
        <p:nvSpPr>
          <p:cNvPr id="74" name="四角形: 角を丸くする 73">
            <a:extLst>
              <a:ext uri="{FF2B5EF4-FFF2-40B4-BE49-F238E27FC236}">
                <a16:creationId xmlns:a16="http://schemas.microsoft.com/office/drawing/2014/main" id="{9FC32606-377B-03AE-7BF5-4977F029AE6E}"/>
              </a:ext>
            </a:extLst>
          </p:cNvPr>
          <p:cNvSpPr/>
          <p:nvPr/>
        </p:nvSpPr>
        <p:spPr>
          <a:xfrm rot="19223696">
            <a:off x="4925810" y="3242607"/>
            <a:ext cx="5791116" cy="2602802"/>
          </a:xfrm>
          <a:prstGeom prst="roundRect">
            <a:avLst>
              <a:gd name="adj" fmla="val 50000"/>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76" name="TextBox 15">
            <a:extLst>
              <a:ext uri="{FF2B5EF4-FFF2-40B4-BE49-F238E27FC236}">
                <a16:creationId xmlns:a16="http://schemas.microsoft.com/office/drawing/2014/main" id="{B931EF58-DFDC-3D5D-D232-4E52D4BF4DEA}"/>
              </a:ext>
            </a:extLst>
          </p:cNvPr>
          <p:cNvSpPr txBox="1"/>
          <p:nvPr/>
        </p:nvSpPr>
        <p:spPr>
          <a:xfrm>
            <a:off x="2081938" y="2644324"/>
            <a:ext cx="2382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自己負担額</a:t>
            </a:r>
            <a:endParaRPr lang="en-US" altLang="ja-JP" sz="3200">
              <a:ea typeface="ＭＳ Ｐゴシック"/>
            </a:endParaRPr>
          </a:p>
          <a:p>
            <a:pPr algn="ctr"/>
            <a:r>
              <a:rPr lang="ja-JP" altLang="en-US" sz="3200">
                <a:ea typeface="ＭＳ Ｐゴシック"/>
              </a:rPr>
              <a:t>（医療費）</a:t>
            </a:r>
            <a:endParaRPr lang="ja-JP" sz="3200">
              <a:ea typeface="ＭＳ Ｐゴシック"/>
            </a:endParaRPr>
          </a:p>
        </p:txBody>
      </p:sp>
      <p:sp>
        <p:nvSpPr>
          <p:cNvPr id="78" name="TextBox 14">
            <a:extLst>
              <a:ext uri="{FF2B5EF4-FFF2-40B4-BE49-F238E27FC236}">
                <a16:creationId xmlns:a16="http://schemas.microsoft.com/office/drawing/2014/main" id="{3848A8F8-98C6-45D2-BB22-4CBFF71B8D64}"/>
              </a:ext>
            </a:extLst>
          </p:cNvPr>
          <p:cNvSpPr txBox="1"/>
          <p:nvPr/>
        </p:nvSpPr>
        <p:spPr>
          <a:xfrm>
            <a:off x="7880060" y="2653145"/>
            <a:ext cx="229677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医療給付費</a:t>
            </a:r>
            <a:endParaRPr lang="en-US" altLang="ja-JP" sz="3200">
              <a:ea typeface="ＭＳ Ｐゴシック"/>
            </a:endParaRPr>
          </a:p>
          <a:p>
            <a:pPr algn="ctr"/>
            <a:r>
              <a:rPr lang="ja-JP" altLang="en-US" sz="3200">
                <a:ea typeface="ＭＳ Ｐゴシック"/>
              </a:rPr>
              <a:t>（医療費）</a:t>
            </a:r>
            <a:endParaRPr lang="ja-JP" altLang="ja-JP" sz="3200">
              <a:ea typeface="ＭＳ Ｐゴシック"/>
            </a:endParaRPr>
          </a:p>
        </p:txBody>
      </p:sp>
    </p:spTree>
    <p:extLst>
      <p:ext uri="{BB962C8B-B14F-4D97-AF65-F5344CB8AC3E}">
        <p14:creationId xmlns:p14="http://schemas.microsoft.com/office/powerpoint/2010/main" val="1053969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A592A-2160-1E62-62E9-D4B22174E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EFD1B-22CC-749B-662C-7AE8255F488F}"/>
              </a:ext>
            </a:extLst>
          </p:cNvPr>
          <p:cNvSpPr>
            <a:spLocks noGrp="1"/>
          </p:cNvSpPr>
          <p:nvPr>
            <p:ph type="title"/>
          </p:nvPr>
        </p:nvSpPr>
        <p:spPr/>
        <p:txBody>
          <a:bodyPr>
            <a:normAutofit fontScale="90000"/>
          </a:bodyPr>
          <a:lstStyle/>
          <a:p>
            <a:r>
              <a:rPr lang="ja-JP" sz="2800">
                <a:ea typeface="ＭＳ Ｐゴシック"/>
              </a:rPr>
              <a:t>協会けんぽ支部毎の</a:t>
            </a:r>
            <a:br>
              <a:rPr lang="ja-JP" altLang="en-US" b="1">
                <a:ea typeface="ＭＳ Ｐゴシック"/>
              </a:rPr>
            </a:br>
            <a:r>
              <a:rPr lang="ja-JP" b="1">
                <a:ea typeface="ＭＳ Ｐゴシック"/>
              </a:rPr>
              <a:t>保険料</a:t>
            </a:r>
            <a:r>
              <a:rPr lang="ja-JP">
                <a:ea typeface="ＭＳ Ｐゴシック"/>
              </a:rPr>
              <a:t>は被保険者の</a:t>
            </a:r>
            <a:r>
              <a:rPr lang="ja-JP" b="1">
                <a:ea typeface="ＭＳ Ｐゴシック"/>
              </a:rPr>
              <a:t>給料</a:t>
            </a:r>
            <a:r>
              <a:rPr lang="ja-JP" altLang="en-US" b="1">
                <a:ea typeface="ＭＳ Ｐゴシック"/>
              </a:rPr>
              <a:t> </a:t>
            </a:r>
            <a:r>
              <a:rPr lang="en-US" altLang="ja-JP" b="1">
                <a:ea typeface="ＭＳ Ｐゴシック"/>
              </a:rPr>
              <a:t>× </a:t>
            </a:r>
            <a:r>
              <a:rPr lang="ja-JP" altLang="en-US" b="1">
                <a:ea typeface="ＭＳ Ｐゴシック"/>
              </a:rPr>
              <a:t>保険料率</a:t>
            </a:r>
            <a:br>
              <a:rPr lang="en-US" altLang="ja-JP" b="1">
                <a:ea typeface="ＭＳ Ｐゴシック"/>
              </a:rPr>
            </a:br>
            <a:r>
              <a:rPr lang="ja-JP" altLang="en-US" sz="3100">
                <a:ea typeface="ＭＳ Ｐゴシック"/>
              </a:rPr>
              <a:t>保険料率を調整して収支を合わせる</a:t>
            </a:r>
            <a:endParaRPr lang="ja-JP" altLang="en-US">
              <a:ea typeface="ＭＳ Ｐゴシック"/>
            </a:endParaRPr>
          </a:p>
          <a:p>
            <a:endParaRPr lang="ja-JP">
              <a:ea typeface="ＭＳ Ｐゴシック"/>
            </a:endParaRPr>
          </a:p>
        </p:txBody>
      </p:sp>
      <p:pic>
        <p:nvPicPr>
          <p:cNvPr id="18" name="Content Placeholder 3" descr="ブタの貯金箱のイラスト">
            <a:extLst>
              <a:ext uri="{FF2B5EF4-FFF2-40B4-BE49-F238E27FC236}">
                <a16:creationId xmlns:a16="http://schemas.microsoft.com/office/drawing/2014/main" id="{61EB03C4-86AB-2DF6-DFC4-6FED147106DB}"/>
              </a:ext>
            </a:extLst>
          </p:cNvPr>
          <p:cNvPicPr>
            <a:picLocks noChangeAspect="1"/>
          </p:cNvPicPr>
          <p:nvPr/>
        </p:nvPicPr>
        <p:blipFill>
          <a:blip r:embed="rId2"/>
          <a:stretch>
            <a:fillRect/>
          </a:stretch>
        </p:blipFill>
        <p:spPr>
          <a:xfrm>
            <a:off x="8916196" y="4267184"/>
            <a:ext cx="1558744" cy="1629706"/>
          </a:xfrm>
          <a:prstGeom prst="rect">
            <a:avLst/>
          </a:prstGeom>
        </p:spPr>
      </p:pic>
      <p:pic>
        <p:nvPicPr>
          <p:cNvPr id="22" name="Picture 4" descr="給料袋のイラスト">
            <a:extLst>
              <a:ext uri="{FF2B5EF4-FFF2-40B4-BE49-F238E27FC236}">
                <a16:creationId xmlns:a16="http://schemas.microsoft.com/office/drawing/2014/main" id="{C0F04C4E-B80D-F9F8-DF08-76D32E3EE738}"/>
              </a:ext>
            </a:extLst>
          </p:cNvPr>
          <p:cNvPicPr>
            <a:picLocks noChangeAspect="1"/>
          </p:cNvPicPr>
          <p:nvPr/>
        </p:nvPicPr>
        <p:blipFill>
          <a:blip r:embed="rId3"/>
          <a:stretch>
            <a:fillRect/>
          </a:stretch>
        </p:blipFill>
        <p:spPr>
          <a:xfrm>
            <a:off x="1140515" y="5001371"/>
            <a:ext cx="1273506" cy="1371134"/>
          </a:xfrm>
          <a:prstGeom prst="rect">
            <a:avLst/>
          </a:prstGeom>
        </p:spPr>
      </p:pic>
      <p:pic>
        <p:nvPicPr>
          <p:cNvPr id="24" name="Picture 7" descr="病院・医院の建物イラスト（医療）">
            <a:extLst>
              <a:ext uri="{FF2B5EF4-FFF2-40B4-BE49-F238E27FC236}">
                <a16:creationId xmlns:a16="http://schemas.microsoft.com/office/drawing/2014/main" id="{57483847-B41B-6E3D-EBD2-7E308A1BEF45}"/>
              </a:ext>
            </a:extLst>
          </p:cNvPr>
          <p:cNvPicPr>
            <a:picLocks noChangeAspect="1"/>
          </p:cNvPicPr>
          <p:nvPr/>
        </p:nvPicPr>
        <p:blipFill>
          <a:blip r:embed="rId4"/>
          <a:stretch>
            <a:fillRect/>
          </a:stretch>
        </p:blipFill>
        <p:spPr>
          <a:xfrm>
            <a:off x="5752867" y="1515692"/>
            <a:ext cx="1417865" cy="1632585"/>
          </a:xfrm>
          <a:prstGeom prst="rect">
            <a:avLst/>
          </a:prstGeom>
        </p:spPr>
      </p:pic>
      <p:pic>
        <p:nvPicPr>
          <p:cNvPr id="26" name="Picture 8" descr="働く人たちのイラスト">
            <a:extLst>
              <a:ext uri="{FF2B5EF4-FFF2-40B4-BE49-F238E27FC236}">
                <a16:creationId xmlns:a16="http://schemas.microsoft.com/office/drawing/2014/main" id="{723CEA50-4655-7CCC-6648-A7BFE1D70FB9}"/>
              </a:ext>
            </a:extLst>
          </p:cNvPr>
          <p:cNvPicPr>
            <a:picLocks noChangeAspect="1"/>
          </p:cNvPicPr>
          <p:nvPr/>
        </p:nvPicPr>
        <p:blipFill>
          <a:blip r:embed="rId5"/>
          <a:stretch>
            <a:fillRect/>
          </a:stretch>
        </p:blipFill>
        <p:spPr>
          <a:xfrm>
            <a:off x="2321431" y="4688384"/>
            <a:ext cx="2673803" cy="1810957"/>
          </a:xfrm>
          <a:prstGeom prst="rect">
            <a:avLst/>
          </a:prstGeom>
        </p:spPr>
      </p:pic>
      <p:sp>
        <p:nvSpPr>
          <p:cNvPr id="28" name="TextBox 13">
            <a:extLst>
              <a:ext uri="{FF2B5EF4-FFF2-40B4-BE49-F238E27FC236}">
                <a16:creationId xmlns:a16="http://schemas.microsoft.com/office/drawing/2014/main" id="{F5526349-ABAA-7268-FD20-B4E4DA9A238D}"/>
              </a:ext>
            </a:extLst>
          </p:cNvPr>
          <p:cNvSpPr txBox="1"/>
          <p:nvPr/>
        </p:nvSpPr>
        <p:spPr>
          <a:xfrm>
            <a:off x="8329836" y="5709249"/>
            <a:ext cx="2583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協会けんぽ（支部）</a:t>
            </a:r>
          </a:p>
          <a:p>
            <a:pPr algn="ctr"/>
            <a:endParaRPr lang="ja-JP" altLang="en-US" sz="3200">
              <a:ea typeface="ＭＳ Ｐゴシック"/>
            </a:endParaRPr>
          </a:p>
        </p:txBody>
      </p:sp>
      <p:sp>
        <p:nvSpPr>
          <p:cNvPr id="30" name="TextBox 2">
            <a:extLst>
              <a:ext uri="{FF2B5EF4-FFF2-40B4-BE49-F238E27FC236}">
                <a16:creationId xmlns:a16="http://schemas.microsoft.com/office/drawing/2014/main" id="{2D099163-FCB9-6660-6509-D76657009A1D}"/>
              </a:ext>
            </a:extLst>
          </p:cNvPr>
          <p:cNvSpPr txBox="1"/>
          <p:nvPr/>
        </p:nvSpPr>
        <p:spPr>
          <a:xfrm>
            <a:off x="5563087" y="6068366"/>
            <a:ext cx="196305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保険料</a:t>
            </a:r>
            <a:endParaRPr lang="en-US" sz="3200">
              <a:ea typeface="ＭＳ Ｐゴシック"/>
            </a:endParaRPr>
          </a:p>
        </p:txBody>
      </p:sp>
      <p:sp>
        <p:nvSpPr>
          <p:cNvPr id="31" name="TextBox 18">
            <a:extLst>
              <a:ext uri="{FF2B5EF4-FFF2-40B4-BE49-F238E27FC236}">
                <a16:creationId xmlns:a16="http://schemas.microsoft.com/office/drawing/2014/main" id="{F039C643-E059-0171-00FF-5B8EE03F8D92}"/>
              </a:ext>
            </a:extLst>
          </p:cNvPr>
          <p:cNvSpPr txBox="1"/>
          <p:nvPr/>
        </p:nvSpPr>
        <p:spPr>
          <a:xfrm>
            <a:off x="5498671" y="3107417"/>
            <a:ext cx="18584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医療機関</a:t>
            </a:r>
          </a:p>
        </p:txBody>
      </p:sp>
      <p:sp>
        <p:nvSpPr>
          <p:cNvPr id="32" name="TextBox 22">
            <a:extLst>
              <a:ext uri="{FF2B5EF4-FFF2-40B4-BE49-F238E27FC236}">
                <a16:creationId xmlns:a16="http://schemas.microsoft.com/office/drawing/2014/main" id="{29293AF2-942D-D519-E3B3-82A63DCFE4C5}"/>
              </a:ext>
            </a:extLst>
          </p:cNvPr>
          <p:cNvSpPr txBox="1"/>
          <p:nvPr/>
        </p:nvSpPr>
        <p:spPr>
          <a:xfrm>
            <a:off x="2513716" y="6241136"/>
            <a:ext cx="25835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被保険者</a:t>
            </a:r>
          </a:p>
        </p:txBody>
      </p:sp>
      <p:sp>
        <p:nvSpPr>
          <p:cNvPr id="34" name="矢印: 右 33">
            <a:extLst>
              <a:ext uri="{FF2B5EF4-FFF2-40B4-BE49-F238E27FC236}">
                <a16:creationId xmlns:a16="http://schemas.microsoft.com/office/drawing/2014/main" id="{02AB09F5-14E8-38D4-E654-EC91F13091EA}"/>
              </a:ext>
            </a:extLst>
          </p:cNvPr>
          <p:cNvSpPr/>
          <p:nvPr/>
        </p:nvSpPr>
        <p:spPr>
          <a:xfrm rot="18779782">
            <a:off x="3504751" y="3590112"/>
            <a:ext cx="2492454"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矢印: 右 34">
            <a:extLst>
              <a:ext uri="{FF2B5EF4-FFF2-40B4-BE49-F238E27FC236}">
                <a16:creationId xmlns:a16="http://schemas.microsoft.com/office/drawing/2014/main" id="{1BD3705D-7EDC-8053-F2AA-4511A722B6D1}"/>
              </a:ext>
            </a:extLst>
          </p:cNvPr>
          <p:cNvSpPr/>
          <p:nvPr/>
        </p:nvSpPr>
        <p:spPr>
          <a:xfrm rot="13752692">
            <a:off x="6842213" y="3633606"/>
            <a:ext cx="2548137"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AB7709C5-4BD9-5658-49F5-EE7C0557A68A}"/>
              </a:ext>
            </a:extLst>
          </p:cNvPr>
          <p:cNvSpPr/>
          <p:nvPr/>
        </p:nvSpPr>
        <p:spPr>
          <a:xfrm>
            <a:off x="5002504" y="5455643"/>
            <a:ext cx="3531163" cy="487680"/>
          </a:xfrm>
          <a:prstGeom prst="rightArrow">
            <a:avLst/>
          </a:prstGeom>
          <a:solidFill>
            <a:schemeClr val="tx2">
              <a:lumMod val="10000"/>
              <a:lumOff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7" name="グループ化 36">
            <a:extLst>
              <a:ext uri="{FF2B5EF4-FFF2-40B4-BE49-F238E27FC236}">
                <a16:creationId xmlns:a16="http://schemas.microsoft.com/office/drawing/2014/main" id="{FC2992F6-BDE7-7732-F5F7-4240A55B15B3}"/>
              </a:ext>
            </a:extLst>
          </p:cNvPr>
          <p:cNvGrpSpPr/>
          <p:nvPr/>
        </p:nvGrpSpPr>
        <p:grpSpPr>
          <a:xfrm>
            <a:off x="7612056" y="3492264"/>
            <a:ext cx="1431459" cy="1056705"/>
            <a:chOff x="7779974" y="3345964"/>
            <a:chExt cx="1431459" cy="1056705"/>
          </a:xfrm>
        </p:grpSpPr>
        <p:pic>
          <p:nvPicPr>
            <p:cNvPr id="38" name="図 37"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5661670E-9350-4E29-085F-DBF9CBA2DD79}"/>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39" name="図 38"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A1F3A6E9-07AA-D747-9671-3FD5431496B3}"/>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40" name="図 39"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B24733F4-9AE1-5C35-2278-43EAC3C7A453}"/>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41" name="図 40"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EE1966CB-ED44-3D07-9D59-6C9DFC3A0B5D}"/>
              </a:ext>
            </a:extLst>
          </p:cNvPr>
          <p:cNvPicPr>
            <a:picLocks noChangeAspect="1"/>
          </p:cNvPicPr>
          <p:nvPr/>
        </p:nvPicPr>
        <p:blipFill>
          <a:blip r:embed="rId6"/>
          <a:stretch>
            <a:fillRect/>
          </a:stretch>
        </p:blipFill>
        <p:spPr>
          <a:xfrm>
            <a:off x="3875705" y="3560534"/>
            <a:ext cx="1303844" cy="926292"/>
          </a:xfrm>
          <a:prstGeom prst="rect">
            <a:avLst/>
          </a:prstGeom>
        </p:spPr>
      </p:pic>
      <p:grpSp>
        <p:nvGrpSpPr>
          <p:cNvPr id="42" name="グループ化 41">
            <a:extLst>
              <a:ext uri="{FF2B5EF4-FFF2-40B4-BE49-F238E27FC236}">
                <a16:creationId xmlns:a16="http://schemas.microsoft.com/office/drawing/2014/main" id="{FEF21F5E-FCB9-C38D-40FA-E8CB1603799A}"/>
              </a:ext>
            </a:extLst>
          </p:cNvPr>
          <p:cNvGrpSpPr/>
          <p:nvPr/>
        </p:nvGrpSpPr>
        <p:grpSpPr>
          <a:xfrm>
            <a:off x="5786344" y="5190028"/>
            <a:ext cx="1431459" cy="1056705"/>
            <a:chOff x="7779974" y="3345964"/>
            <a:chExt cx="1431459" cy="1056705"/>
          </a:xfrm>
        </p:grpSpPr>
        <p:pic>
          <p:nvPicPr>
            <p:cNvPr id="43" name="図 42"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04325E8F-13E4-4026-34E0-8EC4AD579AA8}"/>
                </a:ext>
              </a:extLst>
            </p:cNvPr>
            <p:cNvPicPr>
              <a:picLocks noChangeAspect="1"/>
            </p:cNvPicPr>
            <p:nvPr/>
          </p:nvPicPr>
          <p:blipFill>
            <a:blip r:embed="rId6"/>
            <a:stretch>
              <a:fillRect/>
            </a:stretch>
          </p:blipFill>
          <p:spPr>
            <a:xfrm>
              <a:off x="7779974" y="3345964"/>
              <a:ext cx="1303844" cy="926292"/>
            </a:xfrm>
            <a:prstGeom prst="rect">
              <a:avLst/>
            </a:prstGeom>
          </p:spPr>
        </p:pic>
        <p:pic>
          <p:nvPicPr>
            <p:cNvPr id="44" name="図 43"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2D8269A0-3BB4-C2FE-01BC-0201903B0146}"/>
                </a:ext>
              </a:extLst>
            </p:cNvPr>
            <p:cNvPicPr>
              <a:picLocks noChangeAspect="1"/>
            </p:cNvPicPr>
            <p:nvPr/>
          </p:nvPicPr>
          <p:blipFill>
            <a:blip r:embed="rId6"/>
            <a:stretch>
              <a:fillRect/>
            </a:stretch>
          </p:blipFill>
          <p:spPr>
            <a:xfrm>
              <a:off x="7833294" y="3405063"/>
              <a:ext cx="1303844" cy="926292"/>
            </a:xfrm>
            <a:prstGeom prst="rect">
              <a:avLst/>
            </a:prstGeom>
          </p:spPr>
        </p:pic>
        <p:pic>
          <p:nvPicPr>
            <p:cNvPr id="45" name="図 44" descr="The image depicts a Japanese 10,000 yen banknote, featuring traditional Japanese characters and design elements.&#10;&#10;AI 生成コンテンツは誤りを含む可能性があります。">
              <a:extLst>
                <a:ext uri="{FF2B5EF4-FFF2-40B4-BE49-F238E27FC236}">
                  <a16:creationId xmlns:a16="http://schemas.microsoft.com/office/drawing/2014/main" id="{D6531235-3CCD-235F-7F28-5BBC7BC1E3B3}"/>
                </a:ext>
              </a:extLst>
            </p:cNvPr>
            <p:cNvPicPr>
              <a:picLocks noChangeAspect="1"/>
            </p:cNvPicPr>
            <p:nvPr/>
          </p:nvPicPr>
          <p:blipFill>
            <a:blip r:embed="rId6"/>
            <a:stretch>
              <a:fillRect/>
            </a:stretch>
          </p:blipFill>
          <p:spPr>
            <a:xfrm>
              <a:off x="7907589" y="3476377"/>
              <a:ext cx="1303844" cy="926292"/>
            </a:xfrm>
            <a:prstGeom prst="rect">
              <a:avLst/>
            </a:prstGeom>
          </p:spPr>
        </p:pic>
      </p:grpSp>
      <p:pic>
        <p:nvPicPr>
          <p:cNvPr id="16" name="Picture 15" descr="集中線のイラスト3">
            <a:extLst>
              <a:ext uri="{FF2B5EF4-FFF2-40B4-BE49-F238E27FC236}">
                <a16:creationId xmlns:a16="http://schemas.microsoft.com/office/drawing/2014/main" id="{69B5D8EC-B32D-E3EF-DD4C-206C9D0A8BE1}"/>
              </a:ext>
            </a:extLst>
          </p:cNvPr>
          <p:cNvPicPr>
            <a:picLocks noChangeAspect="1"/>
          </p:cNvPicPr>
          <p:nvPr/>
        </p:nvPicPr>
        <p:blipFill>
          <a:blip r:embed="rId7"/>
          <a:stretch>
            <a:fillRect/>
          </a:stretch>
        </p:blipFill>
        <p:spPr>
          <a:xfrm>
            <a:off x="686350" y="4601277"/>
            <a:ext cx="2155548" cy="2155548"/>
          </a:xfrm>
          <a:prstGeom prst="rect">
            <a:avLst/>
          </a:prstGeom>
        </p:spPr>
      </p:pic>
      <p:sp>
        <p:nvSpPr>
          <p:cNvPr id="48" name="四角形: 角を丸くする 47">
            <a:extLst>
              <a:ext uri="{FF2B5EF4-FFF2-40B4-BE49-F238E27FC236}">
                <a16:creationId xmlns:a16="http://schemas.microsoft.com/office/drawing/2014/main" id="{327ED77E-C3CF-AE19-1511-49223DB2B24C}"/>
              </a:ext>
            </a:extLst>
          </p:cNvPr>
          <p:cNvSpPr/>
          <p:nvPr/>
        </p:nvSpPr>
        <p:spPr>
          <a:xfrm>
            <a:off x="86359" y="4486826"/>
            <a:ext cx="7525697" cy="2269999"/>
          </a:xfrm>
          <a:prstGeom prst="roundRect">
            <a:avLst>
              <a:gd name="adj" fmla="val 50000"/>
            </a:avLst>
          </a:prstGeom>
          <a:no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50" name="TextBox 15">
            <a:extLst>
              <a:ext uri="{FF2B5EF4-FFF2-40B4-BE49-F238E27FC236}">
                <a16:creationId xmlns:a16="http://schemas.microsoft.com/office/drawing/2014/main" id="{ECF0B41F-BB5B-E64D-AA29-133B632F6956}"/>
              </a:ext>
            </a:extLst>
          </p:cNvPr>
          <p:cNvSpPr txBox="1"/>
          <p:nvPr/>
        </p:nvSpPr>
        <p:spPr>
          <a:xfrm>
            <a:off x="2081938" y="2644324"/>
            <a:ext cx="2382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3200">
                <a:ea typeface="ＭＳ Ｐゴシック"/>
              </a:rPr>
              <a:t>自己負担額</a:t>
            </a:r>
            <a:endParaRPr lang="en-US" altLang="ja-JP" sz="3200">
              <a:ea typeface="ＭＳ Ｐゴシック"/>
            </a:endParaRPr>
          </a:p>
          <a:p>
            <a:pPr algn="ctr"/>
            <a:r>
              <a:rPr lang="ja-JP" altLang="en-US" sz="3200">
                <a:ea typeface="ＭＳ Ｐゴシック"/>
              </a:rPr>
              <a:t>（医療費）</a:t>
            </a:r>
            <a:endParaRPr lang="ja-JP" sz="3200">
              <a:ea typeface="ＭＳ Ｐゴシック"/>
            </a:endParaRPr>
          </a:p>
        </p:txBody>
      </p:sp>
      <p:sp>
        <p:nvSpPr>
          <p:cNvPr id="52" name="TextBox 14">
            <a:extLst>
              <a:ext uri="{FF2B5EF4-FFF2-40B4-BE49-F238E27FC236}">
                <a16:creationId xmlns:a16="http://schemas.microsoft.com/office/drawing/2014/main" id="{7B35B989-C9D9-C1F1-0DA2-2B9C0056168A}"/>
              </a:ext>
            </a:extLst>
          </p:cNvPr>
          <p:cNvSpPr txBox="1"/>
          <p:nvPr/>
        </p:nvSpPr>
        <p:spPr>
          <a:xfrm>
            <a:off x="7880060" y="2653145"/>
            <a:ext cx="229677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3200">
                <a:ea typeface="ＭＳ Ｐゴシック"/>
              </a:rPr>
              <a:t>医療給付費</a:t>
            </a:r>
            <a:endParaRPr lang="en-US" altLang="ja-JP" sz="3200">
              <a:ea typeface="ＭＳ Ｐゴシック"/>
            </a:endParaRPr>
          </a:p>
          <a:p>
            <a:pPr algn="ctr"/>
            <a:r>
              <a:rPr lang="ja-JP" altLang="en-US" sz="3200">
                <a:ea typeface="ＭＳ Ｐゴシック"/>
              </a:rPr>
              <a:t>（医療費）</a:t>
            </a:r>
            <a:endParaRPr lang="ja-JP" altLang="ja-JP" sz="3200">
              <a:ea typeface="ＭＳ Ｐゴシック"/>
            </a:endParaRPr>
          </a:p>
        </p:txBody>
      </p:sp>
    </p:spTree>
    <p:extLst>
      <p:ext uri="{BB962C8B-B14F-4D97-AF65-F5344CB8AC3E}">
        <p14:creationId xmlns:p14="http://schemas.microsoft.com/office/powerpoint/2010/main" val="3765210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4292A-9172-F44F-CC09-F30D7C9ADD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C596BC-C6B8-AF16-0FD4-4624EC1E56E5}"/>
              </a:ext>
            </a:extLst>
          </p:cNvPr>
          <p:cNvSpPr txBox="1"/>
          <p:nvPr/>
        </p:nvSpPr>
        <p:spPr>
          <a:xfrm>
            <a:off x="54429" y="6019800"/>
            <a:ext cx="9285514" cy="9925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400" b="1" i="0" u="none" strike="noStrike" baseline="0">
                <a:solidFill>
                  <a:schemeClr val="bg2">
                    <a:lumMod val="49000"/>
                  </a:schemeClr>
                </a:solidFill>
                <a:ea typeface="Aptos Display"/>
              </a:rPr>
              <a:t>∝</a:t>
            </a:r>
            <a:r>
              <a:rPr lang="ja-JP" altLang="en-US" sz="2400" b="1">
                <a:solidFill>
                  <a:schemeClr val="bg2">
                    <a:lumMod val="49000"/>
                  </a:schemeClr>
                </a:solidFill>
                <a:ea typeface="Aptos Display"/>
              </a:rPr>
              <a:t>：比例</a:t>
            </a:r>
            <a:endParaRPr lang="ja-JP" altLang="en-US" sz="2400" b="1">
              <a:solidFill>
                <a:schemeClr val="bg2">
                  <a:lumMod val="49000"/>
                </a:schemeClr>
              </a:solidFill>
              <a:ea typeface="ＭＳ Ｐゴシック"/>
            </a:endParaRPr>
          </a:p>
          <a:p>
            <a:r>
              <a:rPr lang="en-US" altLang="ja-JP" sz="2400" b="1">
                <a:solidFill>
                  <a:srgbClr val="727272"/>
                </a:solidFill>
                <a:latin typeface="ＭＳ Ｐゴシック"/>
                <a:ea typeface="ＭＳ Ｐゴシック"/>
              </a:rPr>
              <a:t>※：</a:t>
            </a:r>
            <a:r>
              <a:rPr lang="en-US" altLang="ja-JP" sz="2400" b="1" err="1">
                <a:solidFill>
                  <a:srgbClr val="727272"/>
                </a:solidFill>
                <a:latin typeface="ＭＳ Ｐゴシック"/>
                <a:ea typeface="ＭＳ Ｐゴシック"/>
              </a:rPr>
              <a:t>厳密には</a:t>
            </a:r>
            <a:r>
              <a:rPr lang="en-US" altLang="ja-JP" sz="2400" b="1" err="1">
                <a:solidFill>
                  <a:srgbClr val="727272"/>
                </a:solidFill>
                <a:latin typeface="ＭＳ Ｐゴシック"/>
                <a:ea typeface="ＭＳ Ｐゴシック"/>
                <a:cs typeface="+mn-lt"/>
              </a:rPr>
              <a:t>年齢差や所得差</a:t>
            </a:r>
            <a:r>
              <a:rPr lang="en-US" altLang="ja-JP" sz="2400" b="1" err="1">
                <a:solidFill>
                  <a:srgbClr val="727272"/>
                </a:solidFill>
                <a:latin typeface="ＭＳ Ｐゴシック"/>
                <a:ea typeface="ＭＳ Ｐゴシック"/>
              </a:rPr>
              <a:t>による補正が入る</a:t>
            </a:r>
            <a:endParaRPr lang="ja-JP" sz="2400" b="1">
              <a:solidFill>
                <a:srgbClr val="727272"/>
              </a:solidFill>
              <a:latin typeface="ＭＳ Ｐゴシック"/>
              <a:ea typeface="ＭＳ Ｐゴシック"/>
            </a:endParaRPr>
          </a:p>
          <a:p>
            <a:pPr algn="ctr"/>
            <a:endParaRPr lang="en-US" sz="1050">
              <a:solidFill>
                <a:schemeClr val="bg2">
                  <a:lumMod val="49000"/>
                </a:schemeClr>
              </a:solidFill>
            </a:endParaRPr>
          </a:p>
        </p:txBody>
      </p:sp>
      <p:sp>
        <p:nvSpPr>
          <p:cNvPr id="9" name="Title 1">
            <a:extLst>
              <a:ext uri="{FF2B5EF4-FFF2-40B4-BE49-F238E27FC236}">
                <a16:creationId xmlns:a16="http://schemas.microsoft.com/office/drawing/2014/main" id="{59703B39-BD49-479D-26A6-EA6738575476}"/>
              </a:ext>
            </a:extLst>
          </p:cNvPr>
          <p:cNvSpPr txBox="1">
            <a:spLocks/>
          </p:cNvSpPr>
          <p:nvPr/>
        </p:nvSpPr>
        <p:spPr>
          <a:xfrm>
            <a:off x="54428" y="196397"/>
            <a:ext cx="10461172" cy="14235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a:ea typeface="ＭＳ Ｐゴシック"/>
              </a:rPr>
              <a:t>大まかに</a:t>
            </a:r>
            <a:r>
              <a:rPr lang="ja-JP" sz="2800">
                <a:ea typeface="ＭＳ Ｐゴシック"/>
              </a:rPr>
              <a:t>まとめると</a:t>
            </a:r>
            <a:r>
              <a:rPr lang="en-US" altLang="ja-JP" sz="2000">
                <a:solidFill>
                  <a:srgbClr val="000000"/>
                </a:solidFill>
                <a:ea typeface="ＭＳ Ｐゴシック"/>
              </a:rPr>
              <a:t>※</a:t>
            </a:r>
            <a:br>
              <a:rPr lang="ja-JP" altLang="en-US" sz="3600" b="1">
                <a:ea typeface="ＭＳ Ｐゴシック"/>
              </a:rPr>
            </a:br>
            <a:r>
              <a:rPr lang="ja-JP" altLang="en-US" b="1">
                <a:ea typeface="ＭＳ Ｐゴシック"/>
              </a:rPr>
              <a:t>保険料率 </a:t>
            </a:r>
            <a:r>
              <a:rPr lang="en-US" altLang="ja-JP" b="1">
                <a:ea typeface="ＭＳ Ｐゴシック"/>
              </a:rPr>
              <a:t>×</a:t>
            </a:r>
            <a:r>
              <a:rPr lang="ja-JP" altLang="en-US" b="1">
                <a:ea typeface="ＭＳ Ｐゴシック"/>
              </a:rPr>
              <a:t> 給料</a:t>
            </a:r>
            <a:r>
              <a:rPr lang="en-US" altLang="ja-JP" b="1">
                <a:ea typeface="ＭＳ Ｐゴシック"/>
              </a:rPr>
              <a:t> ≒</a:t>
            </a:r>
            <a:r>
              <a:rPr lang="ja-JP" altLang="en-US" b="1">
                <a:ea typeface="ＭＳ Ｐゴシック"/>
              </a:rPr>
              <a:t> 保険料 </a:t>
            </a:r>
            <a:r>
              <a:rPr lang="ja-JP" b="1">
                <a:latin typeface="Aptos"/>
                <a:ea typeface="ＭＳ Ｐゴシック"/>
              </a:rPr>
              <a:t>∝</a:t>
            </a:r>
            <a:r>
              <a:rPr lang="ja-JP" altLang="en-US">
                <a:ea typeface="ＭＳ Ｐゴシック"/>
              </a:rPr>
              <a:t> </a:t>
            </a:r>
            <a:r>
              <a:rPr lang="ja-JP" altLang="en-US" b="1">
                <a:ea typeface="ＭＳ Ｐゴシック"/>
              </a:rPr>
              <a:t>医療費</a:t>
            </a:r>
            <a:endParaRPr lang="en-US" altLang="ja-JP">
              <a:ea typeface="ＭＳ Ｐゴシック"/>
            </a:endParaRPr>
          </a:p>
        </p:txBody>
      </p:sp>
    </p:spTree>
    <p:extLst>
      <p:ext uri="{BB962C8B-B14F-4D97-AF65-F5344CB8AC3E}">
        <p14:creationId xmlns:p14="http://schemas.microsoft.com/office/powerpoint/2010/main" val="1148650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967E0-7C61-829C-7D6F-F4B96FC976A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E33789D-8870-CA2F-ADC5-BD82CFCC972A}"/>
              </a:ext>
            </a:extLst>
          </p:cNvPr>
          <p:cNvSpPr txBox="1">
            <a:spLocks/>
          </p:cNvSpPr>
          <p:nvPr/>
        </p:nvSpPr>
        <p:spPr>
          <a:xfrm>
            <a:off x="54428" y="196397"/>
            <a:ext cx="10461172" cy="14235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a:solidFill>
                  <a:schemeClr val="tx1">
                    <a:lumMod val="49000"/>
                    <a:lumOff val="51000"/>
                  </a:schemeClr>
                </a:solidFill>
                <a:latin typeface="ＭＳ Ｐゴシック"/>
                <a:ea typeface="ＭＳ Ｐゴシック"/>
              </a:rPr>
              <a:t>大まかに</a:t>
            </a:r>
            <a:r>
              <a:rPr lang="ja-JP" sz="2800">
                <a:solidFill>
                  <a:schemeClr val="tx1">
                    <a:lumMod val="49000"/>
                    <a:lumOff val="51000"/>
                  </a:schemeClr>
                </a:solidFill>
                <a:ea typeface="ＭＳ Ｐゴシック"/>
              </a:rPr>
              <a:t>まとめると</a:t>
            </a:r>
            <a:r>
              <a:rPr lang="en-US" altLang="ja-JP" sz="2000">
                <a:solidFill>
                  <a:schemeClr val="bg2">
                    <a:lumMod val="49000"/>
                  </a:schemeClr>
                </a:solidFill>
                <a:ea typeface="ＭＳ Ｐゴシック"/>
              </a:rPr>
              <a:t>※</a:t>
            </a:r>
            <a:br>
              <a:rPr lang="ja-JP" altLang="en-US" sz="4800" b="1">
                <a:ea typeface="ＭＳ Ｐゴシック"/>
              </a:rPr>
            </a:br>
            <a:r>
              <a:rPr lang="ja-JP" altLang="en-US" b="1">
                <a:solidFill>
                  <a:schemeClr val="tx1">
                    <a:lumMod val="49000"/>
                    <a:lumOff val="51000"/>
                  </a:schemeClr>
                </a:solidFill>
                <a:ea typeface="ＭＳ Ｐゴシック"/>
              </a:rPr>
              <a:t>保険料率 </a:t>
            </a:r>
            <a:r>
              <a:rPr lang="en-US" altLang="ja-JP" b="1">
                <a:solidFill>
                  <a:schemeClr val="tx1">
                    <a:lumMod val="49000"/>
                    <a:lumOff val="51000"/>
                  </a:schemeClr>
                </a:solidFill>
                <a:ea typeface="ＭＳ Ｐゴシック"/>
              </a:rPr>
              <a:t>×</a:t>
            </a:r>
            <a:r>
              <a:rPr lang="ja-JP" altLang="en-US" b="1">
                <a:solidFill>
                  <a:schemeClr val="tx1">
                    <a:lumMod val="49000"/>
                    <a:lumOff val="51000"/>
                  </a:schemeClr>
                </a:solidFill>
                <a:ea typeface="ＭＳ Ｐゴシック"/>
              </a:rPr>
              <a:t> 給料</a:t>
            </a:r>
            <a:r>
              <a:rPr lang="en-US" altLang="ja-JP" b="1">
                <a:solidFill>
                  <a:schemeClr val="tx1">
                    <a:lumMod val="49000"/>
                    <a:lumOff val="51000"/>
                  </a:schemeClr>
                </a:solidFill>
                <a:ea typeface="ＭＳ Ｐゴシック"/>
              </a:rPr>
              <a:t> ≒</a:t>
            </a:r>
            <a:r>
              <a:rPr lang="ja-JP" altLang="en-US" b="1">
                <a:solidFill>
                  <a:schemeClr val="tx1">
                    <a:lumMod val="49000"/>
                    <a:lumOff val="51000"/>
                  </a:schemeClr>
                </a:solidFill>
                <a:ea typeface="ＭＳ Ｐゴシック"/>
              </a:rPr>
              <a:t> 保険料 </a:t>
            </a:r>
            <a:r>
              <a:rPr lang="ja-JP" b="1">
                <a:solidFill>
                  <a:schemeClr val="tx1">
                    <a:lumMod val="49000"/>
                    <a:lumOff val="51000"/>
                  </a:schemeClr>
                </a:solidFill>
                <a:latin typeface="Aptos"/>
                <a:ea typeface="ＭＳ Ｐゴシック"/>
              </a:rPr>
              <a:t>∝</a:t>
            </a:r>
            <a:r>
              <a:rPr lang="ja-JP" altLang="en-US">
                <a:solidFill>
                  <a:schemeClr val="tx1">
                    <a:lumMod val="49000"/>
                    <a:lumOff val="51000"/>
                  </a:schemeClr>
                </a:solidFill>
                <a:ea typeface="ＭＳ Ｐゴシック"/>
              </a:rPr>
              <a:t> </a:t>
            </a:r>
            <a:r>
              <a:rPr lang="ja-JP" altLang="en-US" b="1">
                <a:solidFill>
                  <a:schemeClr val="tx1">
                    <a:lumMod val="49000"/>
                    <a:lumOff val="51000"/>
                  </a:schemeClr>
                </a:solidFill>
                <a:ea typeface="ＭＳ Ｐゴシック"/>
              </a:rPr>
              <a:t>医療費</a:t>
            </a:r>
            <a:endParaRPr lang="en-US">
              <a:solidFill>
                <a:schemeClr val="tx1">
                  <a:lumMod val="49000"/>
                  <a:lumOff val="51000"/>
                </a:schemeClr>
              </a:solidFill>
            </a:endParaRPr>
          </a:p>
        </p:txBody>
      </p:sp>
      <p:sp>
        <p:nvSpPr>
          <p:cNvPr id="16" name="TextBox 15">
            <a:extLst>
              <a:ext uri="{FF2B5EF4-FFF2-40B4-BE49-F238E27FC236}">
                <a16:creationId xmlns:a16="http://schemas.microsoft.com/office/drawing/2014/main" id="{10C0A77E-550A-C09A-A2CE-0BB420A8B9C9}"/>
              </a:ext>
            </a:extLst>
          </p:cNvPr>
          <p:cNvSpPr txBox="1"/>
          <p:nvPr/>
        </p:nvSpPr>
        <p:spPr>
          <a:xfrm>
            <a:off x="3282042" y="4664528"/>
            <a:ext cx="149678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400" b="1" i="0" u="none" strike="noStrike" baseline="0">
                <a:solidFill>
                  <a:srgbClr val="000000"/>
                </a:solidFill>
                <a:ea typeface="Aptos Display"/>
              </a:rPr>
              <a:t>給料</a:t>
            </a:r>
            <a:endParaRPr lang="en-US"/>
          </a:p>
          <a:p>
            <a:pPr algn="ctr"/>
            <a:endParaRPr lang="en-US"/>
          </a:p>
        </p:txBody>
      </p:sp>
      <p:sp>
        <p:nvSpPr>
          <p:cNvPr id="18" name="TextBox 17">
            <a:extLst>
              <a:ext uri="{FF2B5EF4-FFF2-40B4-BE49-F238E27FC236}">
                <a16:creationId xmlns:a16="http://schemas.microsoft.com/office/drawing/2014/main" id="{3222F9C7-7F4B-E507-0EE1-7694935D1292}"/>
              </a:ext>
            </a:extLst>
          </p:cNvPr>
          <p:cNvSpPr txBox="1"/>
          <p:nvPr/>
        </p:nvSpPr>
        <p:spPr>
          <a:xfrm>
            <a:off x="2890156" y="3761014"/>
            <a:ext cx="221524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400" b="1" i="0" u="none" strike="noStrike" baseline="0">
                <a:solidFill>
                  <a:srgbClr val="000000"/>
                </a:solidFill>
                <a:ea typeface="Aptos Display"/>
              </a:rPr>
              <a:t>医療費</a:t>
            </a:r>
            <a:endParaRPr lang="en-US"/>
          </a:p>
          <a:p>
            <a:pPr algn="ctr"/>
            <a:endParaRPr lang="en-US"/>
          </a:p>
        </p:txBody>
      </p:sp>
      <p:cxnSp>
        <p:nvCxnSpPr>
          <p:cNvPr id="20" name="Straight Arrow Connector 19">
            <a:extLst>
              <a:ext uri="{FF2B5EF4-FFF2-40B4-BE49-F238E27FC236}">
                <a16:creationId xmlns:a16="http://schemas.microsoft.com/office/drawing/2014/main" id="{A8748F2B-3910-1F17-7BD7-2EB52A8CA83B}"/>
              </a:ext>
            </a:extLst>
          </p:cNvPr>
          <p:cNvCxnSpPr/>
          <p:nvPr/>
        </p:nvCxnSpPr>
        <p:spPr>
          <a:xfrm flipV="1">
            <a:off x="3157639" y="4561526"/>
            <a:ext cx="1747068" cy="3797"/>
          </a:xfrm>
          <a:prstGeom prst="straightConnector1">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6D5F6E4B-9954-18FF-E0BC-DD65E2F2F44A}"/>
              </a:ext>
            </a:extLst>
          </p:cNvPr>
          <p:cNvSpPr txBox="1"/>
          <p:nvPr/>
        </p:nvSpPr>
        <p:spPr>
          <a:xfrm>
            <a:off x="54429" y="2400300"/>
            <a:ext cx="3886199"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4400" b="1" i="0" u="none" strike="noStrike" baseline="0">
                <a:solidFill>
                  <a:srgbClr val="000000"/>
                </a:solidFill>
                <a:ea typeface="Aptos Display"/>
              </a:rPr>
              <a:t>保険料率</a:t>
            </a:r>
            <a:r>
              <a:rPr lang="ja-JP" altLang="en-US" sz="4400" b="1">
                <a:solidFill>
                  <a:srgbClr val="000000"/>
                </a:solidFill>
                <a:latin typeface="Aptos Display"/>
                <a:ea typeface="Aptos Display"/>
              </a:rPr>
              <a:t> </a:t>
            </a:r>
            <a:r>
              <a:rPr lang="ja-JP" altLang="en-US" sz="4400" b="1">
                <a:solidFill>
                  <a:srgbClr val="000000"/>
                </a:solidFill>
                <a:ea typeface="Aptos Display"/>
              </a:rPr>
              <a:t> </a:t>
            </a:r>
            <a:r>
              <a:rPr lang="ja-JP" sz="4400" b="1" i="0" u="none" strike="noStrike" baseline="0">
                <a:solidFill>
                  <a:srgbClr val="000000"/>
                </a:solidFill>
                <a:ea typeface="Aptos Display"/>
              </a:rPr>
              <a:t> </a:t>
            </a:r>
            <a:endParaRPr lang="en-US"/>
          </a:p>
          <a:p>
            <a:pPr algn="ctr"/>
            <a:endParaRPr lang="en-US"/>
          </a:p>
        </p:txBody>
      </p:sp>
      <p:sp>
        <p:nvSpPr>
          <p:cNvPr id="24" name="TextBox 23">
            <a:extLst>
              <a:ext uri="{FF2B5EF4-FFF2-40B4-BE49-F238E27FC236}">
                <a16:creationId xmlns:a16="http://schemas.microsoft.com/office/drawing/2014/main" id="{19BCBEB0-3BDA-F1E6-18CE-AF6AE1A38C9B}"/>
              </a:ext>
            </a:extLst>
          </p:cNvPr>
          <p:cNvSpPr txBox="1"/>
          <p:nvPr/>
        </p:nvSpPr>
        <p:spPr>
          <a:xfrm>
            <a:off x="54429" y="1948543"/>
            <a:ext cx="203562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800">
                <a:solidFill>
                  <a:srgbClr val="000000"/>
                </a:solidFill>
                <a:ea typeface="ＭＳ Ｐゴシック"/>
              </a:rPr>
              <a:t>つ</a:t>
            </a:r>
            <a:r>
              <a:rPr lang="ja-JP" altLang="en-US" sz="2800">
                <a:solidFill>
                  <a:srgbClr val="000000"/>
                </a:solidFill>
                <a:ea typeface="ＭＳ Ｐゴシック"/>
              </a:rPr>
              <a:t>まり</a:t>
            </a:r>
            <a:endParaRPr lang="ja-JP" sz="2800">
              <a:ea typeface="ＭＳ Ｐゴシック"/>
            </a:endParaRPr>
          </a:p>
        </p:txBody>
      </p:sp>
      <p:sp>
        <p:nvSpPr>
          <p:cNvPr id="26" name="TextBox 25">
            <a:extLst>
              <a:ext uri="{FF2B5EF4-FFF2-40B4-BE49-F238E27FC236}">
                <a16:creationId xmlns:a16="http://schemas.microsoft.com/office/drawing/2014/main" id="{7A84FDAE-A2A4-A53B-396C-367398CCA6EA}"/>
              </a:ext>
            </a:extLst>
          </p:cNvPr>
          <p:cNvSpPr txBox="1"/>
          <p:nvPr/>
        </p:nvSpPr>
        <p:spPr>
          <a:xfrm>
            <a:off x="3287485" y="2808513"/>
            <a:ext cx="149678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400" b="1" i="0" u="none" strike="noStrike" baseline="0">
                <a:solidFill>
                  <a:srgbClr val="7F7F7F"/>
                </a:solidFill>
                <a:ea typeface="Aptos Display"/>
              </a:rPr>
              <a:t>給料</a:t>
            </a:r>
            <a:endParaRPr lang="en-US">
              <a:solidFill>
                <a:srgbClr val="7F7F7F"/>
              </a:solidFill>
            </a:endParaRPr>
          </a:p>
          <a:p>
            <a:pPr algn="ctr"/>
            <a:endParaRPr lang="en-US">
              <a:solidFill>
                <a:srgbClr val="7F7F7F"/>
              </a:solidFill>
            </a:endParaRPr>
          </a:p>
        </p:txBody>
      </p:sp>
      <p:sp>
        <p:nvSpPr>
          <p:cNvPr id="28" name="TextBox 27">
            <a:extLst>
              <a:ext uri="{FF2B5EF4-FFF2-40B4-BE49-F238E27FC236}">
                <a16:creationId xmlns:a16="http://schemas.microsoft.com/office/drawing/2014/main" id="{4BB499B4-D2DB-0725-EDC9-85E2B56F249F}"/>
              </a:ext>
            </a:extLst>
          </p:cNvPr>
          <p:cNvSpPr txBox="1"/>
          <p:nvPr/>
        </p:nvSpPr>
        <p:spPr>
          <a:xfrm>
            <a:off x="2895599" y="1904999"/>
            <a:ext cx="221524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400" b="1">
                <a:solidFill>
                  <a:srgbClr val="7F7F7F"/>
                </a:solidFill>
                <a:latin typeface="Aptos Display"/>
                <a:ea typeface="ＭＳ Ｐゴシック"/>
              </a:rPr>
              <a:t>保険料</a:t>
            </a:r>
            <a:endParaRPr lang="en-US" altLang="ja-JP">
              <a:solidFill>
                <a:srgbClr val="7F7F7F"/>
              </a:solidFill>
              <a:latin typeface="Aptos"/>
              <a:ea typeface="ＭＳ Ｐゴシック"/>
            </a:endParaRPr>
          </a:p>
          <a:p>
            <a:pPr algn="ctr"/>
            <a:endParaRPr lang="en-US">
              <a:solidFill>
                <a:srgbClr val="7F7F7F"/>
              </a:solidFill>
            </a:endParaRPr>
          </a:p>
        </p:txBody>
      </p:sp>
      <p:cxnSp>
        <p:nvCxnSpPr>
          <p:cNvPr id="34" name="Straight Arrow Connector 33">
            <a:extLst>
              <a:ext uri="{FF2B5EF4-FFF2-40B4-BE49-F238E27FC236}">
                <a16:creationId xmlns:a16="http://schemas.microsoft.com/office/drawing/2014/main" id="{137F2C20-DAA9-C3A0-27F9-02B6D0BF0C6B}"/>
              </a:ext>
            </a:extLst>
          </p:cNvPr>
          <p:cNvCxnSpPr>
            <a:cxnSpLocks/>
          </p:cNvCxnSpPr>
          <p:nvPr/>
        </p:nvCxnSpPr>
        <p:spPr>
          <a:xfrm flipV="1">
            <a:off x="3163082" y="2705511"/>
            <a:ext cx="1747068" cy="3797"/>
          </a:xfrm>
          <a:prstGeom prst="straightConnector1">
            <a:avLst/>
          </a:prstGeom>
          <a:ln w="571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C543CF08-9484-099E-7E8D-6070CE816E21}"/>
              </a:ext>
            </a:extLst>
          </p:cNvPr>
          <p:cNvSpPr txBox="1"/>
          <p:nvPr/>
        </p:nvSpPr>
        <p:spPr>
          <a:xfrm>
            <a:off x="2465615" y="4283528"/>
            <a:ext cx="84908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4400" b="1" i="0" u="none" strike="noStrike" baseline="0">
                <a:solidFill>
                  <a:srgbClr val="000000"/>
                </a:solidFill>
                <a:ea typeface="Aptos"/>
              </a:rPr>
              <a:t>∝</a:t>
            </a:r>
            <a:endParaRPr lang="en-US"/>
          </a:p>
          <a:p>
            <a:pPr algn="ctr"/>
            <a:endParaRPr lang="en-US"/>
          </a:p>
        </p:txBody>
      </p:sp>
      <p:sp>
        <p:nvSpPr>
          <p:cNvPr id="2" name="TextBox 1">
            <a:extLst>
              <a:ext uri="{FF2B5EF4-FFF2-40B4-BE49-F238E27FC236}">
                <a16:creationId xmlns:a16="http://schemas.microsoft.com/office/drawing/2014/main" id="{D539348C-FA61-E81B-46E7-0AF31A98FE08}"/>
              </a:ext>
            </a:extLst>
          </p:cNvPr>
          <p:cNvSpPr txBox="1"/>
          <p:nvPr/>
        </p:nvSpPr>
        <p:spPr>
          <a:xfrm>
            <a:off x="2422071" y="2400300"/>
            <a:ext cx="680358"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4400" b="1">
                <a:solidFill>
                  <a:srgbClr val="828282"/>
                </a:solidFill>
                <a:latin typeface="ＭＳ Ｐゴシック"/>
                <a:ea typeface="ＭＳ Ｐゴシック"/>
              </a:rPr>
              <a:t>≒</a:t>
            </a:r>
            <a:endParaRPr lang="en-US"/>
          </a:p>
          <a:p>
            <a:pPr algn="ctr"/>
            <a:endParaRPr lang="en-US">
              <a:solidFill>
                <a:schemeClr val="tx1">
                  <a:lumMod val="49000"/>
                  <a:lumOff val="51000"/>
                </a:schemeClr>
              </a:solidFill>
            </a:endParaRPr>
          </a:p>
        </p:txBody>
      </p:sp>
      <p:sp>
        <p:nvSpPr>
          <p:cNvPr id="4" name="TextBox 3">
            <a:extLst>
              <a:ext uri="{FF2B5EF4-FFF2-40B4-BE49-F238E27FC236}">
                <a16:creationId xmlns:a16="http://schemas.microsoft.com/office/drawing/2014/main" id="{35AE4A67-CED8-0DD5-1BDB-ABFCB9A41767}"/>
              </a:ext>
            </a:extLst>
          </p:cNvPr>
          <p:cNvSpPr txBox="1"/>
          <p:nvPr/>
        </p:nvSpPr>
        <p:spPr>
          <a:xfrm>
            <a:off x="54429" y="6019800"/>
            <a:ext cx="9285514" cy="9925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400" b="1" i="0" u="none" strike="noStrike" baseline="0">
                <a:solidFill>
                  <a:schemeClr val="bg2">
                    <a:lumMod val="49000"/>
                  </a:schemeClr>
                </a:solidFill>
                <a:ea typeface="Aptos Display"/>
              </a:rPr>
              <a:t>∝</a:t>
            </a:r>
            <a:r>
              <a:rPr lang="ja-JP" altLang="en-US" sz="2400" b="1">
                <a:solidFill>
                  <a:schemeClr val="bg2">
                    <a:lumMod val="49000"/>
                  </a:schemeClr>
                </a:solidFill>
                <a:ea typeface="Aptos Display"/>
              </a:rPr>
              <a:t>：比例</a:t>
            </a:r>
            <a:endParaRPr lang="ja-JP" altLang="en-US" sz="2400" b="1">
              <a:solidFill>
                <a:schemeClr val="bg2">
                  <a:lumMod val="49000"/>
                </a:schemeClr>
              </a:solidFill>
              <a:ea typeface="ＭＳ Ｐゴシック"/>
            </a:endParaRPr>
          </a:p>
          <a:p>
            <a:r>
              <a:rPr lang="en-US" altLang="ja-JP" sz="2400" b="1">
                <a:solidFill>
                  <a:srgbClr val="727272"/>
                </a:solidFill>
                <a:latin typeface="ＭＳ Ｐゴシック"/>
                <a:ea typeface="ＭＳ Ｐゴシック"/>
              </a:rPr>
              <a:t>※：</a:t>
            </a:r>
            <a:r>
              <a:rPr lang="en-US" altLang="ja-JP" sz="2400" b="1" err="1">
                <a:solidFill>
                  <a:srgbClr val="727272"/>
                </a:solidFill>
                <a:latin typeface="ＭＳ Ｐゴシック"/>
                <a:ea typeface="ＭＳ Ｐゴシック"/>
              </a:rPr>
              <a:t>厳密には</a:t>
            </a:r>
            <a:r>
              <a:rPr lang="en-US" altLang="ja-JP" sz="2400" b="1" err="1">
                <a:solidFill>
                  <a:srgbClr val="727272"/>
                </a:solidFill>
                <a:latin typeface="ＭＳ Ｐゴシック"/>
                <a:ea typeface="ＭＳ Ｐゴシック"/>
                <a:cs typeface="+mn-lt"/>
              </a:rPr>
              <a:t>年齢差や所得差</a:t>
            </a:r>
            <a:r>
              <a:rPr lang="en-US" altLang="ja-JP" sz="2400" b="1" err="1">
                <a:solidFill>
                  <a:srgbClr val="727272"/>
                </a:solidFill>
                <a:latin typeface="ＭＳ Ｐゴシック"/>
                <a:ea typeface="ＭＳ Ｐゴシック"/>
              </a:rPr>
              <a:t>による補正が</a:t>
            </a:r>
            <a:r>
              <a:rPr lang="en-US" altLang="ja-JP" sz="2400" b="1">
                <a:solidFill>
                  <a:srgbClr val="727272"/>
                </a:solidFill>
                <a:latin typeface="ＭＳ Ｐゴシック"/>
                <a:ea typeface="ＭＳ Ｐゴシック"/>
              </a:rPr>
              <a:t>入る</a:t>
            </a:r>
            <a:endParaRPr lang="ja-JP" sz="2400" b="1">
              <a:solidFill>
                <a:srgbClr val="727272"/>
              </a:solidFill>
              <a:latin typeface="ＭＳ Ｐゴシック"/>
              <a:ea typeface="ＭＳ Ｐゴシック"/>
            </a:endParaRPr>
          </a:p>
          <a:p>
            <a:pPr algn="ctr"/>
            <a:endParaRPr lang="en-US" sz="1050">
              <a:solidFill>
                <a:schemeClr val="bg2">
                  <a:lumMod val="49000"/>
                </a:schemeClr>
              </a:solidFill>
            </a:endParaRPr>
          </a:p>
        </p:txBody>
      </p:sp>
    </p:spTree>
    <p:extLst>
      <p:ext uri="{BB962C8B-B14F-4D97-AF65-F5344CB8AC3E}">
        <p14:creationId xmlns:p14="http://schemas.microsoft.com/office/powerpoint/2010/main" val="1085441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9666F-8FBD-3FC9-D1BA-0CB255614886}"/>
            </a:ext>
          </a:extLst>
        </p:cNvPr>
        <p:cNvGrpSpPr/>
        <p:nvPr/>
      </p:nvGrpSpPr>
      <p:grpSpPr>
        <a:xfrm>
          <a:off x="0" y="0"/>
          <a:ext cx="0" cy="0"/>
          <a:chOff x="0" y="0"/>
          <a:chExt cx="0" cy="0"/>
        </a:xfrm>
      </p:grpSpPr>
      <p:sp>
        <p:nvSpPr>
          <p:cNvPr id="4" name="Content Placeholder 15">
            <a:extLst>
              <a:ext uri="{FF2B5EF4-FFF2-40B4-BE49-F238E27FC236}">
                <a16:creationId xmlns:a16="http://schemas.microsoft.com/office/drawing/2014/main" id="{294CB8CE-8270-BF3A-639E-598B58E36824}"/>
              </a:ext>
            </a:extLst>
          </p:cNvPr>
          <p:cNvSpPr>
            <a:spLocks noGrp="1"/>
          </p:cNvSpPr>
          <p:nvPr>
            <p:ph idx="1"/>
          </p:nvPr>
        </p:nvSpPr>
        <p:spPr>
          <a:xfrm>
            <a:off x="5105400" y="3012167"/>
            <a:ext cx="6923315" cy="4351338"/>
          </a:xfrm>
        </p:spPr>
        <p:txBody>
          <a:bodyPr vert="horz" lIns="91440" tIns="45720" rIns="91440" bIns="45720" rtlCol="0" anchor="t">
            <a:normAutofit/>
          </a:bodyPr>
          <a:lstStyle/>
          <a:p>
            <a:pPr marL="0" indent="0">
              <a:buNone/>
            </a:pPr>
            <a:r>
              <a:rPr lang="ja-JP" altLang="en-US" sz="4000">
                <a:ea typeface="ＭＳ Ｐゴシック"/>
              </a:rPr>
              <a:t>保険料率を下げるには</a:t>
            </a:r>
            <a:endParaRPr lang="en-US" altLang="ja-JP">
              <a:ea typeface="ＭＳ Ｐゴシック"/>
            </a:endParaRPr>
          </a:p>
          <a:p>
            <a:r>
              <a:rPr lang="ja-JP" sz="7200" b="1">
                <a:ea typeface="ＭＳ Ｐゴシック"/>
              </a:rPr>
              <a:t>医療費を下げる</a:t>
            </a:r>
            <a:endParaRPr lang="ja-JP" altLang="en-US" sz="7200" b="1">
              <a:ea typeface="ＭＳ Ｐゴシック"/>
            </a:endParaRPr>
          </a:p>
          <a:p>
            <a:r>
              <a:rPr lang="ja-JP" altLang="en-US" sz="7200" b="1">
                <a:ea typeface="ＭＳ Ｐゴシック"/>
              </a:rPr>
              <a:t>給料を増やす</a:t>
            </a:r>
            <a:endParaRPr lang="ja-JP"/>
          </a:p>
          <a:p>
            <a:pPr marL="0" indent="0">
              <a:buNone/>
            </a:pPr>
            <a:r>
              <a:rPr lang="ja-JP" altLang="en-US" sz="4000">
                <a:ea typeface="ＭＳ Ｐゴシック"/>
              </a:rPr>
              <a:t>のいずれかが必要</a:t>
            </a:r>
          </a:p>
        </p:txBody>
      </p:sp>
      <p:sp>
        <p:nvSpPr>
          <p:cNvPr id="2" name="Title 1">
            <a:extLst>
              <a:ext uri="{FF2B5EF4-FFF2-40B4-BE49-F238E27FC236}">
                <a16:creationId xmlns:a16="http://schemas.microsoft.com/office/drawing/2014/main" id="{8E6AF331-0234-6FC2-8A44-A14C3D83BF31}"/>
              </a:ext>
            </a:extLst>
          </p:cNvPr>
          <p:cNvSpPr>
            <a:spLocks noGrp="1"/>
          </p:cNvSpPr>
          <p:nvPr>
            <p:ph type="title"/>
          </p:nvPr>
        </p:nvSpPr>
        <p:spPr>
          <a:xfrm>
            <a:off x="54428" y="196397"/>
            <a:ext cx="10461172" cy="1423534"/>
          </a:xfrm>
        </p:spPr>
        <p:txBody>
          <a:bodyPr vert="horz" lIns="91440" tIns="45720" rIns="91440" bIns="45720" rtlCol="0" anchor="ctr">
            <a:noAutofit/>
          </a:bodyPr>
          <a:lstStyle/>
          <a:p>
            <a:r>
              <a:rPr lang="ja-JP" altLang="en-US" sz="2800">
                <a:solidFill>
                  <a:schemeClr val="tx1">
                    <a:lumMod val="49000"/>
                    <a:lumOff val="51000"/>
                  </a:schemeClr>
                </a:solidFill>
                <a:latin typeface="MS PGothic"/>
                <a:ea typeface="MS PGothic"/>
              </a:rPr>
              <a:t>大まかに</a:t>
            </a:r>
            <a:r>
              <a:rPr lang="ja-JP" sz="2800">
                <a:solidFill>
                  <a:schemeClr val="bg2">
                    <a:lumMod val="49000"/>
                  </a:schemeClr>
                </a:solidFill>
                <a:ea typeface="ＭＳ Ｐゴシック"/>
              </a:rPr>
              <a:t>まとめると</a:t>
            </a:r>
            <a:r>
              <a:rPr lang="en-US" altLang="ja-JP" sz="2000">
                <a:solidFill>
                  <a:schemeClr val="bg2">
                    <a:lumMod val="49000"/>
                  </a:schemeClr>
                </a:solidFill>
                <a:ea typeface="ＭＳ Ｐゴシック"/>
              </a:rPr>
              <a:t>※</a:t>
            </a:r>
            <a:br>
              <a:rPr lang="ja-JP" altLang="en-US" sz="4800" b="1">
                <a:ea typeface="ＭＳ Ｐゴシック"/>
              </a:rPr>
            </a:br>
            <a:r>
              <a:rPr lang="ja-JP" altLang="en-US" b="1">
                <a:solidFill>
                  <a:schemeClr val="bg2">
                    <a:lumMod val="49000"/>
                  </a:schemeClr>
                </a:solidFill>
                <a:ea typeface="ＭＳ Ｐゴシック"/>
              </a:rPr>
              <a:t>保険料率 </a:t>
            </a:r>
            <a:r>
              <a:rPr lang="en-US" altLang="ja-JP" b="1">
                <a:solidFill>
                  <a:schemeClr val="bg2">
                    <a:lumMod val="49000"/>
                  </a:schemeClr>
                </a:solidFill>
                <a:ea typeface="ＭＳ Ｐゴシック"/>
              </a:rPr>
              <a:t>×</a:t>
            </a:r>
            <a:r>
              <a:rPr lang="ja-JP" altLang="en-US" b="1">
                <a:solidFill>
                  <a:schemeClr val="bg2">
                    <a:lumMod val="49000"/>
                  </a:schemeClr>
                </a:solidFill>
                <a:ea typeface="ＭＳ Ｐゴシック"/>
              </a:rPr>
              <a:t> 給料</a:t>
            </a:r>
            <a:r>
              <a:rPr lang="en-US" altLang="ja-JP" b="1">
                <a:solidFill>
                  <a:schemeClr val="bg2">
                    <a:lumMod val="49000"/>
                  </a:schemeClr>
                </a:solidFill>
                <a:ea typeface="ＭＳ Ｐゴシック"/>
              </a:rPr>
              <a:t> </a:t>
            </a:r>
            <a:r>
              <a:rPr lang="en-US" altLang="ja-JP" b="1">
                <a:solidFill>
                  <a:schemeClr val="bg2">
                    <a:lumMod val="49000"/>
                  </a:schemeClr>
                </a:solidFill>
                <a:latin typeface="Aptos Display"/>
                <a:ea typeface="ＭＳ Ｐゴシック"/>
              </a:rPr>
              <a:t>≒</a:t>
            </a:r>
            <a:r>
              <a:rPr lang="ja-JP" altLang="en-US" b="1">
                <a:solidFill>
                  <a:schemeClr val="bg2">
                    <a:lumMod val="49000"/>
                  </a:schemeClr>
                </a:solidFill>
                <a:ea typeface="ＭＳ Ｐゴシック"/>
              </a:rPr>
              <a:t> 保険料 </a:t>
            </a:r>
            <a:r>
              <a:rPr lang="ja-JP" b="1">
                <a:solidFill>
                  <a:schemeClr val="bg2">
                    <a:lumMod val="49000"/>
                  </a:schemeClr>
                </a:solidFill>
                <a:latin typeface="Aptos"/>
                <a:ea typeface="ＭＳ Ｐゴシック"/>
              </a:rPr>
              <a:t>∝</a:t>
            </a:r>
            <a:r>
              <a:rPr lang="ja-JP" altLang="en-US">
                <a:solidFill>
                  <a:schemeClr val="bg2">
                    <a:lumMod val="49000"/>
                  </a:schemeClr>
                </a:solidFill>
                <a:ea typeface="ＭＳ Ｐゴシック"/>
              </a:rPr>
              <a:t> </a:t>
            </a:r>
            <a:r>
              <a:rPr lang="ja-JP" altLang="en-US" b="1">
                <a:solidFill>
                  <a:schemeClr val="bg2">
                    <a:lumMod val="49000"/>
                  </a:schemeClr>
                </a:solidFill>
                <a:ea typeface="ＭＳ Ｐゴシック"/>
              </a:rPr>
              <a:t>医療費</a:t>
            </a:r>
            <a:endParaRPr lang="en-US" altLang="ja-JP">
              <a:solidFill>
                <a:schemeClr val="bg2">
                  <a:lumMod val="49000"/>
                </a:schemeClr>
              </a:solidFill>
            </a:endParaRPr>
          </a:p>
        </p:txBody>
      </p:sp>
      <p:sp>
        <p:nvSpPr>
          <p:cNvPr id="28" name="TextBox 27">
            <a:extLst>
              <a:ext uri="{FF2B5EF4-FFF2-40B4-BE49-F238E27FC236}">
                <a16:creationId xmlns:a16="http://schemas.microsoft.com/office/drawing/2014/main" id="{100EE872-1A84-78CF-5200-D4172D275C9B}"/>
              </a:ext>
            </a:extLst>
          </p:cNvPr>
          <p:cNvSpPr txBox="1"/>
          <p:nvPr/>
        </p:nvSpPr>
        <p:spPr>
          <a:xfrm>
            <a:off x="3282042" y="4664528"/>
            <a:ext cx="149678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400" b="1" i="0" u="none" strike="noStrike" baseline="0">
                <a:solidFill>
                  <a:srgbClr val="7F7F7F"/>
                </a:solidFill>
                <a:ea typeface="Aptos Display"/>
              </a:rPr>
              <a:t>給料</a:t>
            </a:r>
            <a:endParaRPr lang="en-US">
              <a:solidFill>
                <a:srgbClr val="7F7F7F"/>
              </a:solidFill>
            </a:endParaRPr>
          </a:p>
          <a:p>
            <a:pPr algn="ctr"/>
            <a:endParaRPr lang="en-US">
              <a:solidFill>
                <a:srgbClr val="7F7F7F"/>
              </a:solidFill>
            </a:endParaRPr>
          </a:p>
        </p:txBody>
      </p:sp>
      <p:sp>
        <p:nvSpPr>
          <p:cNvPr id="34" name="TextBox 33">
            <a:extLst>
              <a:ext uri="{FF2B5EF4-FFF2-40B4-BE49-F238E27FC236}">
                <a16:creationId xmlns:a16="http://schemas.microsoft.com/office/drawing/2014/main" id="{435A76B1-8852-6B83-5D61-B7A734CCEBA5}"/>
              </a:ext>
            </a:extLst>
          </p:cNvPr>
          <p:cNvSpPr txBox="1"/>
          <p:nvPr/>
        </p:nvSpPr>
        <p:spPr>
          <a:xfrm>
            <a:off x="2890156" y="3761014"/>
            <a:ext cx="221524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400" b="1" i="0" u="none" strike="noStrike" baseline="0">
                <a:solidFill>
                  <a:srgbClr val="7F7F7F"/>
                </a:solidFill>
                <a:ea typeface="Aptos Display"/>
              </a:rPr>
              <a:t>医療費</a:t>
            </a:r>
            <a:endParaRPr lang="en-US">
              <a:solidFill>
                <a:srgbClr val="7F7F7F"/>
              </a:solidFill>
            </a:endParaRPr>
          </a:p>
          <a:p>
            <a:pPr algn="ctr"/>
            <a:endParaRPr lang="en-US">
              <a:solidFill>
                <a:srgbClr val="7F7F7F"/>
              </a:solidFill>
            </a:endParaRPr>
          </a:p>
        </p:txBody>
      </p:sp>
      <p:cxnSp>
        <p:nvCxnSpPr>
          <p:cNvPr id="36" name="Straight Arrow Connector 35">
            <a:extLst>
              <a:ext uri="{FF2B5EF4-FFF2-40B4-BE49-F238E27FC236}">
                <a16:creationId xmlns:a16="http://schemas.microsoft.com/office/drawing/2014/main" id="{95304711-5111-2786-6B38-BD13C5203DC8}"/>
              </a:ext>
            </a:extLst>
          </p:cNvPr>
          <p:cNvCxnSpPr/>
          <p:nvPr/>
        </p:nvCxnSpPr>
        <p:spPr>
          <a:xfrm flipV="1">
            <a:off x="3157639" y="4561526"/>
            <a:ext cx="1747068" cy="3797"/>
          </a:xfrm>
          <a:prstGeom prst="straightConnector1">
            <a:avLst/>
          </a:prstGeom>
          <a:ln w="571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F1E401A-1238-1247-F64B-FE4084EC6F2F}"/>
              </a:ext>
            </a:extLst>
          </p:cNvPr>
          <p:cNvSpPr txBox="1"/>
          <p:nvPr/>
        </p:nvSpPr>
        <p:spPr>
          <a:xfrm>
            <a:off x="54429" y="2400300"/>
            <a:ext cx="3886199"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4400" b="1" i="0" u="none" strike="noStrike" baseline="0">
                <a:solidFill>
                  <a:srgbClr val="7F7F7F"/>
                </a:solidFill>
                <a:ea typeface="Aptos Display"/>
              </a:rPr>
              <a:t>保険料率</a:t>
            </a:r>
            <a:r>
              <a:rPr lang="ja-JP" sz="4400" b="1">
                <a:solidFill>
                  <a:srgbClr val="7F7F7F"/>
                </a:solidFill>
                <a:latin typeface="Aptos"/>
                <a:ea typeface="Aptos Display"/>
              </a:rPr>
              <a:t> ≒</a:t>
            </a:r>
            <a:r>
              <a:rPr lang="ja-JP" altLang="en-US" sz="4400" b="1">
                <a:solidFill>
                  <a:srgbClr val="7F7F7F"/>
                </a:solidFill>
                <a:latin typeface="Aptos Display"/>
                <a:ea typeface="Aptos Display"/>
              </a:rPr>
              <a:t> </a:t>
            </a:r>
            <a:r>
              <a:rPr lang="ja-JP" altLang="en-US" sz="4400" b="1">
                <a:solidFill>
                  <a:srgbClr val="7F7F7F"/>
                </a:solidFill>
                <a:ea typeface="Aptos Display"/>
              </a:rPr>
              <a:t> </a:t>
            </a:r>
            <a:r>
              <a:rPr lang="ja-JP" sz="4400" b="1" i="0" u="none" strike="noStrike" baseline="0">
                <a:solidFill>
                  <a:srgbClr val="7F7F7F"/>
                </a:solidFill>
                <a:ea typeface="Aptos Display"/>
              </a:rPr>
              <a:t> </a:t>
            </a:r>
            <a:endParaRPr lang="en-US">
              <a:solidFill>
                <a:srgbClr val="7F7F7F"/>
              </a:solidFill>
            </a:endParaRPr>
          </a:p>
          <a:p>
            <a:pPr algn="ctr"/>
            <a:endParaRPr lang="en-US">
              <a:solidFill>
                <a:srgbClr val="7F7F7F"/>
              </a:solidFill>
            </a:endParaRPr>
          </a:p>
        </p:txBody>
      </p:sp>
      <p:sp>
        <p:nvSpPr>
          <p:cNvPr id="40" name="TextBox 39">
            <a:extLst>
              <a:ext uri="{FF2B5EF4-FFF2-40B4-BE49-F238E27FC236}">
                <a16:creationId xmlns:a16="http://schemas.microsoft.com/office/drawing/2014/main" id="{149C56E2-3323-25F5-147A-7692E677465D}"/>
              </a:ext>
            </a:extLst>
          </p:cNvPr>
          <p:cNvSpPr txBox="1"/>
          <p:nvPr/>
        </p:nvSpPr>
        <p:spPr>
          <a:xfrm>
            <a:off x="54429" y="1948543"/>
            <a:ext cx="203562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800">
                <a:solidFill>
                  <a:srgbClr val="7F7F7F"/>
                </a:solidFill>
                <a:ea typeface="ＭＳ Ｐゴシック"/>
              </a:rPr>
              <a:t>つ</a:t>
            </a:r>
            <a:r>
              <a:rPr lang="ja-JP" altLang="en-US" sz="2800">
                <a:solidFill>
                  <a:srgbClr val="7F7F7F"/>
                </a:solidFill>
                <a:ea typeface="ＭＳ Ｐゴシック"/>
              </a:rPr>
              <a:t>まり</a:t>
            </a:r>
            <a:endParaRPr lang="ja-JP" sz="2800">
              <a:solidFill>
                <a:srgbClr val="7F7F7F"/>
              </a:solidFill>
              <a:ea typeface="ＭＳ Ｐゴシック"/>
            </a:endParaRPr>
          </a:p>
        </p:txBody>
      </p:sp>
      <p:sp>
        <p:nvSpPr>
          <p:cNvPr id="42" name="TextBox 41">
            <a:extLst>
              <a:ext uri="{FF2B5EF4-FFF2-40B4-BE49-F238E27FC236}">
                <a16:creationId xmlns:a16="http://schemas.microsoft.com/office/drawing/2014/main" id="{CB8238B6-B42C-7C26-C66E-0A62983EB5A9}"/>
              </a:ext>
            </a:extLst>
          </p:cNvPr>
          <p:cNvSpPr txBox="1"/>
          <p:nvPr/>
        </p:nvSpPr>
        <p:spPr>
          <a:xfrm>
            <a:off x="3287485" y="2808513"/>
            <a:ext cx="149678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sz="4400" b="1" i="0" u="none" strike="noStrike" baseline="0">
                <a:solidFill>
                  <a:srgbClr val="7F7F7F"/>
                </a:solidFill>
                <a:ea typeface="Aptos Display"/>
              </a:rPr>
              <a:t>給料</a:t>
            </a:r>
            <a:endParaRPr lang="en-US">
              <a:solidFill>
                <a:srgbClr val="7F7F7F"/>
              </a:solidFill>
            </a:endParaRPr>
          </a:p>
          <a:p>
            <a:pPr algn="ctr"/>
            <a:endParaRPr lang="en-US">
              <a:solidFill>
                <a:srgbClr val="7F7F7F"/>
              </a:solidFill>
            </a:endParaRPr>
          </a:p>
        </p:txBody>
      </p:sp>
      <p:sp>
        <p:nvSpPr>
          <p:cNvPr id="44" name="TextBox 43">
            <a:extLst>
              <a:ext uri="{FF2B5EF4-FFF2-40B4-BE49-F238E27FC236}">
                <a16:creationId xmlns:a16="http://schemas.microsoft.com/office/drawing/2014/main" id="{4EA2A04C-D146-00E4-F050-3EF23CD36862}"/>
              </a:ext>
            </a:extLst>
          </p:cNvPr>
          <p:cNvSpPr txBox="1"/>
          <p:nvPr/>
        </p:nvSpPr>
        <p:spPr>
          <a:xfrm>
            <a:off x="2895599" y="1904999"/>
            <a:ext cx="221524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400" b="1">
                <a:solidFill>
                  <a:srgbClr val="7F7F7F"/>
                </a:solidFill>
                <a:latin typeface="Aptos Display"/>
              </a:rPr>
              <a:t>保険料</a:t>
            </a:r>
            <a:endParaRPr lang="en-US">
              <a:solidFill>
                <a:srgbClr val="7F7F7F"/>
              </a:solidFill>
            </a:endParaRPr>
          </a:p>
          <a:p>
            <a:pPr algn="ctr"/>
            <a:endParaRPr lang="en-US">
              <a:solidFill>
                <a:srgbClr val="7F7F7F"/>
              </a:solidFill>
            </a:endParaRPr>
          </a:p>
        </p:txBody>
      </p:sp>
      <p:cxnSp>
        <p:nvCxnSpPr>
          <p:cNvPr id="46" name="Straight Arrow Connector 45">
            <a:extLst>
              <a:ext uri="{FF2B5EF4-FFF2-40B4-BE49-F238E27FC236}">
                <a16:creationId xmlns:a16="http://schemas.microsoft.com/office/drawing/2014/main" id="{465B642C-A86E-E10E-9121-579C0F4FBD3C}"/>
              </a:ext>
            </a:extLst>
          </p:cNvPr>
          <p:cNvCxnSpPr>
            <a:cxnSpLocks/>
          </p:cNvCxnSpPr>
          <p:nvPr/>
        </p:nvCxnSpPr>
        <p:spPr>
          <a:xfrm flipV="1">
            <a:off x="3163082" y="2705511"/>
            <a:ext cx="1747068" cy="3797"/>
          </a:xfrm>
          <a:prstGeom prst="straightConnector1">
            <a:avLst/>
          </a:prstGeom>
          <a:ln w="5715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704FDA67-15B8-BE4A-ABF3-09FB2C4129E8}"/>
              </a:ext>
            </a:extLst>
          </p:cNvPr>
          <p:cNvSpPr txBox="1"/>
          <p:nvPr/>
        </p:nvSpPr>
        <p:spPr>
          <a:xfrm>
            <a:off x="2465615" y="4283528"/>
            <a:ext cx="84908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4400" b="1" i="0" u="none" strike="noStrike" baseline="0">
                <a:solidFill>
                  <a:srgbClr val="7F7F7F"/>
                </a:solidFill>
                <a:ea typeface="Aptos"/>
              </a:rPr>
              <a:t>∝</a:t>
            </a:r>
            <a:endParaRPr lang="en-US">
              <a:solidFill>
                <a:srgbClr val="7F7F7F"/>
              </a:solidFill>
            </a:endParaRPr>
          </a:p>
          <a:p>
            <a:pPr algn="ctr"/>
            <a:endParaRPr lang="en-US">
              <a:solidFill>
                <a:srgbClr val="7F7F7F"/>
              </a:solidFill>
            </a:endParaRPr>
          </a:p>
        </p:txBody>
      </p:sp>
      <p:sp>
        <p:nvSpPr>
          <p:cNvPr id="50" name="TextBox 49">
            <a:extLst>
              <a:ext uri="{FF2B5EF4-FFF2-40B4-BE49-F238E27FC236}">
                <a16:creationId xmlns:a16="http://schemas.microsoft.com/office/drawing/2014/main" id="{70FCD93F-1D7F-9D15-18E6-B1E790DEE727}"/>
              </a:ext>
            </a:extLst>
          </p:cNvPr>
          <p:cNvSpPr txBox="1"/>
          <p:nvPr/>
        </p:nvSpPr>
        <p:spPr>
          <a:xfrm>
            <a:off x="54429" y="6019800"/>
            <a:ext cx="9285514" cy="9925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400" b="1" i="0" u="none" strike="noStrike" baseline="0">
                <a:solidFill>
                  <a:schemeClr val="bg2">
                    <a:lumMod val="49000"/>
                  </a:schemeClr>
                </a:solidFill>
                <a:ea typeface="Aptos Display"/>
              </a:rPr>
              <a:t>∝</a:t>
            </a:r>
            <a:r>
              <a:rPr lang="ja-JP" altLang="en-US" sz="2400" b="1">
                <a:solidFill>
                  <a:schemeClr val="bg2">
                    <a:lumMod val="49000"/>
                  </a:schemeClr>
                </a:solidFill>
                <a:ea typeface="Aptos Display"/>
              </a:rPr>
              <a:t>：比例</a:t>
            </a:r>
            <a:endParaRPr lang="ja-JP" altLang="en-US" sz="2400" b="1">
              <a:solidFill>
                <a:schemeClr val="bg2">
                  <a:lumMod val="49000"/>
                </a:schemeClr>
              </a:solidFill>
              <a:ea typeface="ＭＳ Ｐゴシック"/>
            </a:endParaRPr>
          </a:p>
          <a:p>
            <a:r>
              <a:rPr lang="en-US" altLang="ja-JP" sz="2400" b="1">
                <a:solidFill>
                  <a:srgbClr val="727272"/>
                </a:solidFill>
                <a:latin typeface="ＭＳ Ｐゴシック"/>
                <a:ea typeface="ＭＳ Ｐゴシック"/>
              </a:rPr>
              <a:t>※：</a:t>
            </a:r>
            <a:r>
              <a:rPr lang="en-US" altLang="ja-JP" sz="2400" b="1" err="1">
                <a:solidFill>
                  <a:srgbClr val="727272"/>
                </a:solidFill>
                <a:latin typeface="ＭＳ Ｐゴシック"/>
                <a:ea typeface="ＭＳ Ｐゴシック"/>
              </a:rPr>
              <a:t>厳密には</a:t>
            </a:r>
            <a:r>
              <a:rPr lang="en-US" altLang="ja-JP" sz="2400" b="1" err="1">
                <a:solidFill>
                  <a:srgbClr val="727272"/>
                </a:solidFill>
                <a:latin typeface="ＭＳ Ｐゴシック"/>
                <a:ea typeface="ＭＳ Ｐゴシック"/>
                <a:cs typeface="+mn-lt"/>
              </a:rPr>
              <a:t>年齢差や所得差</a:t>
            </a:r>
            <a:r>
              <a:rPr lang="en-US" altLang="ja-JP" sz="2400" b="1" err="1">
                <a:solidFill>
                  <a:srgbClr val="727272"/>
                </a:solidFill>
                <a:latin typeface="ＭＳ Ｐゴシック"/>
                <a:ea typeface="ＭＳ Ｐゴシック"/>
              </a:rPr>
              <a:t>による補正が</a:t>
            </a:r>
            <a:r>
              <a:rPr lang="en-US" altLang="ja-JP" sz="2400" b="1">
                <a:solidFill>
                  <a:srgbClr val="727272"/>
                </a:solidFill>
                <a:latin typeface="ＭＳ Ｐゴシック"/>
                <a:ea typeface="ＭＳ Ｐゴシック"/>
              </a:rPr>
              <a:t>入る</a:t>
            </a:r>
            <a:endParaRPr lang="ja-JP" sz="2400" b="1">
              <a:solidFill>
                <a:srgbClr val="727272"/>
              </a:solidFill>
              <a:latin typeface="ＭＳ Ｐゴシック"/>
              <a:ea typeface="ＭＳ Ｐゴシック"/>
            </a:endParaRPr>
          </a:p>
          <a:p>
            <a:pPr algn="ctr"/>
            <a:endParaRPr lang="en-US" sz="1050">
              <a:solidFill>
                <a:schemeClr val="bg2">
                  <a:lumMod val="49000"/>
                </a:schemeClr>
              </a:solidFill>
            </a:endParaRPr>
          </a:p>
        </p:txBody>
      </p:sp>
    </p:spTree>
    <p:extLst>
      <p:ext uri="{BB962C8B-B14F-4D97-AF65-F5344CB8AC3E}">
        <p14:creationId xmlns:p14="http://schemas.microsoft.com/office/powerpoint/2010/main" val="1340849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C28E-A319-BB7C-AAA5-6CC217140131}"/>
              </a:ext>
            </a:extLst>
          </p:cNvPr>
          <p:cNvSpPr>
            <a:spLocks noGrp="1"/>
          </p:cNvSpPr>
          <p:nvPr>
            <p:ph type="title"/>
          </p:nvPr>
        </p:nvSpPr>
        <p:spPr/>
        <p:txBody>
          <a:bodyPr>
            <a:normAutofit/>
          </a:bodyPr>
          <a:lstStyle/>
          <a:p>
            <a:r>
              <a:rPr lang="ja-JP" altLang="en-US" b="1">
                <a:latin typeface="Aptos Display"/>
                <a:ea typeface="ＭＳ Ｐゴシック"/>
              </a:rPr>
              <a:t>医療費を下げるアクション</a:t>
            </a:r>
            <a:endParaRPr lang="en-US" b="1" err="1">
              <a:ea typeface="ＭＳ Ｐゴシック"/>
            </a:endParaRPr>
          </a:p>
        </p:txBody>
      </p:sp>
      <p:sp>
        <p:nvSpPr>
          <p:cNvPr id="3" name="Content Placeholder 2">
            <a:extLst>
              <a:ext uri="{FF2B5EF4-FFF2-40B4-BE49-F238E27FC236}">
                <a16:creationId xmlns:a16="http://schemas.microsoft.com/office/drawing/2014/main" id="{B934C871-BCEA-39C1-ED05-75ED771B28AB}"/>
              </a:ext>
            </a:extLst>
          </p:cNvPr>
          <p:cNvSpPr>
            <a:spLocks noGrp="1"/>
          </p:cNvSpPr>
          <p:nvPr>
            <p:ph idx="1"/>
          </p:nvPr>
        </p:nvSpPr>
        <p:spPr>
          <a:xfrm>
            <a:off x="838200" y="1825625"/>
            <a:ext cx="5780315" cy="2212296"/>
          </a:xfrm>
        </p:spPr>
        <p:txBody>
          <a:bodyPr vert="horz" lIns="91440" tIns="45720" rIns="91440" bIns="45720" rtlCol="0" anchor="t">
            <a:normAutofit/>
          </a:bodyPr>
          <a:lstStyle/>
          <a:p>
            <a:r>
              <a:rPr lang="ja-JP" altLang="en-US" sz="3200">
                <a:ea typeface="ＭＳ Ｐゴシック"/>
              </a:rPr>
              <a:t>病気になる前の対処が効果的</a:t>
            </a:r>
            <a:endParaRPr lang="en-US" altLang="ja-JP"/>
          </a:p>
          <a:p>
            <a:r>
              <a:rPr lang="ja-JP" altLang="en-US" sz="3200">
                <a:ea typeface="ＭＳ Ｐゴシック"/>
              </a:rPr>
              <a:t>そのために、</a:t>
            </a:r>
            <a:r>
              <a:rPr lang="ja-JP" altLang="en-US" sz="3200" b="1">
                <a:latin typeface="Aptos"/>
                <a:ea typeface="ＭＳ Ｐゴシック"/>
              </a:rPr>
              <a:t>健康診断</a:t>
            </a:r>
            <a:r>
              <a:rPr lang="ja-JP" altLang="en-US" sz="3200">
                <a:latin typeface="Aptos"/>
                <a:ea typeface="ＭＳ Ｐゴシック"/>
              </a:rPr>
              <a:t>が重要</a:t>
            </a:r>
          </a:p>
          <a:p>
            <a:r>
              <a:rPr lang="ja-JP" altLang="en-US" sz="3200">
                <a:latin typeface="Aptos"/>
                <a:ea typeface="ＭＳ Ｐゴシック"/>
              </a:rPr>
              <a:t>特に、</a:t>
            </a:r>
            <a:r>
              <a:rPr lang="ja-JP" altLang="en-US" sz="3200" b="1">
                <a:latin typeface="Aptos"/>
                <a:ea typeface="ＭＳ Ｐゴシック"/>
              </a:rPr>
              <a:t>特定健診</a:t>
            </a:r>
            <a:r>
              <a:rPr lang="ja-JP" altLang="en-US" sz="3200">
                <a:latin typeface="Aptos"/>
                <a:ea typeface="ＭＳ Ｐゴシック"/>
              </a:rPr>
              <a:t>の効果が</a:t>
            </a:r>
            <a:br>
              <a:rPr lang="ja-JP" altLang="en-US" sz="3200">
                <a:latin typeface="Aptos"/>
                <a:ea typeface="ＭＳ Ｐゴシック"/>
              </a:rPr>
            </a:br>
            <a:r>
              <a:rPr lang="ja-JP" altLang="en-US" sz="3200">
                <a:latin typeface="Aptos"/>
                <a:ea typeface="ＭＳ Ｐゴシック"/>
              </a:rPr>
              <a:t>注目されている</a:t>
            </a:r>
            <a:endParaRPr lang="ja-JP" altLang="en-US" sz="3200">
              <a:ea typeface="ＭＳ Ｐゴシック"/>
            </a:endParaRPr>
          </a:p>
        </p:txBody>
      </p:sp>
      <p:pic>
        <p:nvPicPr>
          <p:cNvPr id="4" name="Picture 3" descr="特定健診による生活習慣病の予防効果を、累計30万人規模の医療ビッグデータを用いて検証">
            <a:extLst>
              <a:ext uri="{FF2B5EF4-FFF2-40B4-BE49-F238E27FC236}">
                <a16:creationId xmlns:a16="http://schemas.microsoft.com/office/drawing/2014/main" id="{F3C4F45E-3A1D-A187-3E3A-A119C8DBEBE3}"/>
              </a:ext>
            </a:extLst>
          </p:cNvPr>
          <p:cNvPicPr>
            <a:picLocks noChangeAspect="1"/>
          </p:cNvPicPr>
          <p:nvPr/>
        </p:nvPicPr>
        <p:blipFill>
          <a:blip r:embed="rId2"/>
          <a:stretch>
            <a:fillRect/>
          </a:stretch>
        </p:blipFill>
        <p:spPr>
          <a:xfrm>
            <a:off x="6672943" y="1694366"/>
            <a:ext cx="5437413" cy="3469267"/>
          </a:xfrm>
          <a:prstGeom prst="rect">
            <a:avLst/>
          </a:prstGeom>
        </p:spPr>
      </p:pic>
      <p:sp>
        <p:nvSpPr>
          <p:cNvPr id="6" name="Content Placeholder 2">
            <a:extLst>
              <a:ext uri="{FF2B5EF4-FFF2-40B4-BE49-F238E27FC236}">
                <a16:creationId xmlns:a16="http://schemas.microsoft.com/office/drawing/2014/main" id="{0184C7FA-7E4D-4540-DC2D-B2D7C054AC65}"/>
              </a:ext>
            </a:extLst>
          </p:cNvPr>
          <p:cNvSpPr txBox="1">
            <a:spLocks/>
          </p:cNvSpPr>
          <p:nvPr/>
        </p:nvSpPr>
        <p:spPr>
          <a:xfrm>
            <a:off x="6672943" y="5085897"/>
            <a:ext cx="5780315"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sz="2400">
              <a:ea typeface="ＭＳ Ｐゴシック"/>
            </a:endParaRPr>
          </a:p>
        </p:txBody>
      </p:sp>
      <p:sp>
        <p:nvSpPr>
          <p:cNvPr id="7" name="TextBox 6">
            <a:extLst>
              <a:ext uri="{FF2B5EF4-FFF2-40B4-BE49-F238E27FC236}">
                <a16:creationId xmlns:a16="http://schemas.microsoft.com/office/drawing/2014/main" id="{5A172890-1BEC-070E-7719-CC20388C25A8}"/>
              </a:ext>
            </a:extLst>
          </p:cNvPr>
          <p:cNvSpPr txBox="1"/>
          <p:nvPr/>
        </p:nvSpPr>
        <p:spPr>
          <a:xfrm>
            <a:off x="6618514" y="5165271"/>
            <a:ext cx="5573486"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2000">
                <a:latin typeface="ＭＳ Ｐゴシック"/>
                <a:ea typeface="ＭＳ Ｐゴシック"/>
              </a:rPr>
              <a:t>特定健診</a:t>
            </a:r>
            <a:r>
              <a:rPr lang="ja-JP" altLang="en-US" sz="2000">
                <a:ea typeface="ＭＳ Ｐゴシック"/>
              </a:rPr>
              <a:t>の有無によって、</a:t>
            </a:r>
            <a:br>
              <a:rPr lang="ja-JP" altLang="en-US" sz="2000">
                <a:ea typeface="ＭＳ Ｐゴシック"/>
              </a:rPr>
            </a:br>
            <a:r>
              <a:rPr lang="ja-JP" altLang="en-US" sz="2000">
                <a:ea typeface="ＭＳ Ｐゴシック"/>
              </a:rPr>
              <a:t>高血圧および糖尿病の発症割合が低下</a:t>
            </a:r>
            <a:endParaRPr lang="en-US"/>
          </a:p>
          <a:p>
            <a:r>
              <a:rPr lang="ja-JP" altLang="en-US" sz="1400">
                <a:ea typeface="+mn-lt"/>
                <a:cs typeface="+mn-lt"/>
              </a:rPr>
              <a:t>竹内正人ら</a:t>
            </a:r>
            <a:r>
              <a:rPr lang="en-US" altLang="ja-JP" sz="1400">
                <a:ea typeface="+mn-lt"/>
                <a:cs typeface="+mn-lt"/>
              </a:rPr>
              <a:t>.</a:t>
            </a:r>
            <a:r>
              <a:rPr lang="ja-JP" altLang="en-US" sz="1400">
                <a:ea typeface="+mn-lt"/>
                <a:cs typeface="+mn-lt"/>
              </a:rPr>
              <a:t> “</a:t>
            </a:r>
            <a:r>
              <a:rPr lang="ja-JP" sz="1400">
                <a:ea typeface="+mn-lt"/>
                <a:cs typeface="+mn-lt"/>
              </a:rPr>
              <a:t>特定健診による生活習慣病の予防効果を、累計30万人規模の医療ビッグデータを用いて検証</a:t>
            </a:r>
            <a:r>
              <a:rPr lang="ja-JP" altLang="en-US" sz="1400">
                <a:ea typeface="+mn-lt"/>
                <a:cs typeface="+mn-lt"/>
              </a:rPr>
              <a:t>”</a:t>
            </a:r>
            <a:r>
              <a:rPr lang="en-US" altLang="ja-JP" sz="1400">
                <a:ea typeface="ＭＳ Ｐゴシック"/>
                <a:cs typeface="+mn-lt"/>
              </a:rPr>
              <a:t>.</a:t>
            </a:r>
            <a:r>
              <a:rPr lang="en-US" altLang="ja-JP" sz="1400">
                <a:ea typeface="ＭＳ Ｐゴシック"/>
              </a:rPr>
              <a:t> </a:t>
            </a:r>
            <a:r>
              <a:rPr lang="en-US" altLang="ja-JP" sz="1400" err="1">
                <a:ea typeface="ＭＳ Ｐゴシック"/>
                <a:cs typeface="+mn-lt"/>
              </a:rPr>
              <a:t>東京理科大学</a:t>
            </a:r>
            <a:r>
              <a:rPr lang="en-US" altLang="ja-JP" sz="1400">
                <a:ea typeface="ＭＳ Ｐゴシック"/>
                <a:cs typeface="+mn-lt"/>
              </a:rPr>
              <a:t>. 2024. </a:t>
            </a:r>
            <a:r>
              <a:rPr lang="ja-JP" altLang="en-US" sz="1400">
                <a:ea typeface="ＭＳ Ｐゴシック"/>
                <a:cs typeface="+mn-lt"/>
              </a:rPr>
              <a:t> </a:t>
            </a:r>
            <a:r>
              <a:rPr lang="ja-JP" sz="1400">
                <a:ea typeface="+mn-lt"/>
                <a:cs typeface="+mn-lt"/>
                <a:hlinkClick r:id="rId3"/>
              </a:rPr>
              <a:t>https://www.tus.ac.jp/today/archive/20241226_8253.html</a:t>
            </a:r>
            <a:r>
              <a:rPr lang="ja-JP" sz="1400">
                <a:ea typeface="+mn-lt"/>
                <a:cs typeface="+mn-lt"/>
              </a:rPr>
              <a:t> ,</a:t>
            </a:r>
            <a:r>
              <a:rPr lang="en-US" altLang="ja-JP" sz="1400">
                <a:ea typeface="+mn-lt"/>
                <a:cs typeface="+mn-lt"/>
              </a:rPr>
              <a:t>(2026-07-14)</a:t>
            </a:r>
            <a:endParaRPr lang="ja-JP" sz="1400">
              <a:ea typeface="ＭＳ Ｐゴシック"/>
            </a:endParaRPr>
          </a:p>
          <a:p>
            <a:endParaRPr lang="ja-JP" altLang="en-US" sz="2000">
              <a:ea typeface="ＭＳ Ｐゴシック"/>
            </a:endParaRPr>
          </a:p>
        </p:txBody>
      </p:sp>
    </p:spTree>
    <p:extLst>
      <p:ext uri="{BB962C8B-B14F-4D97-AF65-F5344CB8AC3E}">
        <p14:creationId xmlns:p14="http://schemas.microsoft.com/office/powerpoint/2010/main" val="294387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12AC7-F54B-6903-5577-F360BA59BDF7}"/>
              </a:ext>
            </a:extLst>
          </p:cNvPr>
          <p:cNvSpPr>
            <a:spLocks noGrp="1"/>
          </p:cNvSpPr>
          <p:nvPr>
            <p:ph type="title"/>
          </p:nvPr>
        </p:nvSpPr>
        <p:spPr/>
        <p:txBody>
          <a:bodyPr>
            <a:normAutofit/>
          </a:bodyPr>
          <a:lstStyle/>
          <a:p>
            <a:r>
              <a:rPr lang="ja-JP">
                <a:latin typeface="ＭＳ Ｐゴシック"/>
                <a:ea typeface="ＭＳ Ｐゴシック"/>
              </a:rPr>
              <a:t>特定健診</a:t>
            </a:r>
            <a:endParaRPr lang="en-US"/>
          </a:p>
        </p:txBody>
      </p:sp>
      <p:sp>
        <p:nvSpPr>
          <p:cNvPr id="3" name="Content Placeholder 2">
            <a:extLst>
              <a:ext uri="{FF2B5EF4-FFF2-40B4-BE49-F238E27FC236}">
                <a16:creationId xmlns:a16="http://schemas.microsoft.com/office/drawing/2014/main" id="{4203CB16-8771-5CCA-86F8-01DE420C530D}"/>
              </a:ext>
            </a:extLst>
          </p:cNvPr>
          <p:cNvSpPr>
            <a:spLocks noGrp="1"/>
          </p:cNvSpPr>
          <p:nvPr>
            <p:ph idx="1"/>
          </p:nvPr>
        </p:nvSpPr>
        <p:spPr/>
        <p:txBody>
          <a:bodyPr vert="horz" lIns="91440" tIns="45720" rIns="91440" bIns="45720" rtlCol="0" anchor="t">
            <a:normAutofit/>
          </a:bodyPr>
          <a:lstStyle/>
          <a:p>
            <a:r>
              <a:rPr lang="ja-JP" altLang="en-US">
                <a:ea typeface="+mn-lt"/>
                <a:cs typeface="+mn-lt"/>
              </a:rPr>
              <a:t>通称：メタボ健診</a:t>
            </a:r>
          </a:p>
          <a:p>
            <a:r>
              <a:rPr lang="ja-JP">
                <a:ea typeface="+mn-lt"/>
                <a:cs typeface="+mn-lt"/>
              </a:rPr>
              <a:t>糖尿病</a:t>
            </a:r>
            <a:r>
              <a:rPr lang="ja-JP" altLang="en-US">
                <a:ea typeface="+mn-lt"/>
                <a:cs typeface="+mn-lt"/>
              </a:rPr>
              <a:t>、</a:t>
            </a:r>
            <a:r>
              <a:rPr lang="ja-JP">
                <a:ea typeface="+mn-lt"/>
                <a:cs typeface="+mn-lt"/>
              </a:rPr>
              <a:t>高血圧</a:t>
            </a:r>
            <a:r>
              <a:rPr lang="ja-JP" altLang="en-US">
                <a:ea typeface="+mn-lt"/>
                <a:cs typeface="+mn-lt"/>
              </a:rPr>
              <a:t>、</a:t>
            </a:r>
            <a:r>
              <a:rPr lang="ja-JP">
                <a:ea typeface="+mn-lt"/>
                <a:cs typeface="+mn-lt"/>
              </a:rPr>
              <a:t>高脂血症などを検出</a:t>
            </a:r>
          </a:p>
          <a:p>
            <a:r>
              <a:rPr lang="ja-JP" altLang="en-US">
                <a:ea typeface="+mn-lt"/>
                <a:cs typeface="+mn-lt"/>
              </a:rPr>
              <a:t>検出後は</a:t>
            </a:r>
            <a:r>
              <a:rPr lang="ja-JP">
                <a:ea typeface="+mn-lt"/>
                <a:cs typeface="+mn-lt"/>
              </a:rPr>
              <a:t>生活習慣</a:t>
            </a:r>
            <a:r>
              <a:rPr lang="ja-JP" altLang="en-US">
                <a:ea typeface="+mn-lt"/>
                <a:cs typeface="+mn-lt"/>
              </a:rPr>
              <a:t>の</a:t>
            </a:r>
            <a:r>
              <a:rPr lang="ja-JP">
                <a:ea typeface="+mn-lt"/>
                <a:cs typeface="+mn-lt"/>
              </a:rPr>
              <a:t>見直しを</a:t>
            </a:r>
            <a:r>
              <a:rPr lang="ja-JP" altLang="en-US">
                <a:ea typeface="+mn-lt"/>
                <a:cs typeface="+mn-lt"/>
              </a:rPr>
              <a:t>促す</a:t>
            </a:r>
          </a:p>
        </p:txBody>
      </p:sp>
    </p:spTree>
    <p:extLst>
      <p:ext uri="{BB962C8B-B14F-4D97-AF65-F5344CB8AC3E}">
        <p14:creationId xmlns:p14="http://schemas.microsoft.com/office/powerpoint/2010/main" val="4081672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E48AF-BA22-3225-8D49-19EA03C841D3}"/>
            </a:ext>
          </a:extLst>
        </p:cNvPr>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D081C71B-246D-EBD8-A85D-4543702CF923}"/>
              </a:ext>
            </a:extLst>
          </p:cNvPr>
          <p:cNvSpPr txBox="1"/>
          <p:nvPr/>
        </p:nvSpPr>
        <p:spPr>
          <a:xfrm>
            <a:off x="-55516" y="6278881"/>
            <a:ext cx="6329316" cy="430887"/>
          </a:xfrm>
          <a:prstGeom prst="rect">
            <a:avLst/>
          </a:prstGeom>
          <a:noFill/>
        </p:spPr>
        <p:txBody>
          <a:bodyPr wrap="square" lIns="91440" tIns="45720" rIns="91440" bIns="45720" rtlCol="0" anchor="t">
            <a:spAutoFit/>
          </a:bodyPr>
          <a:lstStyle/>
          <a:p>
            <a:r>
              <a:rPr kumimoji="1" lang="en-US" altLang="ja-JP" sz="1100">
                <a:solidFill>
                  <a:schemeClr val="tx1">
                    <a:lumMod val="65000"/>
                    <a:lumOff val="35000"/>
                  </a:schemeClr>
                </a:solidFill>
              </a:rPr>
              <a:t>※1 </a:t>
            </a:r>
            <a:r>
              <a:rPr kumimoji="1" lang="ja-JP" altLang="en-US" sz="1100">
                <a:solidFill>
                  <a:schemeClr val="tx1">
                    <a:lumMod val="65000"/>
                    <a:lumOff val="35000"/>
                  </a:schemeClr>
                </a:solidFill>
              </a:rPr>
              <a:t>令和</a:t>
            </a:r>
            <a:r>
              <a:rPr lang="en-US" altLang="ja-JP" sz="1100">
                <a:solidFill>
                  <a:schemeClr val="tx1">
                    <a:lumMod val="65000"/>
                    <a:lumOff val="35000"/>
                  </a:schemeClr>
                </a:solidFill>
              </a:rPr>
              <a:t>2</a:t>
            </a:r>
            <a:r>
              <a:rPr kumimoji="1" lang="ja-JP" altLang="en-US" sz="1100">
                <a:solidFill>
                  <a:schemeClr val="tx1">
                    <a:lumMod val="65000"/>
                    <a:lumOff val="35000"/>
                  </a:schemeClr>
                </a:solidFill>
              </a:rPr>
              <a:t>年～</a:t>
            </a:r>
            <a:r>
              <a:rPr kumimoji="1" lang="en-US" altLang="ja-JP" sz="1100">
                <a:solidFill>
                  <a:schemeClr val="tx1">
                    <a:lumMod val="65000"/>
                    <a:lumOff val="35000"/>
                  </a:schemeClr>
                </a:solidFill>
              </a:rPr>
              <a:t>4</a:t>
            </a:r>
            <a:r>
              <a:rPr kumimoji="1" lang="ja-JP" altLang="en-US" sz="1100">
                <a:solidFill>
                  <a:schemeClr val="tx1">
                    <a:lumMod val="65000"/>
                    <a:lumOff val="35000"/>
                  </a:schemeClr>
                </a:solidFill>
              </a:rPr>
              <a:t>年データの単回帰分析による</a:t>
            </a:r>
            <a:endParaRPr kumimoji="1" lang="en-US" altLang="ja-JP" sz="1100">
              <a:solidFill>
                <a:schemeClr val="tx1">
                  <a:lumMod val="65000"/>
                  <a:lumOff val="35000"/>
                </a:schemeClr>
              </a:solidFill>
            </a:endParaRPr>
          </a:p>
          <a:p>
            <a:r>
              <a:rPr kumimoji="1" lang="en-US" altLang="ja-JP" sz="1100">
                <a:solidFill>
                  <a:schemeClr val="tx1">
                    <a:lumMod val="65000"/>
                    <a:lumOff val="35000"/>
                  </a:schemeClr>
                </a:solidFill>
                <a:ea typeface="ＭＳ Ｐゴシック"/>
              </a:rPr>
              <a:t>※2 p</a:t>
            </a:r>
            <a:r>
              <a:rPr kumimoji="1" lang="ja-JP" altLang="en-US" sz="1100">
                <a:solidFill>
                  <a:schemeClr val="tx1">
                    <a:lumMod val="65000"/>
                    <a:lumOff val="35000"/>
                  </a:schemeClr>
                </a:solidFill>
                <a:ea typeface="ＭＳ Ｐゴシック"/>
              </a:rPr>
              <a:t>値は</a:t>
            </a:r>
            <a:r>
              <a:rPr kumimoji="1" lang="en-US" altLang="ja-JP" sz="1100">
                <a:solidFill>
                  <a:schemeClr val="tx1">
                    <a:lumMod val="65000"/>
                    <a:lumOff val="35000"/>
                  </a:schemeClr>
                </a:solidFill>
                <a:ea typeface="ＭＳ Ｐゴシック"/>
              </a:rPr>
              <a:t>0.0009</a:t>
            </a:r>
            <a:r>
              <a:rPr kumimoji="1" lang="ja-JP" altLang="en-US" sz="1100">
                <a:solidFill>
                  <a:schemeClr val="tx1">
                    <a:lumMod val="65000"/>
                    <a:lumOff val="35000"/>
                  </a:schemeClr>
                </a:solidFill>
                <a:ea typeface="ＭＳ Ｐゴシック"/>
              </a:rPr>
              <a:t>と</a:t>
            </a:r>
            <a:r>
              <a:rPr lang="ja-JP" altLang="en-US" sz="1100">
                <a:solidFill>
                  <a:schemeClr val="tx1">
                    <a:lumMod val="65000"/>
                    <a:lumOff val="35000"/>
                  </a:schemeClr>
                </a:solidFill>
                <a:ea typeface="ＭＳ Ｐゴシック"/>
              </a:rPr>
              <a:t>有意</a:t>
            </a:r>
            <a:r>
              <a:rPr lang="ja-JP" sz="1100">
                <a:solidFill>
                  <a:schemeClr val="tx1">
                    <a:lumMod val="65000"/>
                    <a:lumOff val="35000"/>
                  </a:schemeClr>
                </a:solidFill>
                <a:ea typeface="ＭＳ Ｐゴシック"/>
              </a:rPr>
              <a:t>な一方</a:t>
            </a:r>
            <a:r>
              <a:rPr kumimoji="1" lang="ja-JP" altLang="en-US" sz="1100">
                <a:solidFill>
                  <a:schemeClr val="tx1">
                    <a:lumMod val="65000"/>
                    <a:lumOff val="35000"/>
                  </a:schemeClr>
                </a:solidFill>
                <a:ea typeface="ＭＳ Ｐゴシック"/>
              </a:rPr>
              <a:t>、因果関係を保証するものではない</a:t>
            </a:r>
            <a:endParaRPr lang="ja-JP" altLang="en-US" sz="1100">
              <a:solidFill>
                <a:schemeClr val="tx1">
                  <a:lumMod val="65000"/>
                  <a:lumOff val="35000"/>
                </a:schemeClr>
              </a:solidFill>
              <a:ea typeface="ＭＳ Ｐゴシック"/>
            </a:endParaRPr>
          </a:p>
        </p:txBody>
      </p:sp>
      <p:sp>
        <p:nvSpPr>
          <p:cNvPr id="3" name="コンテンツ プレースホルダー 2">
            <a:extLst>
              <a:ext uri="{FF2B5EF4-FFF2-40B4-BE49-F238E27FC236}">
                <a16:creationId xmlns:a16="http://schemas.microsoft.com/office/drawing/2014/main" id="{6DAA5608-679A-79A0-D327-6986AB3B4F5E}"/>
              </a:ext>
            </a:extLst>
          </p:cNvPr>
          <p:cNvSpPr>
            <a:spLocks noGrp="1"/>
          </p:cNvSpPr>
          <p:nvPr>
            <p:ph idx="1"/>
          </p:nvPr>
        </p:nvSpPr>
        <p:spPr>
          <a:xfrm>
            <a:off x="6212840" y="1845945"/>
            <a:ext cx="5979160" cy="4351338"/>
          </a:xfrm>
        </p:spPr>
        <p:txBody>
          <a:bodyPr vert="horz" lIns="91440" tIns="45720" rIns="91440" bIns="45720" rtlCol="0" anchor="t">
            <a:normAutofit/>
          </a:bodyPr>
          <a:lstStyle/>
          <a:p>
            <a:pPr marL="0" indent="0">
              <a:buNone/>
            </a:pPr>
            <a:r>
              <a:rPr lang="ja-JP" altLang="en-US">
                <a:ea typeface="ＭＳ Ｐゴシック"/>
              </a:rPr>
              <a:t>都道府県の</a:t>
            </a:r>
            <a:br>
              <a:rPr lang="ja-JP" altLang="en-US">
                <a:ea typeface="ＭＳ Ｐゴシック"/>
              </a:rPr>
            </a:br>
            <a:r>
              <a:rPr lang="ja-JP" altLang="en-US" b="1">
                <a:ea typeface="ＭＳ Ｐゴシック"/>
              </a:rPr>
              <a:t>特定健診受診率</a:t>
            </a:r>
            <a:r>
              <a:rPr lang="ja-JP" altLang="en-US">
                <a:ea typeface="ＭＳ Ｐゴシック"/>
              </a:rPr>
              <a:t>が</a:t>
            </a:r>
            <a:r>
              <a:rPr lang="en-US" altLang="ja-JP" b="1">
                <a:ea typeface="ＭＳ Ｐゴシック"/>
              </a:rPr>
              <a:t>10%</a:t>
            </a:r>
            <a:r>
              <a:rPr lang="ja-JP" altLang="en-US">
                <a:ea typeface="ＭＳ Ｐゴシック"/>
              </a:rPr>
              <a:t>高いと</a:t>
            </a:r>
            <a:br>
              <a:rPr lang="en-US" altLang="ja-JP"/>
            </a:br>
            <a:r>
              <a:rPr lang="ja-JP" altLang="en-US">
                <a:ea typeface="ＭＳ Ｐゴシック"/>
              </a:rPr>
              <a:t>協会けんぽの</a:t>
            </a:r>
            <a:r>
              <a:rPr lang="ja-JP" altLang="en-US" b="1">
                <a:ea typeface="ＭＳ Ｐゴシック"/>
              </a:rPr>
              <a:t>保険料率</a:t>
            </a:r>
            <a:r>
              <a:rPr lang="ja-JP" altLang="en-US">
                <a:ea typeface="ＭＳ Ｐゴシック"/>
              </a:rPr>
              <a:t>が</a:t>
            </a:r>
            <a:br>
              <a:rPr lang="en-US" altLang="ja-JP"/>
            </a:br>
            <a:r>
              <a:rPr lang="ja-JP" altLang="en-US" sz="5400" b="1">
                <a:solidFill>
                  <a:schemeClr val="tx2">
                    <a:lumMod val="50000"/>
                    <a:lumOff val="50000"/>
                  </a:schemeClr>
                </a:solidFill>
                <a:ea typeface="ＭＳ Ｐゴシック"/>
              </a:rPr>
              <a:t>約</a:t>
            </a:r>
            <a:r>
              <a:rPr lang="en-US" altLang="ja-JP" sz="9600" b="1">
                <a:solidFill>
                  <a:schemeClr val="tx2">
                    <a:lumMod val="50000"/>
                    <a:lumOff val="50000"/>
                  </a:schemeClr>
                </a:solidFill>
                <a:ea typeface="ＭＳ Ｐゴシック"/>
              </a:rPr>
              <a:t>0.1</a:t>
            </a:r>
            <a:r>
              <a:rPr lang="en-US" sz="9600" b="1">
                <a:solidFill>
                  <a:schemeClr val="tx2">
                    <a:lumMod val="50000"/>
                    <a:lumOff val="50000"/>
                  </a:schemeClr>
                </a:solidFill>
                <a:ea typeface="ＭＳ Ｐゴシック"/>
              </a:rPr>
              <a:t>1</a:t>
            </a:r>
            <a:r>
              <a:rPr lang="en-US" altLang="ja-JP" sz="5400" b="1">
                <a:solidFill>
                  <a:schemeClr val="tx2">
                    <a:lumMod val="50000"/>
                    <a:lumOff val="50000"/>
                  </a:schemeClr>
                </a:solidFill>
                <a:ea typeface="ＭＳ Ｐゴシック"/>
              </a:rPr>
              <a:t>%</a:t>
            </a:r>
            <a:r>
              <a:rPr lang="ja-JP" altLang="en-US" sz="5400" b="1">
                <a:solidFill>
                  <a:schemeClr val="tx2">
                    <a:lumMod val="50000"/>
                    <a:lumOff val="50000"/>
                  </a:schemeClr>
                </a:solidFill>
                <a:ea typeface="ＭＳ Ｐゴシック"/>
              </a:rPr>
              <a:t>少ない</a:t>
            </a:r>
            <a:br>
              <a:rPr lang="en-US" altLang="ja-JP" sz="5400" b="1"/>
            </a:br>
            <a:r>
              <a:rPr lang="en-US" altLang="ja-JP" sz="2000">
                <a:solidFill>
                  <a:schemeClr val="tx1">
                    <a:lumMod val="65000"/>
                    <a:lumOff val="35000"/>
                  </a:schemeClr>
                </a:solidFill>
                <a:ea typeface="ＭＳ Ｐゴシック"/>
              </a:rPr>
              <a:t>※1 ※2</a:t>
            </a:r>
            <a:endParaRPr lang="ja-JP" altLang="en-US" sz="5400" b="1">
              <a:solidFill>
                <a:schemeClr val="tx1">
                  <a:lumMod val="65000"/>
                  <a:lumOff val="35000"/>
                </a:schemeClr>
              </a:solidFill>
              <a:ea typeface="ＭＳ Ｐゴシック"/>
            </a:endParaRPr>
          </a:p>
        </p:txBody>
      </p:sp>
      <p:pic>
        <p:nvPicPr>
          <p:cNvPr id="4" name="図 3" descr="The graph depicts a regression line illustrating the relationship between observed values and subsequent insurance premium rates, with specific rates plotted for various health examination percentages.&#10;&#10;AI 生成コンテンツは誤りを含む可能性があります。">
            <a:extLst>
              <a:ext uri="{FF2B5EF4-FFF2-40B4-BE49-F238E27FC236}">
                <a16:creationId xmlns:a16="http://schemas.microsoft.com/office/drawing/2014/main" id="{D6901E55-3733-D441-202D-B9C73F378D89}"/>
              </a:ext>
            </a:extLst>
          </p:cNvPr>
          <p:cNvPicPr>
            <a:picLocks noChangeAspect="1"/>
          </p:cNvPicPr>
          <p:nvPr/>
        </p:nvPicPr>
        <p:blipFill>
          <a:blip r:embed="rId2"/>
          <a:stretch>
            <a:fillRect/>
          </a:stretch>
        </p:blipFill>
        <p:spPr>
          <a:xfrm>
            <a:off x="1041180" y="966031"/>
            <a:ext cx="5169164" cy="5231569"/>
          </a:xfrm>
          <a:prstGeom prst="rect">
            <a:avLst/>
          </a:prstGeom>
        </p:spPr>
      </p:pic>
      <p:pic>
        <p:nvPicPr>
          <p:cNvPr id="6" name="Picture 5">
            <a:extLst>
              <a:ext uri="{FF2B5EF4-FFF2-40B4-BE49-F238E27FC236}">
                <a16:creationId xmlns:a16="http://schemas.microsoft.com/office/drawing/2014/main" id="{D2CD8F3D-85F3-CCA1-657C-8A30CA1959B0}"/>
              </a:ext>
            </a:extLst>
          </p:cNvPr>
          <p:cNvPicPr>
            <a:picLocks noChangeAspect="1"/>
          </p:cNvPicPr>
          <p:nvPr/>
        </p:nvPicPr>
        <p:blipFill>
          <a:blip r:embed="rId3"/>
          <a:srcRect l="33352" t="33352" r="33352" b="33352"/>
          <a:stretch>
            <a:fillRect/>
          </a:stretch>
        </p:blipFill>
        <p:spPr>
          <a:xfrm>
            <a:off x="10439401" y="5876410"/>
            <a:ext cx="1686560" cy="947180"/>
          </a:xfrm>
          <a:prstGeom prst="rect">
            <a:avLst/>
          </a:prstGeom>
        </p:spPr>
      </p:pic>
      <p:sp>
        <p:nvSpPr>
          <p:cNvPr id="5" name="Title 1">
            <a:extLst>
              <a:ext uri="{FF2B5EF4-FFF2-40B4-BE49-F238E27FC236}">
                <a16:creationId xmlns:a16="http://schemas.microsoft.com/office/drawing/2014/main" id="{8EEB02C6-DA52-FE66-0375-11599B9D2F3F}"/>
              </a:ext>
            </a:extLst>
          </p:cNvPr>
          <p:cNvSpPr>
            <a:spLocks noGrp="1"/>
          </p:cNvSpPr>
          <p:nvPr>
            <p:ph type="title"/>
          </p:nvPr>
        </p:nvSpPr>
        <p:spPr>
          <a:xfrm>
            <a:off x="838200" y="60325"/>
            <a:ext cx="10515600" cy="1325563"/>
          </a:xfrm>
        </p:spPr>
        <p:txBody>
          <a:bodyPr vert="horz" lIns="91440" tIns="45720" rIns="91440" bIns="45720" rtlCol="0" anchor="ctr">
            <a:noAutofit/>
          </a:bodyPr>
          <a:lstStyle/>
          <a:p>
            <a:r>
              <a:rPr lang="ja-JP" sz="4000" b="1">
                <a:latin typeface="ＭＳ Ｐゴシック"/>
                <a:ea typeface="ＭＳ Ｐゴシック"/>
              </a:rPr>
              <a:t>特定健診</a:t>
            </a:r>
            <a:r>
              <a:rPr lang="ja-JP" sz="4000" b="1">
                <a:ea typeface="ＭＳ Ｐゴシック"/>
              </a:rPr>
              <a:t>受診率が高いと、</a:t>
            </a:r>
            <a:r>
              <a:rPr lang="ja-JP" altLang="en-US" b="1">
                <a:ea typeface="ＭＳ Ｐゴシック"/>
              </a:rPr>
              <a:t>保険料率が低い</a:t>
            </a:r>
            <a:endParaRPr lang="en-US" altLang="ja-JP">
              <a:ea typeface="ＭＳ Ｐゴシック"/>
            </a:endParaRPr>
          </a:p>
        </p:txBody>
      </p:sp>
    </p:spTree>
    <p:extLst>
      <p:ext uri="{BB962C8B-B14F-4D97-AF65-F5344CB8AC3E}">
        <p14:creationId xmlns:p14="http://schemas.microsoft.com/office/powerpoint/2010/main" val="3719430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FCFB8-4A2E-7DB1-FC5D-D55C8D085416}"/>
            </a:ext>
          </a:extLst>
        </p:cNvPr>
        <p:cNvGrpSpPr/>
        <p:nvPr/>
      </p:nvGrpSpPr>
      <p:grpSpPr>
        <a:xfrm>
          <a:off x="0" y="0"/>
          <a:ext cx="0" cy="0"/>
          <a:chOff x="0" y="0"/>
          <a:chExt cx="0" cy="0"/>
        </a:xfrm>
      </p:grpSpPr>
      <p:pic>
        <p:nvPicPr>
          <p:cNvPr id="18" name="図 17" descr="The graph shows a regression line plotting the per capita gross product of a prefecture against the specific screening rates, with values ranging from 40% to 75% in the y-axis, and per capita gross product values from 300,000 to 750,000 yen in the x-axis.&#10;&#10;AI 生成コンテンツは誤りを含む可能性があります。">
            <a:extLst>
              <a:ext uri="{FF2B5EF4-FFF2-40B4-BE49-F238E27FC236}">
                <a16:creationId xmlns:a16="http://schemas.microsoft.com/office/drawing/2014/main" id="{7AA2DB6C-6D90-210F-524F-60A417F28989}"/>
              </a:ext>
            </a:extLst>
          </p:cNvPr>
          <p:cNvPicPr>
            <a:picLocks noChangeAspect="1"/>
          </p:cNvPicPr>
          <p:nvPr/>
        </p:nvPicPr>
        <p:blipFill>
          <a:blip r:embed="rId2"/>
          <a:stretch>
            <a:fillRect/>
          </a:stretch>
        </p:blipFill>
        <p:spPr>
          <a:xfrm>
            <a:off x="837304" y="1068427"/>
            <a:ext cx="5876454" cy="5053655"/>
          </a:xfrm>
          <a:prstGeom prst="rect">
            <a:avLst/>
          </a:prstGeom>
        </p:spPr>
      </p:pic>
      <p:sp>
        <p:nvSpPr>
          <p:cNvPr id="10" name="テキスト ボックス 9">
            <a:extLst>
              <a:ext uri="{FF2B5EF4-FFF2-40B4-BE49-F238E27FC236}">
                <a16:creationId xmlns:a16="http://schemas.microsoft.com/office/drawing/2014/main" id="{94BC08ED-14BC-FF07-5D0A-EC920EDF70AA}"/>
              </a:ext>
            </a:extLst>
          </p:cNvPr>
          <p:cNvSpPr txBox="1"/>
          <p:nvPr/>
        </p:nvSpPr>
        <p:spPr>
          <a:xfrm>
            <a:off x="-55516" y="6127525"/>
            <a:ext cx="6329316" cy="769441"/>
          </a:xfrm>
          <a:prstGeom prst="rect">
            <a:avLst/>
          </a:prstGeom>
          <a:noFill/>
        </p:spPr>
        <p:txBody>
          <a:bodyPr wrap="square" lIns="91440" tIns="45720" rIns="91440" bIns="45720" rtlCol="0" anchor="t">
            <a:spAutoFit/>
          </a:bodyPr>
          <a:lstStyle/>
          <a:p>
            <a:r>
              <a:rPr kumimoji="1" lang="en-US" altLang="ja-JP" sz="1100">
                <a:solidFill>
                  <a:schemeClr val="tx1">
                    <a:lumMod val="65000"/>
                    <a:lumOff val="35000"/>
                  </a:schemeClr>
                </a:solidFill>
                <a:ea typeface="ＭＳ Ｐゴシック"/>
              </a:rPr>
              <a:t>※1 </a:t>
            </a:r>
            <a:r>
              <a:rPr lang="en-US" altLang="ja-JP" sz="1100">
                <a:solidFill>
                  <a:schemeClr val="tx1">
                    <a:lumMod val="65000"/>
                    <a:lumOff val="35000"/>
                  </a:schemeClr>
                </a:solidFill>
                <a:ea typeface="ＭＳ Ｐゴシック"/>
              </a:rPr>
              <a:t>「</a:t>
            </a:r>
            <a:r>
              <a:rPr lang="en-US" altLang="ja-JP" sz="1100" err="1">
                <a:solidFill>
                  <a:schemeClr val="tx1">
                    <a:lumMod val="65000"/>
                    <a:lumOff val="35000"/>
                  </a:schemeClr>
                </a:solidFill>
                <a:ea typeface="ＭＳ Ｐゴシック"/>
              </a:rPr>
              <a:t>単年度の県民一人あたり県内総生産」を「県民の生産性」とみなす</a:t>
            </a:r>
            <a:endParaRPr lang="en-US" altLang="ja-JP" sz="1100">
              <a:solidFill>
                <a:schemeClr val="tx1">
                  <a:lumMod val="65000"/>
                  <a:lumOff val="35000"/>
                </a:schemeClr>
              </a:solidFill>
              <a:ea typeface="ＭＳ Ｐゴシック"/>
            </a:endParaRPr>
          </a:p>
          <a:p>
            <a:r>
              <a:rPr lang="ja-JP" altLang="en-US" sz="1100">
                <a:solidFill>
                  <a:schemeClr val="tx1">
                    <a:lumMod val="65000"/>
                    <a:lumOff val="35000"/>
                  </a:schemeClr>
                </a:solidFill>
                <a:ea typeface="ＭＳ Ｐゴシック"/>
              </a:rPr>
              <a:t>※2 グラフは</a:t>
            </a:r>
            <a:r>
              <a:rPr kumimoji="1" lang="ja-JP" altLang="en-US" sz="1100">
                <a:solidFill>
                  <a:schemeClr val="tx1">
                    <a:lumMod val="65000"/>
                    <a:lumOff val="35000"/>
                  </a:schemeClr>
                </a:solidFill>
                <a:ea typeface="ＭＳ Ｐゴシック"/>
              </a:rPr>
              <a:t>令和</a:t>
            </a:r>
            <a:r>
              <a:rPr lang="en-US" altLang="ja-JP" sz="1100">
                <a:solidFill>
                  <a:schemeClr val="tx1">
                    <a:lumMod val="65000"/>
                    <a:lumOff val="35000"/>
                  </a:schemeClr>
                </a:solidFill>
                <a:ea typeface="ＭＳ Ｐゴシック"/>
              </a:rPr>
              <a:t>2</a:t>
            </a:r>
            <a:r>
              <a:rPr kumimoji="1" lang="ja-JP" altLang="en-US" sz="1100">
                <a:solidFill>
                  <a:schemeClr val="tx1">
                    <a:lumMod val="65000"/>
                    <a:lumOff val="35000"/>
                  </a:schemeClr>
                </a:solidFill>
                <a:ea typeface="ＭＳ Ｐゴシック"/>
              </a:rPr>
              <a:t>年～</a:t>
            </a:r>
            <a:r>
              <a:rPr kumimoji="1" lang="en-US" altLang="ja-JP" sz="1100">
                <a:solidFill>
                  <a:schemeClr val="tx1">
                    <a:lumMod val="65000"/>
                    <a:lumOff val="35000"/>
                  </a:schemeClr>
                </a:solidFill>
                <a:ea typeface="ＭＳ Ｐゴシック"/>
              </a:rPr>
              <a:t>4</a:t>
            </a:r>
            <a:r>
              <a:rPr kumimoji="1" lang="ja-JP" altLang="en-US" sz="1100">
                <a:solidFill>
                  <a:schemeClr val="tx1">
                    <a:lumMod val="65000"/>
                    <a:lumOff val="35000"/>
                  </a:schemeClr>
                </a:solidFill>
                <a:ea typeface="ＭＳ Ｐゴシック"/>
              </a:rPr>
              <a:t>年データの単回帰分析による</a:t>
            </a:r>
            <a:endParaRPr lang="en-US" altLang="ja-JP" sz="1100">
              <a:solidFill>
                <a:schemeClr val="tx1">
                  <a:lumMod val="65000"/>
                  <a:lumOff val="35000"/>
                </a:schemeClr>
              </a:solidFill>
              <a:ea typeface="ＭＳ Ｐゴシック"/>
            </a:endParaRPr>
          </a:p>
          <a:p>
            <a:r>
              <a:rPr lang="en-US" altLang="ja-JP" sz="1100">
                <a:solidFill>
                  <a:schemeClr val="tx1">
                    <a:lumMod val="65000"/>
                    <a:lumOff val="35000"/>
                  </a:schemeClr>
                </a:solidFill>
                <a:ea typeface="ＭＳ Ｐゴシック"/>
              </a:rPr>
              <a:t>※3 </a:t>
            </a:r>
            <a:r>
              <a:rPr kumimoji="1" lang="ja-JP" altLang="en-US" sz="1100">
                <a:solidFill>
                  <a:schemeClr val="tx1">
                    <a:lumMod val="65000"/>
                    <a:lumOff val="35000"/>
                  </a:schemeClr>
                </a:solidFill>
                <a:ea typeface="ＭＳ Ｐゴシック"/>
              </a:rPr>
              <a:t>東京都は本社が集中しており、経済的特性が他自治体と異なる</a:t>
            </a:r>
            <a:r>
              <a:rPr lang="ja-JP" altLang="en-US" sz="1100">
                <a:solidFill>
                  <a:schemeClr val="tx1">
                    <a:lumMod val="65000"/>
                    <a:lumOff val="35000"/>
                  </a:schemeClr>
                </a:solidFill>
                <a:ea typeface="ＭＳ Ｐゴシック"/>
              </a:rPr>
              <a:t>ものとして</a:t>
            </a:r>
            <a:r>
              <a:rPr kumimoji="1" lang="ja-JP" altLang="en-US" sz="1100">
                <a:solidFill>
                  <a:schemeClr val="tx1">
                    <a:lumMod val="65000"/>
                    <a:lumOff val="35000"/>
                  </a:schemeClr>
                </a:solidFill>
                <a:ea typeface="ＭＳ Ｐゴシック"/>
              </a:rPr>
              <a:t>、除外して分析</a:t>
            </a:r>
            <a:endParaRPr kumimoji="1" lang="en-US" altLang="ja-JP" sz="1100">
              <a:solidFill>
                <a:schemeClr val="tx1">
                  <a:lumMod val="65000"/>
                  <a:lumOff val="35000"/>
                </a:schemeClr>
              </a:solidFill>
              <a:ea typeface="ＭＳ Ｐゴシック"/>
            </a:endParaRPr>
          </a:p>
          <a:p>
            <a:r>
              <a:rPr kumimoji="1" lang="en-US" altLang="ja-JP" sz="1100">
                <a:solidFill>
                  <a:schemeClr val="tx1">
                    <a:lumMod val="65000"/>
                    <a:lumOff val="35000"/>
                  </a:schemeClr>
                </a:solidFill>
                <a:ea typeface="ＭＳ Ｐゴシック"/>
              </a:rPr>
              <a:t>※</a:t>
            </a:r>
            <a:r>
              <a:rPr lang="en-US" altLang="ja-JP" sz="1100">
                <a:solidFill>
                  <a:schemeClr val="tx1">
                    <a:lumMod val="65000"/>
                    <a:lumOff val="35000"/>
                  </a:schemeClr>
                </a:solidFill>
                <a:ea typeface="ＭＳ Ｐゴシック"/>
              </a:rPr>
              <a:t>4</a:t>
            </a:r>
            <a:r>
              <a:rPr kumimoji="1" lang="en-US" altLang="ja-JP" sz="1100">
                <a:solidFill>
                  <a:schemeClr val="tx1">
                    <a:lumMod val="65000"/>
                    <a:lumOff val="35000"/>
                  </a:schemeClr>
                </a:solidFill>
                <a:ea typeface="ＭＳ Ｐゴシック"/>
              </a:rPr>
              <a:t> p</a:t>
            </a:r>
            <a:r>
              <a:rPr kumimoji="1" lang="ja-JP" altLang="en-US" sz="1100">
                <a:solidFill>
                  <a:schemeClr val="tx1">
                    <a:lumMod val="65000"/>
                    <a:lumOff val="35000"/>
                  </a:schemeClr>
                </a:solidFill>
                <a:ea typeface="ＭＳ Ｐゴシック"/>
              </a:rPr>
              <a:t>値は</a:t>
            </a:r>
            <a:r>
              <a:rPr kumimoji="1" lang="en-US" altLang="ja-JP" sz="1100">
                <a:solidFill>
                  <a:schemeClr val="tx1">
                    <a:lumMod val="65000"/>
                    <a:lumOff val="35000"/>
                  </a:schemeClr>
                </a:solidFill>
                <a:ea typeface="ＭＳ Ｐゴシック"/>
              </a:rPr>
              <a:t>0.0048</a:t>
            </a:r>
            <a:r>
              <a:rPr kumimoji="1" lang="ja-JP" altLang="en-US" sz="1100">
                <a:solidFill>
                  <a:schemeClr val="tx1">
                    <a:lumMod val="65000"/>
                    <a:lumOff val="35000"/>
                  </a:schemeClr>
                </a:solidFill>
                <a:ea typeface="ＭＳ Ｐゴシック"/>
              </a:rPr>
              <a:t>と有意</a:t>
            </a:r>
            <a:r>
              <a:rPr lang="ja-JP" altLang="en-US" sz="1100">
                <a:solidFill>
                  <a:schemeClr val="tx1">
                    <a:lumMod val="65000"/>
                    <a:lumOff val="35000"/>
                  </a:schemeClr>
                </a:solidFill>
                <a:ea typeface="ＭＳ Ｐゴシック"/>
              </a:rPr>
              <a:t>な一方</a:t>
            </a:r>
            <a:r>
              <a:rPr kumimoji="1" lang="ja-JP" altLang="en-US" sz="1100">
                <a:solidFill>
                  <a:schemeClr val="tx1">
                    <a:lumMod val="65000"/>
                    <a:lumOff val="35000"/>
                  </a:schemeClr>
                </a:solidFill>
                <a:ea typeface="ＭＳ Ｐゴシック"/>
              </a:rPr>
              <a:t>、因果関係を保証するものではない</a:t>
            </a:r>
            <a:endParaRPr lang="ja-JP" altLang="en-US" sz="1100">
              <a:solidFill>
                <a:schemeClr val="tx1">
                  <a:lumMod val="65000"/>
                  <a:lumOff val="35000"/>
                </a:schemeClr>
              </a:solidFill>
              <a:ea typeface="ＭＳ Ｐゴシック"/>
            </a:endParaRPr>
          </a:p>
        </p:txBody>
      </p:sp>
      <p:sp>
        <p:nvSpPr>
          <p:cNvPr id="3" name="コンテンツ プレースホルダー 2">
            <a:extLst>
              <a:ext uri="{FF2B5EF4-FFF2-40B4-BE49-F238E27FC236}">
                <a16:creationId xmlns:a16="http://schemas.microsoft.com/office/drawing/2014/main" id="{CBF4AE0D-CF4F-60DF-80F3-E754644DC760}"/>
              </a:ext>
            </a:extLst>
          </p:cNvPr>
          <p:cNvSpPr>
            <a:spLocks noGrp="1"/>
          </p:cNvSpPr>
          <p:nvPr>
            <p:ph idx="1"/>
          </p:nvPr>
        </p:nvSpPr>
        <p:spPr>
          <a:xfrm>
            <a:off x="6617849" y="1845945"/>
            <a:ext cx="5977905" cy="4351338"/>
          </a:xfrm>
        </p:spPr>
        <p:txBody>
          <a:bodyPr vert="horz" lIns="91440" tIns="45720" rIns="91440" bIns="45720" rtlCol="0" anchor="t">
            <a:normAutofit/>
          </a:bodyPr>
          <a:lstStyle/>
          <a:p>
            <a:pPr marL="0" indent="0">
              <a:buNone/>
            </a:pPr>
            <a:r>
              <a:rPr lang="ja-JP">
                <a:ea typeface="ＭＳ Ｐゴシック"/>
              </a:rPr>
              <a:t>都道府県の</a:t>
            </a:r>
            <a:br>
              <a:rPr lang="ja-JP" altLang="en-US">
                <a:ea typeface="ＭＳ Ｐゴシック"/>
              </a:rPr>
            </a:br>
            <a:r>
              <a:rPr lang="ja-JP" altLang="en-US" b="1">
                <a:ea typeface="ＭＳ Ｐゴシック"/>
              </a:rPr>
              <a:t>特定健診受診率</a:t>
            </a:r>
            <a:r>
              <a:rPr lang="ja-JP" altLang="en-US">
                <a:ea typeface="ＭＳ Ｐゴシック"/>
              </a:rPr>
              <a:t>が</a:t>
            </a:r>
            <a:r>
              <a:rPr lang="en-US" altLang="ja-JP" b="1">
                <a:ea typeface="ＭＳ Ｐゴシック"/>
              </a:rPr>
              <a:t>10%</a:t>
            </a:r>
            <a:r>
              <a:rPr lang="ja-JP" altLang="en-US">
                <a:ea typeface="ＭＳ Ｐゴシック"/>
              </a:rPr>
              <a:t>高いと</a:t>
            </a:r>
            <a:br>
              <a:rPr lang="en-US" altLang="ja-JP"/>
            </a:br>
            <a:r>
              <a:rPr lang="ja-JP" altLang="en-US" b="1">
                <a:latin typeface="Aptos"/>
                <a:ea typeface="+mn-lt"/>
                <a:cs typeface="+mn-lt"/>
              </a:rPr>
              <a:t>県民</a:t>
            </a:r>
            <a:r>
              <a:rPr lang="ja-JP" altLang="en-US" b="1">
                <a:latin typeface="Aptos"/>
                <a:ea typeface="ＭＳ Ｐゴシック"/>
                <a:cs typeface="+mn-lt"/>
              </a:rPr>
              <a:t>の生産</a:t>
            </a:r>
            <a:r>
              <a:rPr lang="ja-JP" altLang="en-US" b="1">
                <a:latin typeface="Aptos"/>
                <a:ea typeface="ＭＳ Ｐゴシック"/>
              </a:rPr>
              <a:t>性</a:t>
            </a:r>
            <a:r>
              <a:rPr lang="ja-JP" altLang="en-US" sz="1800">
                <a:solidFill>
                  <a:schemeClr val="tx1">
                    <a:lumMod val="65000"/>
                    <a:lumOff val="35000"/>
                  </a:schemeClr>
                </a:solidFill>
                <a:ea typeface="ＭＳ Ｐゴシック"/>
              </a:rPr>
              <a:t>※1</a:t>
            </a:r>
            <a:r>
              <a:rPr lang="ja-JP" altLang="en-US">
                <a:ea typeface="ＭＳ Ｐゴシック"/>
              </a:rPr>
              <a:t>が</a:t>
            </a:r>
            <a:br>
              <a:rPr lang="en-US" altLang="ja-JP"/>
            </a:br>
            <a:r>
              <a:rPr lang="ja-JP" altLang="en-US" sz="4800" b="1">
                <a:solidFill>
                  <a:schemeClr val="tx2">
                    <a:lumMod val="50000"/>
                    <a:lumOff val="50000"/>
                  </a:schemeClr>
                </a:solidFill>
                <a:ea typeface="ＭＳ Ｐゴシック"/>
              </a:rPr>
              <a:t>約</a:t>
            </a:r>
            <a:r>
              <a:rPr lang="en-US" altLang="ja-JP" sz="9600" b="1">
                <a:solidFill>
                  <a:schemeClr val="tx2">
                    <a:lumMod val="50000"/>
                    <a:lumOff val="50000"/>
                  </a:schemeClr>
                </a:solidFill>
                <a:ea typeface="ＭＳ Ｐゴシック"/>
              </a:rPr>
              <a:t>20</a:t>
            </a:r>
            <a:r>
              <a:rPr lang="ja-JP" altLang="en-US" sz="4800" b="1">
                <a:solidFill>
                  <a:schemeClr val="tx2">
                    <a:lumMod val="50000"/>
                    <a:lumOff val="50000"/>
                  </a:schemeClr>
                </a:solidFill>
                <a:ea typeface="ＭＳ Ｐゴシック"/>
              </a:rPr>
              <a:t>万円分 高い</a:t>
            </a:r>
            <a:br>
              <a:rPr lang="en-US" altLang="ja-JP" sz="5400" b="1"/>
            </a:br>
            <a:r>
              <a:rPr lang="en-US" altLang="ja-JP" sz="2000">
                <a:solidFill>
                  <a:schemeClr val="tx1">
                    <a:lumMod val="65000"/>
                    <a:lumOff val="35000"/>
                  </a:schemeClr>
                </a:solidFill>
                <a:ea typeface="ＭＳ Ｐゴシック"/>
              </a:rPr>
              <a:t>※2 ※3</a:t>
            </a:r>
            <a:r>
              <a:rPr lang="ja-JP" altLang="en-US" sz="900">
                <a:solidFill>
                  <a:schemeClr val="tx1">
                    <a:lumMod val="65000"/>
                    <a:lumOff val="35000"/>
                  </a:schemeClr>
                </a:solidFill>
                <a:ea typeface="ＭＳ Ｐゴシック"/>
              </a:rPr>
              <a:t> </a:t>
            </a:r>
            <a:r>
              <a:rPr lang="en-US" altLang="ja-JP" sz="2000">
                <a:solidFill>
                  <a:schemeClr val="tx1">
                    <a:lumMod val="65000"/>
                    <a:lumOff val="35000"/>
                  </a:schemeClr>
                </a:solidFill>
                <a:ea typeface="ＭＳ Ｐゴシック"/>
              </a:rPr>
              <a:t>※4</a:t>
            </a:r>
            <a:endParaRPr lang="ja-JP" altLang="en-US" sz="5400" b="1">
              <a:solidFill>
                <a:schemeClr val="tx1">
                  <a:lumMod val="65000"/>
                  <a:lumOff val="35000"/>
                </a:schemeClr>
              </a:solidFill>
              <a:ea typeface="ＭＳ Ｐゴシック"/>
            </a:endParaRPr>
          </a:p>
        </p:txBody>
      </p:sp>
      <p:pic>
        <p:nvPicPr>
          <p:cNvPr id="20" name="Picture 5">
            <a:extLst>
              <a:ext uri="{FF2B5EF4-FFF2-40B4-BE49-F238E27FC236}">
                <a16:creationId xmlns:a16="http://schemas.microsoft.com/office/drawing/2014/main" id="{6153DD58-2DD8-021A-352C-DF11928FA2D8}"/>
              </a:ext>
            </a:extLst>
          </p:cNvPr>
          <p:cNvPicPr>
            <a:picLocks noChangeAspect="1"/>
          </p:cNvPicPr>
          <p:nvPr/>
        </p:nvPicPr>
        <p:blipFill>
          <a:blip r:embed="rId3"/>
          <a:srcRect l="33352" t="33352" r="33352" b="33352"/>
          <a:stretch>
            <a:fillRect/>
          </a:stretch>
        </p:blipFill>
        <p:spPr>
          <a:xfrm>
            <a:off x="10439401" y="5876410"/>
            <a:ext cx="1686560" cy="947180"/>
          </a:xfrm>
          <a:prstGeom prst="rect">
            <a:avLst/>
          </a:prstGeom>
        </p:spPr>
      </p:pic>
      <p:sp>
        <p:nvSpPr>
          <p:cNvPr id="4" name="Title 1">
            <a:extLst>
              <a:ext uri="{FF2B5EF4-FFF2-40B4-BE49-F238E27FC236}">
                <a16:creationId xmlns:a16="http://schemas.microsoft.com/office/drawing/2014/main" id="{3A159DC6-3A30-1138-033B-21040968D237}"/>
              </a:ext>
            </a:extLst>
          </p:cNvPr>
          <p:cNvSpPr>
            <a:spLocks noGrp="1"/>
          </p:cNvSpPr>
          <p:nvPr>
            <p:ph type="title"/>
          </p:nvPr>
        </p:nvSpPr>
        <p:spPr>
          <a:xfrm>
            <a:off x="838200" y="60325"/>
            <a:ext cx="11288486" cy="1325563"/>
          </a:xfrm>
        </p:spPr>
        <p:txBody>
          <a:bodyPr vert="horz" lIns="91440" tIns="45720" rIns="91440" bIns="45720" rtlCol="0" anchor="ctr">
            <a:noAutofit/>
          </a:bodyPr>
          <a:lstStyle/>
          <a:p>
            <a:r>
              <a:rPr lang="ja-JP" sz="4000" b="1">
                <a:latin typeface="ＭＳ Ｐゴシック"/>
                <a:ea typeface="ＭＳ Ｐゴシック"/>
              </a:rPr>
              <a:t>特定健診</a:t>
            </a:r>
            <a:r>
              <a:rPr lang="ja-JP" altLang="en-US" sz="4000" b="1">
                <a:ea typeface="ＭＳ Ｐゴシック"/>
              </a:rPr>
              <a:t>受診率が高いと、生産性が高い</a:t>
            </a:r>
            <a:endParaRPr lang="en-US"/>
          </a:p>
        </p:txBody>
      </p:sp>
    </p:spTree>
    <p:extLst>
      <p:ext uri="{BB962C8B-B14F-4D97-AF65-F5344CB8AC3E}">
        <p14:creationId xmlns:p14="http://schemas.microsoft.com/office/powerpoint/2010/main" val="2123073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14B5B-39CF-DABB-A109-1DCC6E24D7A3}"/>
              </a:ext>
            </a:extLst>
          </p:cNvPr>
          <p:cNvSpPr>
            <a:spLocks noGrp="1"/>
          </p:cNvSpPr>
          <p:nvPr>
            <p:ph type="title"/>
          </p:nvPr>
        </p:nvSpPr>
        <p:spPr>
          <a:xfrm>
            <a:off x="1246414" y="365125"/>
            <a:ext cx="10891157" cy="1347334"/>
          </a:xfrm>
        </p:spPr>
        <p:txBody>
          <a:bodyPr>
            <a:normAutofit/>
          </a:bodyPr>
          <a:lstStyle/>
          <a:p>
            <a:r>
              <a:rPr lang="ja-JP" altLang="en-US" sz="2800">
                <a:ea typeface="ＭＳ Ｐゴシック"/>
              </a:rPr>
              <a:t>支部が担当する</a:t>
            </a:r>
            <a:r>
              <a:rPr lang="ja-JP" sz="2800">
                <a:ea typeface="ＭＳ Ｐゴシック"/>
              </a:rPr>
              <a:t>都道府県</a:t>
            </a:r>
            <a:r>
              <a:rPr lang="ja-JP" altLang="en-US" sz="2800">
                <a:ea typeface="ＭＳ Ｐゴシック"/>
              </a:rPr>
              <a:t>の</a:t>
            </a:r>
            <a:br>
              <a:rPr lang="ja-JP" altLang="en-US" sz="4000" b="1">
                <a:ea typeface="ＭＳ Ｐゴシック"/>
              </a:rPr>
            </a:br>
            <a:r>
              <a:rPr lang="ja-JP" altLang="en-US" sz="4000" b="1">
                <a:ea typeface="ＭＳ Ｐゴシック"/>
              </a:rPr>
              <a:t>健康度が高い</a:t>
            </a:r>
            <a:r>
              <a:rPr lang="ja-JP" altLang="en-US" sz="4000">
                <a:ea typeface="ＭＳ Ｐゴシック"/>
              </a:rPr>
              <a:t>と</a:t>
            </a:r>
            <a:r>
              <a:rPr lang="ja-JP" altLang="en-US" sz="4000" b="1">
                <a:ea typeface="ＭＳ Ｐゴシック"/>
              </a:rPr>
              <a:t>保険料</a:t>
            </a:r>
            <a:r>
              <a:rPr lang="ja-JP" altLang="en-US" sz="4000">
                <a:ea typeface="ＭＳ Ｐゴシック"/>
              </a:rPr>
              <a:t>を</a:t>
            </a:r>
            <a:r>
              <a:rPr lang="ja-JP" altLang="en-US" sz="4000" b="1">
                <a:ea typeface="ＭＳ Ｐゴシック"/>
              </a:rPr>
              <a:t>割引する制度</a:t>
            </a:r>
            <a:r>
              <a:rPr lang="ja-JP" altLang="en-US" sz="2400" b="1">
                <a:ea typeface="ＭＳ Ｐゴシック"/>
              </a:rPr>
              <a:t>※1</a:t>
            </a:r>
            <a:r>
              <a:rPr lang="ja-JP" altLang="en-US" sz="4000" b="1">
                <a:ea typeface="ＭＳ Ｐゴシック"/>
              </a:rPr>
              <a:t>も</a:t>
            </a:r>
            <a:endParaRPr lang="en-US" sz="4000" b="1"/>
          </a:p>
        </p:txBody>
      </p:sp>
      <p:sp>
        <p:nvSpPr>
          <p:cNvPr id="3" name="Content Placeholder 2">
            <a:extLst>
              <a:ext uri="{FF2B5EF4-FFF2-40B4-BE49-F238E27FC236}">
                <a16:creationId xmlns:a16="http://schemas.microsoft.com/office/drawing/2014/main" id="{4F348561-1E65-AF13-88DE-6D53D068B496}"/>
              </a:ext>
            </a:extLst>
          </p:cNvPr>
          <p:cNvSpPr>
            <a:spLocks noGrp="1"/>
          </p:cNvSpPr>
          <p:nvPr>
            <p:ph idx="1"/>
          </p:nvPr>
        </p:nvSpPr>
        <p:spPr>
          <a:xfrm>
            <a:off x="838200" y="1825625"/>
            <a:ext cx="11087100" cy="4351338"/>
          </a:xfrm>
        </p:spPr>
        <p:txBody>
          <a:bodyPr vert="horz" lIns="91440" tIns="45720" rIns="91440" bIns="45720" rtlCol="0" anchor="t">
            <a:normAutofit/>
          </a:bodyPr>
          <a:lstStyle/>
          <a:p>
            <a:pPr>
              <a:spcAft>
                <a:spcPts val="2000"/>
              </a:spcAft>
            </a:pPr>
            <a:r>
              <a:rPr lang="ja-JP" altLang="en-US" sz="5400" b="1">
                <a:latin typeface="MS PGothic"/>
                <a:ea typeface="MS PGothic"/>
              </a:rPr>
              <a:t>健康</a:t>
            </a:r>
            <a:r>
              <a:rPr lang="ja-JP" altLang="en-US" sz="5400">
                <a:latin typeface="MS PGothic"/>
                <a:ea typeface="MS PGothic"/>
              </a:rPr>
              <a:t>に関する</a:t>
            </a:r>
            <a:r>
              <a:rPr lang="ja-JP" altLang="en-US" sz="5400" b="1">
                <a:latin typeface="MS PGothic"/>
                <a:ea typeface="MS PGothic"/>
              </a:rPr>
              <a:t>スコア</a:t>
            </a:r>
            <a:r>
              <a:rPr lang="ja-JP" altLang="en-US" sz="2400">
                <a:latin typeface="MS PGothic"/>
                <a:ea typeface="MS PGothic"/>
              </a:rPr>
              <a:t>※2</a:t>
            </a:r>
            <a:br>
              <a:rPr lang="ja-JP" altLang="en-US" sz="5400" b="1">
                <a:latin typeface="MS PGothic"/>
                <a:ea typeface="MS PGothic"/>
              </a:rPr>
            </a:br>
            <a:r>
              <a:rPr lang="ja-JP" altLang="en-US" sz="5400" b="1">
                <a:latin typeface="MS PGothic"/>
                <a:ea typeface="MS PGothic"/>
              </a:rPr>
              <a:t>上位15位の都道府県</a:t>
            </a:r>
            <a:r>
              <a:rPr lang="ja-JP" altLang="en-US" sz="5400">
                <a:latin typeface="MS PGothic"/>
                <a:ea typeface="MS PGothic"/>
              </a:rPr>
              <a:t>で</a:t>
            </a:r>
            <a:br>
              <a:rPr lang="ja-JP" altLang="en-US" sz="5400">
                <a:latin typeface="MS PGothic"/>
                <a:ea typeface="MS PGothic"/>
              </a:rPr>
            </a:br>
            <a:r>
              <a:rPr lang="ja-JP" altLang="en-US" sz="5400">
                <a:latin typeface="MS PGothic"/>
                <a:ea typeface="MS PGothic"/>
              </a:rPr>
              <a:t>保険料の</a:t>
            </a:r>
            <a:r>
              <a:rPr lang="ja-JP" altLang="en-US" sz="5400" b="1">
                <a:latin typeface="MS PGothic"/>
                <a:ea typeface="MS PGothic"/>
              </a:rPr>
              <a:t>割引</a:t>
            </a:r>
            <a:r>
              <a:rPr lang="ja-JP" sz="5400" b="1">
                <a:latin typeface="MS PGothic"/>
                <a:ea typeface="MS PGothic"/>
              </a:rPr>
              <a:t>0.46%</a:t>
            </a:r>
            <a:r>
              <a:rPr lang="ja-JP" altLang="en-US" sz="5400">
                <a:latin typeface="MS PGothic"/>
                <a:ea typeface="MS PGothic"/>
              </a:rPr>
              <a:t>を</a:t>
            </a:r>
            <a:r>
              <a:rPr lang="ja-JP" altLang="en-US" sz="5400" b="1">
                <a:latin typeface="MS PGothic"/>
                <a:ea typeface="MS PGothic"/>
              </a:rPr>
              <a:t>山分け</a:t>
            </a:r>
            <a:endParaRPr lang="en-US" altLang="ja-JP" sz="5400">
              <a:latin typeface="MS PGothic"/>
              <a:ea typeface="MS PGothic"/>
            </a:endParaRPr>
          </a:p>
          <a:p>
            <a:pPr>
              <a:spcAft>
                <a:spcPts val="2000"/>
              </a:spcAft>
            </a:pPr>
            <a:r>
              <a:rPr lang="ja-JP" altLang="en-US" sz="5400" b="1">
                <a:latin typeface="MS PGothic"/>
                <a:ea typeface="MS PGothic"/>
              </a:rPr>
              <a:t>スコア</a:t>
            </a:r>
            <a:r>
              <a:rPr lang="en-US" altLang="ja-JP" sz="5400" err="1">
                <a:latin typeface="MS PGothic"/>
                <a:ea typeface="MS PGothic"/>
              </a:rPr>
              <a:t>算定基準の一つが</a:t>
            </a:r>
            <a:br>
              <a:rPr lang="en-US" altLang="ja-JP" sz="5400">
                <a:latin typeface="MS PGothic"/>
                <a:ea typeface="MS PGothic"/>
              </a:rPr>
            </a:br>
            <a:r>
              <a:rPr lang="en-US" altLang="ja-JP" sz="5400" err="1">
                <a:latin typeface="MS PGothic"/>
                <a:ea typeface="MS PGothic"/>
              </a:rPr>
              <a:t>特定健診</a:t>
            </a:r>
            <a:r>
              <a:rPr lang="ja-JP" sz="5400" b="1">
                <a:latin typeface="MS PGothic"/>
                <a:ea typeface="MS PGothic"/>
              </a:rPr>
              <a:t>受診率</a:t>
            </a:r>
            <a:endParaRPr lang="en-US" altLang="ja-JP" sz="5400">
              <a:latin typeface="MS PGothic"/>
              <a:ea typeface="MS PGothic"/>
            </a:endParaRPr>
          </a:p>
        </p:txBody>
      </p:sp>
      <p:sp>
        <p:nvSpPr>
          <p:cNvPr id="5" name="Content Placeholder 2">
            <a:extLst>
              <a:ext uri="{FF2B5EF4-FFF2-40B4-BE49-F238E27FC236}">
                <a16:creationId xmlns:a16="http://schemas.microsoft.com/office/drawing/2014/main" id="{661BF0B7-B40F-D4A0-52A4-0DDB03DDBBA3}"/>
              </a:ext>
            </a:extLst>
          </p:cNvPr>
          <p:cNvSpPr txBox="1">
            <a:spLocks/>
          </p:cNvSpPr>
          <p:nvPr/>
        </p:nvSpPr>
        <p:spPr>
          <a:xfrm>
            <a:off x="266700" y="6179910"/>
            <a:ext cx="11756571" cy="590324"/>
          </a:xfrm>
          <a:prstGeom prst="rect">
            <a:avLst/>
          </a:prstGeom>
        </p:spPr>
        <p:txBody>
          <a:bodyPr vert="horz" lIns="91440" tIns="45720" rIns="91440" bIns="45720" rtlCol="0" anchor="t">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500"/>
              </a:spcBef>
              <a:buNone/>
            </a:pPr>
            <a:r>
              <a:rPr lang="ja-JP" altLang="en-US" sz="1600">
                <a:ea typeface="ＭＳ Ｐゴシック"/>
              </a:rPr>
              <a:t>※1 協会けんぽのインセンティブ制度</a:t>
            </a:r>
            <a:endParaRPr lang="en-US" altLang="ja-JP" sz="1600">
              <a:ea typeface="ＭＳ Ｐゴシック"/>
            </a:endParaRPr>
          </a:p>
          <a:p>
            <a:pPr marL="0" indent="0">
              <a:spcBef>
                <a:spcPts val="500"/>
              </a:spcBef>
              <a:buNone/>
            </a:pPr>
            <a:r>
              <a:rPr lang="ja-JP" sz="1600">
                <a:ea typeface="ＭＳ Ｐゴシック"/>
              </a:rPr>
              <a:t>※</a:t>
            </a:r>
            <a:r>
              <a:rPr lang="en-US" altLang="ja-JP" sz="1600">
                <a:ea typeface="ＭＳ Ｐゴシック"/>
              </a:rPr>
              <a:t>2 </a:t>
            </a:r>
            <a:r>
              <a:rPr lang="en-US" altLang="ja-JP" sz="1600" err="1">
                <a:ea typeface="ＭＳ Ｐゴシック"/>
              </a:rPr>
              <a:t>スコア</a:t>
            </a:r>
            <a:r>
              <a:rPr lang="ja-JP" sz="1600">
                <a:ea typeface="ＭＳ Ｐゴシック"/>
              </a:rPr>
              <a:t>の算定元データは全部で5つ：</a:t>
            </a:r>
            <a:br>
              <a:rPr lang="ja-JP" sz="1600">
                <a:ea typeface="ＭＳ Ｐゴシック"/>
              </a:rPr>
            </a:br>
            <a:r>
              <a:rPr lang="ja-JP" sz="1600">
                <a:ea typeface="ＭＳ Ｐゴシック"/>
              </a:rPr>
              <a:t>特定健診等の実施率</a:t>
            </a:r>
            <a:r>
              <a:rPr lang="ja-JP" altLang="en-US" sz="1600">
                <a:ea typeface="ＭＳ Ｐゴシック"/>
              </a:rPr>
              <a:t>、</a:t>
            </a:r>
            <a:r>
              <a:rPr lang="ja-JP" sz="1600">
                <a:ea typeface="ＭＳ Ｐゴシック"/>
              </a:rPr>
              <a:t>特定保健指導の実施率、特定保健指導対象者の減少率、医療機関への受診勧奨基準において速やかに受診を要する者の医療機関受診率、後発医薬品の使用割合</a:t>
            </a:r>
            <a:endParaRPr lang="en-US" altLang="ja-JP" sz="1600">
              <a:ea typeface="ＭＳ Ｐゴシック"/>
            </a:endParaRPr>
          </a:p>
          <a:p>
            <a:pPr marL="0" indent="0">
              <a:spcBef>
                <a:spcPts val="500"/>
              </a:spcBef>
              <a:buNone/>
            </a:pPr>
            <a:endParaRPr lang="ja-JP" sz="1600">
              <a:ea typeface="ＭＳ Ｐゴシック"/>
            </a:endParaRPr>
          </a:p>
          <a:p>
            <a:pPr marL="0" indent="0">
              <a:spcBef>
                <a:spcPts val="500"/>
              </a:spcBef>
              <a:buNone/>
            </a:pPr>
            <a:endParaRPr lang="ja-JP" altLang="en-US" sz="2400">
              <a:ea typeface="ＭＳ Ｐゴシック"/>
            </a:endParaRPr>
          </a:p>
        </p:txBody>
      </p:sp>
      <p:sp>
        <p:nvSpPr>
          <p:cNvPr id="6" name="TextBox 5">
            <a:extLst>
              <a:ext uri="{FF2B5EF4-FFF2-40B4-BE49-F238E27FC236}">
                <a16:creationId xmlns:a16="http://schemas.microsoft.com/office/drawing/2014/main" id="{F8A98426-AE53-F36D-B2B1-7103DCD5F1BE}"/>
              </a:ext>
            </a:extLst>
          </p:cNvPr>
          <p:cNvSpPr txBox="1"/>
          <p:nvPr/>
        </p:nvSpPr>
        <p:spPr>
          <a:xfrm rot="18720000">
            <a:off x="-445516" y="442622"/>
            <a:ext cx="235675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800">
                <a:solidFill>
                  <a:srgbClr val="FF0000"/>
                </a:solidFill>
                <a:ea typeface="ＭＳ Ｐゴシック"/>
              </a:rPr>
              <a:t>さらに</a:t>
            </a:r>
          </a:p>
        </p:txBody>
      </p:sp>
      <p:pic>
        <p:nvPicPr>
          <p:cNvPr id="7" name="Picture 5">
            <a:extLst>
              <a:ext uri="{FF2B5EF4-FFF2-40B4-BE49-F238E27FC236}">
                <a16:creationId xmlns:a16="http://schemas.microsoft.com/office/drawing/2014/main" id="{DFB9B3D4-990E-D9E0-DB56-23B6601DD279}"/>
              </a:ext>
            </a:extLst>
          </p:cNvPr>
          <p:cNvPicPr>
            <a:picLocks noChangeAspect="1"/>
          </p:cNvPicPr>
          <p:nvPr/>
        </p:nvPicPr>
        <p:blipFill>
          <a:blip r:embed="rId2"/>
          <a:srcRect l="33352" t="33352" r="33352" b="33352"/>
          <a:stretch>
            <a:fillRect/>
          </a:stretch>
        </p:blipFill>
        <p:spPr>
          <a:xfrm>
            <a:off x="10439401" y="5711310"/>
            <a:ext cx="1686560" cy="947180"/>
          </a:xfrm>
          <a:prstGeom prst="rect">
            <a:avLst/>
          </a:prstGeom>
        </p:spPr>
      </p:pic>
    </p:spTree>
    <p:extLst>
      <p:ext uri="{BB962C8B-B14F-4D97-AF65-F5344CB8AC3E}">
        <p14:creationId xmlns:p14="http://schemas.microsoft.com/office/powerpoint/2010/main" val="59162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a:extLst>
              <a:ext uri="{FF2B5EF4-FFF2-40B4-BE49-F238E27FC236}">
                <a16:creationId xmlns:a16="http://schemas.microsoft.com/office/drawing/2014/main" id="{308C00C1-6F50-5449-C272-B8C3E53FC993}"/>
              </a:ext>
            </a:extLst>
          </p:cNvPr>
          <p:cNvPicPr>
            <a:picLocks noGrp="1" noChangeAspect="1"/>
          </p:cNvPicPr>
          <p:nvPr>
            <p:ph idx="1"/>
          </p:nvPr>
        </p:nvPicPr>
        <p:blipFill>
          <a:blip r:embed="rId2"/>
          <a:srcRect t="763" r="10006" b="-148"/>
          <a:stretch>
            <a:fillRect/>
          </a:stretch>
        </p:blipFill>
        <p:spPr>
          <a:xfrm>
            <a:off x="39913" y="2561329"/>
            <a:ext cx="7588982" cy="3664610"/>
          </a:xfrm>
          <a:prstGeom prst="rect">
            <a:avLst/>
          </a:prstGeom>
        </p:spPr>
      </p:pic>
      <p:sp>
        <p:nvSpPr>
          <p:cNvPr id="2" name="Title 1">
            <a:extLst>
              <a:ext uri="{FF2B5EF4-FFF2-40B4-BE49-F238E27FC236}">
                <a16:creationId xmlns:a16="http://schemas.microsoft.com/office/drawing/2014/main" id="{63FDCE48-489F-807F-9862-2892103F2F1B}"/>
              </a:ext>
            </a:extLst>
          </p:cNvPr>
          <p:cNvSpPr>
            <a:spLocks noGrp="1"/>
          </p:cNvSpPr>
          <p:nvPr>
            <p:ph type="title"/>
          </p:nvPr>
        </p:nvSpPr>
        <p:spPr>
          <a:xfrm>
            <a:off x="7630886" y="2997655"/>
            <a:ext cx="4562021" cy="2664505"/>
          </a:xfrm>
        </p:spPr>
        <p:txBody>
          <a:bodyPr vert="horz" lIns="91440" tIns="45720" rIns="91440" bIns="45720" rtlCol="0" anchor="ctr">
            <a:noAutofit/>
          </a:bodyPr>
          <a:lstStyle/>
          <a:p>
            <a:r>
              <a:rPr lang="ja-JP" altLang="en-US" sz="2800" b="1">
                <a:ea typeface="ＭＳ Ｐゴシック"/>
              </a:rPr>
              <a:t>長崎と</a:t>
            </a:r>
            <a:br>
              <a:rPr lang="ja-JP" altLang="en-US" sz="2800" b="1">
                <a:ea typeface="ＭＳ Ｐゴシック"/>
              </a:rPr>
            </a:br>
            <a:r>
              <a:rPr lang="ja-JP" altLang="en-US" sz="2800" b="1">
                <a:ea typeface="ＭＳ Ｐゴシック"/>
              </a:rPr>
              <a:t>保険料</a:t>
            </a:r>
            <a:r>
              <a:rPr lang="ja-JP" sz="2800" b="1">
                <a:ea typeface="ＭＳ Ｐゴシック"/>
              </a:rPr>
              <a:t>割引圏内</a:t>
            </a:r>
            <a:r>
              <a:rPr lang="ja-JP" altLang="en-US" sz="2800" b="1">
                <a:ea typeface="ＭＳ Ｐゴシック"/>
              </a:rPr>
              <a:t>（15位）</a:t>
            </a:r>
            <a:br>
              <a:rPr lang="ja-JP" altLang="en-US" sz="2800" b="1">
                <a:ea typeface="ＭＳ Ｐゴシック"/>
              </a:rPr>
            </a:br>
            <a:r>
              <a:rPr lang="ja-JP" altLang="en-US" sz="2800" b="1">
                <a:ea typeface="ＭＳ Ｐゴシック"/>
              </a:rPr>
              <a:t>との差は</a:t>
            </a:r>
            <a:br>
              <a:rPr lang="ja-JP" altLang="en-US" sz="2800" b="1">
                <a:latin typeface="Aptos Display"/>
                <a:ea typeface="ＭＳ Ｐゴシック"/>
              </a:rPr>
            </a:br>
            <a:r>
              <a:rPr lang="ja-JP" altLang="en-US" sz="8000" b="1">
                <a:solidFill>
                  <a:srgbClr val="0070C0"/>
                </a:solidFill>
                <a:latin typeface="Aptos Display"/>
                <a:ea typeface="ＭＳ Ｐゴシック"/>
              </a:rPr>
              <a:t>2.1%</a:t>
            </a:r>
            <a:endParaRPr lang="ja-JP" altLang="en-US" sz="8000" b="1">
              <a:solidFill>
                <a:srgbClr val="0070C0"/>
              </a:solidFill>
              <a:ea typeface="ＭＳ Ｐゴシック"/>
            </a:endParaRPr>
          </a:p>
        </p:txBody>
      </p:sp>
      <p:pic>
        <p:nvPicPr>
          <p:cNvPr id="5" name="Picture 4" descr="フラットな王冠イラスト＜ランキング1位＞">
            <a:extLst>
              <a:ext uri="{FF2B5EF4-FFF2-40B4-BE49-F238E27FC236}">
                <a16:creationId xmlns:a16="http://schemas.microsoft.com/office/drawing/2014/main" id="{89B9C1D5-0874-DB56-3A6A-0CB3C1D2F920}"/>
              </a:ext>
            </a:extLst>
          </p:cNvPr>
          <p:cNvPicPr>
            <a:picLocks noChangeAspect="1"/>
          </p:cNvPicPr>
          <p:nvPr/>
        </p:nvPicPr>
        <p:blipFill>
          <a:blip r:embed="rId3"/>
          <a:stretch>
            <a:fillRect/>
          </a:stretch>
        </p:blipFill>
        <p:spPr>
          <a:xfrm>
            <a:off x="6131380" y="1469573"/>
            <a:ext cx="1349830" cy="947058"/>
          </a:xfrm>
          <a:prstGeom prst="rect">
            <a:avLst/>
          </a:prstGeom>
        </p:spPr>
      </p:pic>
      <p:pic>
        <p:nvPicPr>
          <p:cNvPr id="6" name="Picture 5" descr="フラットな王冠イラスト＜ランキング2位＞">
            <a:extLst>
              <a:ext uri="{FF2B5EF4-FFF2-40B4-BE49-F238E27FC236}">
                <a16:creationId xmlns:a16="http://schemas.microsoft.com/office/drawing/2014/main" id="{975AD0F8-2839-2CC6-45AB-88F935107175}"/>
              </a:ext>
            </a:extLst>
          </p:cNvPr>
          <p:cNvPicPr>
            <a:picLocks noChangeAspect="1"/>
          </p:cNvPicPr>
          <p:nvPr/>
        </p:nvPicPr>
        <p:blipFill>
          <a:blip r:embed="rId4"/>
          <a:stretch>
            <a:fillRect/>
          </a:stretch>
        </p:blipFill>
        <p:spPr>
          <a:xfrm>
            <a:off x="3780065" y="1469572"/>
            <a:ext cx="1360715" cy="947058"/>
          </a:xfrm>
          <a:prstGeom prst="rect">
            <a:avLst/>
          </a:prstGeom>
        </p:spPr>
      </p:pic>
      <p:pic>
        <p:nvPicPr>
          <p:cNvPr id="7" name="Picture 6" descr="フラットな王冠イラスト＜ランキング3位＞">
            <a:extLst>
              <a:ext uri="{FF2B5EF4-FFF2-40B4-BE49-F238E27FC236}">
                <a16:creationId xmlns:a16="http://schemas.microsoft.com/office/drawing/2014/main" id="{EA13A924-31A5-4FCE-3B22-038448E13B7E}"/>
              </a:ext>
            </a:extLst>
          </p:cNvPr>
          <p:cNvPicPr>
            <a:picLocks noChangeAspect="1"/>
          </p:cNvPicPr>
          <p:nvPr/>
        </p:nvPicPr>
        <p:blipFill>
          <a:blip r:embed="rId5"/>
          <a:stretch>
            <a:fillRect/>
          </a:stretch>
        </p:blipFill>
        <p:spPr>
          <a:xfrm>
            <a:off x="1570265" y="1469572"/>
            <a:ext cx="1360715" cy="947058"/>
          </a:xfrm>
          <a:prstGeom prst="rect">
            <a:avLst/>
          </a:prstGeom>
        </p:spPr>
      </p:pic>
      <p:sp>
        <p:nvSpPr>
          <p:cNvPr id="17" name="Rectangle 16">
            <a:extLst>
              <a:ext uri="{FF2B5EF4-FFF2-40B4-BE49-F238E27FC236}">
                <a16:creationId xmlns:a16="http://schemas.microsoft.com/office/drawing/2014/main" id="{3ABBB56D-80E6-74C3-2E77-BC9B8E4F3834}"/>
              </a:ext>
            </a:extLst>
          </p:cNvPr>
          <p:cNvSpPr/>
          <p:nvPr/>
        </p:nvSpPr>
        <p:spPr>
          <a:xfrm>
            <a:off x="2097875" y="1872402"/>
            <a:ext cx="331811" cy="428088"/>
          </a:xfrm>
          <a:prstGeom prst="rect">
            <a:avLst/>
          </a:prstGeom>
          <a:solidFill>
            <a:srgbClr val="BD7C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 name="TextBox 17">
            <a:extLst>
              <a:ext uri="{FF2B5EF4-FFF2-40B4-BE49-F238E27FC236}">
                <a16:creationId xmlns:a16="http://schemas.microsoft.com/office/drawing/2014/main" id="{5507A57A-E7B1-C918-5EA1-BFCA4D728218}"/>
              </a:ext>
            </a:extLst>
          </p:cNvPr>
          <p:cNvSpPr txBox="1"/>
          <p:nvPr/>
        </p:nvSpPr>
        <p:spPr>
          <a:xfrm>
            <a:off x="1654630" y="1796144"/>
            <a:ext cx="121375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0" i="0" u="none" strike="noStrike" baseline="0">
                <a:solidFill>
                  <a:srgbClr val="FFFFFF"/>
                </a:solidFill>
                <a:latin typeface="Aptos"/>
                <a:ea typeface="Meiryo UI"/>
                <a:cs typeface="Meiryo UI"/>
              </a:rPr>
              <a:t>20</a:t>
            </a:r>
            <a:endParaRPr lang="en-US" sz="4400"/>
          </a:p>
        </p:txBody>
      </p:sp>
      <p:sp>
        <p:nvSpPr>
          <p:cNvPr id="19" name="Rectangle 18">
            <a:extLst>
              <a:ext uri="{FF2B5EF4-FFF2-40B4-BE49-F238E27FC236}">
                <a16:creationId xmlns:a16="http://schemas.microsoft.com/office/drawing/2014/main" id="{65430DF4-76C3-C8C3-85BD-10CF9DF0A3F2}"/>
              </a:ext>
            </a:extLst>
          </p:cNvPr>
          <p:cNvSpPr/>
          <p:nvPr/>
        </p:nvSpPr>
        <p:spPr>
          <a:xfrm>
            <a:off x="4291346" y="1866959"/>
            <a:ext cx="331811" cy="428088"/>
          </a:xfrm>
          <a:prstGeom prst="rect">
            <a:avLst/>
          </a:prstGeom>
          <a:solidFill>
            <a:srgbClr val="9EB0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0" name="TextBox 19">
            <a:extLst>
              <a:ext uri="{FF2B5EF4-FFF2-40B4-BE49-F238E27FC236}">
                <a16:creationId xmlns:a16="http://schemas.microsoft.com/office/drawing/2014/main" id="{E2001FAB-3FE8-9CE6-F064-6179F928624D}"/>
              </a:ext>
            </a:extLst>
          </p:cNvPr>
          <p:cNvSpPr txBox="1"/>
          <p:nvPr/>
        </p:nvSpPr>
        <p:spPr>
          <a:xfrm>
            <a:off x="3848100" y="1807028"/>
            <a:ext cx="121375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solidFill>
                  <a:srgbClr val="FFFFFF"/>
                </a:solidFill>
                <a:latin typeface="Aptos"/>
                <a:ea typeface="Meiryo UI"/>
              </a:rPr>
              <a:t>15</a:t>
            </a:r>
            <a:endParaRPr lang="en-US" sz="4400"/>
          </a:p>
        </p:txBody>
      </p:sp>
      <p:sp>
        <p:nvSpPr>
          <p:cNvPr id="22" name="Content Placeholder 2">
            <a:extLst>
              <a:ext uri="{FF2B5EF4-FFF2-40B4-BE49-F238E27FC236}">
                <a16:creationId xmlns:a16="http://schemas.microsoft.com/office/drawing/2014/main" id="{EF3D0205-B87E-67FC-A294-4F713355172E}"/>
              </a:ext>
            </a:extLst>
          </p:cNvPr>
          <p:cNvSpPr txBox="1">
            <a:spLocks/>
          </p:cNvSpPr>
          <p:nvPr/>
        </p:nvSpPr>
        <p:spPr>
          <a:xfrm>
            <a:off x="48986" y="6626224"/>
            <a:ext cx="11304814" cy="225653"/>
          </a:xfrm>
          <a:prstGeom prst="rect">
            <a:avLst/>
          </a:prstGeom>
        </p:spPr>
        <p:txBody>
          <a:bodyPr vert="horz" lIns="91440" tIns="45720" rIns="91440" bIns="45720" rtlCol="0" anchor="t">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None/>
            </a:pPr>
            <a:r>
              <a:rPr lang="ja-JP" altLang="en-US" sz="2400">
                <a:solidFill>
                  <a:schemeClr val="tx1">
                    <a:lumMod val="76000"/>
                    <a:lumOff val="24000"/>
                  </a:schemeClr>
                </a:solidFill>
                <a:ea typeface="+mn-lt"/>
                <a:cs typeface="+mn-lt"/>
              </a:rPr>
              <a:t>作成元：全国健康保険協会 京都支部. </a:t>
            </a:r>
            <a:r>
              <a:rPr lang="en-US" altLang="ja-JP" sz="2400">
                <a:solidFill>
                  <a:schemeClr val="tx1">
                    <a:lumMod val="76000"/>
                    <a:lumOff val="24000"/>
                  </a:schemeClr>
                </a:solidFill>
                <a:ea typeface="+mn-lt"/>
                <a:cs typeface="+mn-lt"/>
              </a:rPr>
              <a:t>.</a:t>
            </a:r>
            <a:r>
              <a:rPr lang="ja-JP" altLang="en-US" sz="2400">
                <a:solidFill>
                  <a:schemeClr val="tx1">
                    <a:lumMod val="76000"/>
                    <a:lumOff val="24000"/>
                  </a:schemeClr>
                </a:solidFill>
                <a:ea typeface="+mn-lt"/>
                <a:cs typeface="+mn-lt"/>
              </a:rPr>
              <a:t> “</a:t>
            </a:r>
            <a:r>
              <a:rPr lang="ja-JP" sz="2400">
                <a:solidFill>
                  <a:schemeClr val="tx1">
                    <a:lumMod val="76000"/>
                    <a:lumOff val="24000"/>
                  </a:schemeClr>
                </a:solidFill>
                <a:ea typeface="+mn-lt"/>
                <a:cs typeface="+mn-lt"/>
              </a:rPr>
              <a:t>令和７年度保険料率およびインセンティブ制度の結果</a:t>
            </a:r>
            <a:r>
              <a:rPr lang="ja-JP" altLang="en-US" sz="2400">
                <a:solidFill>
                  <a:schemeClr val="tx1">
                    <a:lumMod val="76000"/>
                    <a:lumOff val="24000"/>
                  </a:schemeClr>
                </a:solidFill>
                <a:ea typeface="+mn-lt"/>
                <a:cs typeface="+mn-lt"/>
              </a:rPr>
              <a:t>”</a:t>
            </a:r>
            <a:r>
              <a:rPr lang="en-US" altLang="ja-JP" sz="2400">
                <a:solidFill>
                  <a:schemeClr val="tx1">
                    <a:lumMod val="76000"/>
                    <a:lumOff val="24000"/>
                  </a:schemeClr>
                </a:solidFill>
                <a:ea typeface="+mn-lt"/>
                <a:cs typeface="+mn-lt"/>
              </a:rPr>
              <a:t>. </a:t>
            </a:r>
            <a:r>
              <a:rPr lang="en-US" altLang="ja-JP" sz="2400" err="1">
                <a:solidFill>
                  <a:schemeClr val="tx1">
                    <a:lumMod val="76000"/>
                    <a:lumOff val="24000"/>
                  </a:schemeClr>
                </a:solidFill>
                <a:ea typeface="+mn-lt"/>
                <a:cs typeface="+mn-lt"/>
              </a:rPr>
              <a:t>協会けんぽ</a:t>
            </a:r>
            <a:r>
              <a:rPr lang="en-US" sz="2400">
                <a:solidFill>
                  <a:schemeClr val="tx1">
                    <a:lumMod val="76000"/>
                    <a:lumOff val="24000"/>
                  </a:schemeClr>
                </a:solidFill>
                <a:ea typeface="+mn-lt"/>
                <a:cs typeface="+mn-lt"/>
              </a:rPr>
              <a:t>. 2025</a:t>
            </a:r>
            <a:r>
              <a:rPr lang="en-US" altLang="ja-JP" sz="2400">
                <a:solidFill>
                  <a:schemeClr val="tx1">
                    <a:lumMod val="76000"/>
                    <a:lumOff val="24000"/>
                  </a:schemeClr>
                </a:solidFill>
                <a:ea typeface="+mn-lt"/>
                <a:cs typeface="+mn-lt"/>
              </a:rPr>
              <a:t>. </a:t>
            </a:r>
            <a:r>
              <a:rPr lang="en-US" sz="2400">
                <a:solidFill>
                  <a:schemeClr val="tx1">
                    <a:lumMod val="76000"/>
                    <a:lumOff val="24000"/>
                  </a:schemeClr>
                </a:solidFill>
                <a:ea typeface="+mn-lt"/>
                <a:cs typeface="+mn-lt"/>
                <a:hlinkClick r:id="rId6">
                  <a:extLst>
                    <a:ext uri="{A12FA001-AC4F-418D-AE19-62706E023703}">
                      <ahyp:hlinkClr xmlns:ahyp="http://schemas.microsoft.com/office/drawing/2018/hyperlinkcolor" val="tx"/>
                    </a:ext>
                  </a:extLst>
                </a:hlinkClick>
              </a:rPr>
              <a:t>https://www.kyoukaikenpo.or.jp/shibu/kyoto/assets/r6-3-siryou1.pdf</a:t>
            </a:r>
            <a:r>
              <a:rPr lang="en-US" sz="2400">
                <a:solidFill>
                  <a:schemeClr val="tx1">
                    <a:lumMod val="76000"/>
                    <a:lumOff val="24000"/>
                  </a:schemeClr>
                </a:solidFill>
                <a:ea typeface="+mn-lt"/>
                <a:cs typeface="+mn-lt"/>
              </a:rPr>
              <a:t> , (2026-07-14)</a:t>
            </a:r>
            <a:endParaRPr lang="en-US" altLang="ja-JP" sz="2400">
              <a:solidFill>
                <a:schemeClr val="tx1">
                  <a:lumMod val="76000"/>
                  <a:lumOff val="24000"/>
                </a:schemeClr>
              </a:solidFill>
              <a:ea typeface="ＭＳ Ｐゴシック"/>
            </a:endParaRPr>
          </a:p>
        </p:txBody>
      </p:sp>
      <p:sp>
        <p:nvSpPr>
          <p:cNvPr id="4" name="Title 1">
            <a:extLst>
              <a:ext uri="{FF2B5EF4-FFF2-40B4-BE49-F238E27FC236}">
                <a16:creationId xmlns:a16="http://schemas.microsoft.com/office/drawing/2014/main" id="{48237CF6-0513-3DA9-85A9-3D0AD853B07F}"/>
              </a:ext>
            </a:extLst>
          </p:cNvPr>
          <p:cNvSpPr txBox="1">
            <a:spLocks/>
          </p:cNvSpPr>
          <p:nvPr/>
        </p:nvSpPr>
        <p:spPr>
          <a:xfrm>
            <a:off x="838200" y="60325"/>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ea typeface="ＭＳ Ｐゴシック"/>
              </a:rPr>
              <a:t>長崎はもう少しで割引に到達</a:t>
            </a:r>
          </a:p>
        </p:txBody>
      </p:sp>
      <p:pic>
        <p:nvPicPr>
          <p:cNvPr id="8" name="Picture 5">
            <a:extLst>
              <a:ext uri="{FF2B5EF4-FFF2-40B4-BE49-F238E27FC236}">
                <a16:creationId xmlns:a16="http://schemas.microsoft.com/office/drawing/2014/main" id="{E8FBF4BB-2AE6-57C4-6FAE-E0EB7964DB11}"/>
              </a:ext>
            </a:extLst>
          </p:cNvPr>
          <p:cNvPicPr>
            <a:picLocks noChangeAspect="1"/>
          </p:cNvPicPr>
          <p:nvPr/>
        </p:nvPicPr>
        <p:blipFill>
          <a:blip r:embed="rId7"/>
          <a:srcRect l="33352" t="33352" r="33352" b="33352"/>
          <a:stretch>
            <a:fillRect/>
          </a:stretch>
        </p:blipFill>
        <p:spPr>
          <a:xfrm>
            <a:off x="10439401" y="5825610"/>
            <a:ext cx="1686560" cy="947180"/>
          </a:xfrm>
          <a:prstGeom prst="rect">
            <a:avLst/>
          </a:prstGeom>
        </p:spPr>
      </p:pic>
    </p:spTree>
    <p:extLst>
      <p:ext uri="{BB962C8B-B14F-4D97-AF65-F5344CB8AC3E}">
        <p14:creationId xmlns:p14="http://schemas.microsoft.com/office/powerpoint/2010/main" val="3148643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59C52-AC64-7C2B-9268-D16FA3FBC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59F52-152C-A081-77C7-C0FC9D39DD29}"/>
              </a:ext>
            </a:extLst>
          </p:cNvPr>
          <p:cNvSpPr>
            <a:spLocks noGrp="1"/>
          </p:cNvSpPr>
          <p:nvPr>
            <p:ph type="title"/>
          </p:nvPr>
        </p:nvSpPr>
        <p:spPr>
          <a:xfrm>
            <a:off x="838200" y="60325"/>
            <a:ext cx="10515600" cy="1325563"/>
          </a:xfrm>
        </p:spPr>
        <p:txBody>
          <a:bodyPr vert="horz" lIns="91440" tIns="45720" rIns="91440" bIns="45720" rtlCol="0" anchor="ctr">
            <a:noAutofit/>
          </a:bodyPr>
          <a:lstStyle/>
          <a:p>
            <a:r>
              <a:rPr lang="ja-JP" b="1">
                <a:latin typeface="ＭＳ Ｐゴシック"/>
                <a:ea typeface="ＭＳ Ｐゴシック"/>
              </a:rPr>
              <a:t>特定健診</a:t>
            </a:r>
            <a:r>
              <a:rPr lang="ja-JP" altLang="en-US" b="1">
                <a:latin typeface="ＭＳ Ｐゴシック"/>
                <a:ea typeface="ＭＳ Ｐゴシック"/>
              </a:rPr>
              <a:t>の</a:t>
            </a:r>
            <a:r>
              <a:rPr lang="ja-JP" b="1">
                <a:latin typeface="ＭＳ Ｐゴシック"/>
                <a:ea typeface="ＭＳ Ｐゴシック"/>
              </a:rPr>
              <a:t>受</a:t>
            </a:r>
            <a:r>
              <a:rPr lang="ja-JP" altLang="en-US" b="1">
                <a:latin typeface="ＭＳ Ｐゴシック"/>
                <a:ea typeface="ＭＳ Ｐゴシック"/>
              </a:rPr>
              <a:t>診</a:t>
            </a:r>
            <a:r>
              <a:rPr lang="ja-JP" altLang="en-US" sz="4000">
                <a:latin typeface="ＭＳ Ｐゴシック"/>
                <a:ea typeface="ＭＳ Ｐゴシック"/>
              </a:rPr>
              <a:t>は</a:t>
            </a:r>
            <a:r>
              <a:rPr lang="ja-JP" b="1">
                <a:latin typeface="ＭＳ Ｐゴシック"/>
                <a:ea typeface="ＭＳ Ｐゴシック"/>
              </a:rPr>
              <a:t>40歳以上</a:t>
            </a:r>
            <a:r>
              <a:rPr lang="ja-JP" sz="3600">
                <a:latin typeface="ＭＳ Ｐゴシック"/>
                <a:ea typeface="ＭＳ Ｐゴシック"/>
              </a:rPr>
              <a:t>が</a:t>
            </a:r>
            <a:r>
              <a:rPr lang="ja-JP" b="1">
                <a:latin typeface="ＭＳ Ｐゴシック"/>
                <a:ea typeface="ＭＳ Ｐゴシック"/>
              </a:rPr>
              <a:t>対象</a:t>
            </a:r>
            <a:endParaRPr lang="en-US"/>
          </a:p>
        </p:txBody>
      </p:sp>
      <p:sp>
        <p:nvSpPr>
          <p:cNvPr id="16" name="Content Placeholder 15">
            <a:extLst>
              <a:ext uri="{FF2B5EF4-FFF2-40B4-BE49-F238E27FC236}">
                <a16:creationId xmlns:a16="http://schemas.microsoft.com/office/drawing/2014/main" id="{5B4C37F6-F6B1-816B-1720-B47EA0C097F2}"/>
              </a:ext>
            </a:extLst>
          </p:cNvPr>
          <p:cNvSpPr>
            <a:spLocks noGrp="1"/>
          </p:cNvSpPr>
          <p:nvPr>
            <p:ph idx="1"/>
          </p:nvPr>
        </p:nvSpPr>
        <p:spPr>
          <a:xfrm>
            <a:off x="838200" y="1803854"/>
            <a:ext cx="10515600" cy="4579938"/>
          </a:xfrm>
        </p:spPr>
        <p:txBody>
          <a:bodyPr vert="horz" lIns="91440" tIns="45720" rIns="91440" bIns="45720" rtlCol="0" anchor="t">
            <a:normAutofit/>
          </a:bodyPr>
          <a:lstStyle/>
          <a:p>
            <a:pPr marL="0" indent="0">
              <a:buNone/>
            </a:pPr>
            <a:r>
              <a:rPr lang="en-US" altLang="ja-JP" sz="8000" b="1">
                <a:ea typeface="ＭＳ Ｐゴシック"/>
              </a:rPr>
              <a:t>40</a:t>
            </a:r>
            <a:r>
              <a:rPr lang="ja-JP" altLang="en-US" sz="8000" b="1">
                <a:ea typeface="ＭＳ Ｐゴシック"/>
              </a:rPr>
              <a:t>歳以上</a:t>
            </a:r>
            <a:r>
              <a:rPr lang="ja-JP" altLang="en-US" sz="5400">
                <a:ea typeface="ＭＳ Ｐゴシック"/>
              </a:rPr>
              <a:t>の人は</a:t>
            </a:r>
            <a:br>
              <a:rPr lang="ja-JP" altLang="en-US" sz="5400">
                <a:ea typeface="ＭＳ Ｐゴシック"/>
              </a:rPr>
            </a:br>
            <a:r>
              <a:rPr lang="ja-JP" altLang="en-US" sz="8000" b="1">
                <a:ea typeface="ＭＳ Ｐゴシック"/>
              </a:rPr>
              <a:t>特定</a:t>
            </a:r>
            <a:r>
              <a:rPr lang="ja-JP" altLang="en-US" sz="8000" b="1">
                <a:latin typeface="Aptos"/>
                <a:ea typeface="ＭＳ Ｐゴシック"/>
              </a:rPr>
              <a:t>健診</a:t>
            </a:r>
            <a:r>
              <a:rPr lang="ja-JP" altLang="en-US" sz="5400">
                <a:ea typeface="ＭＳ Ｐゴシック"/>
              </a:rPr>
              <a:t>を</a:t>
            </a:r>
            <a:br>
              <a:rPr lang="ja-JP" altLang="en-US" sz="5400">
                <a:ea typeface="ＭＳ Ｐゴシック"/>
              </a:rPr>
            </a:br>
            <a:r>
              <a:rPr lang="ja-JP" altLang="en-US" sz="8000" b="1">
                <a:ea typeface="ＭＳ Ｐゴシック"/>
              </a:rPr>
              <a:t>受けよう</a:t>
            </a:r>
            <a:endParaRPr lang="ja-JP" altLang="en-US" sz="8000">
              <a:ea typeface="ＭＳ Ｐゴシック"/>
            </a:endParaRPr>
          </a:p>
        </p:txBody>
      </p:sp>
      <p:pic>
        <p:nvPicPr>
          <p:cNvPr id="4" name="Picture 5">
            <a:extLst>
              <a:ext uri="{FF2B5EF4-FFF2-40B4-BE49-F238E27FC236}">
                <a16:creationId xmlns:a16="http://schemas.microsoft.com/office/drawing/2014/main" id="{39FFB0B7-7D0C-D90A-0A9E-B596EF34B16B}"/>
              </a:ext>
            </a:extLst>
          </p:cNvPr>
          <p:cNvPicPr>
            <a:picLocks noChangeAspect="1"/>
          </p:cNvPicPr>
          <p:nvPr/>
        </p:nvPicPr>
        <p:blipFill>
          <a:blip r:embed="rId2"/>
          <a:srcRect l="33352" t="33352" r="33352" b="33352"/>
          <a:stretch>
            <a:fillRect/>
          </a:stretch>
        </p:blipFill>
        <p:spPr>
          <a:xfrm>
            <a:off x="10439401" y="5876410"/>
            <a:ext cx="1686560" cy="947180"/>
          </a:xfrm>
          <a:prstGeom prst="rect">
            <a:avLst/>
          </a:prstGeom>
        </p:spPr>
      </p:pic>
    </p:spTree>
    <p:extLst>
      <p:ext uri="{BB962C8B-B14F-4D97-AF65-F5344CB8AC3E}">
        <p14:creationId xmlns:p14="http://schemas.microsoft.com/office/powerpoint/2010/main" val="1903756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220-2515-3756-F343-493D8C06A20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CC15DF4-BD92-0D3A-1FB4-E9F34194BDFA}"/>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733105BE-4480-B16B-C4F9-FDAB086E9C73}"/>
              </a:ext>
            </a:extLst>
          </p:cNvPr>
          <p:cNvSpPr txBox="1"/>
          <p:nvPr/>
        </p:nvSpPr>
        <p:spPr>
          <a:xfrm>
            <a:off x="5584371" y="326571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CHANGE</a:t>
            </a:r>
          </a:p>
        </p:txBody>
      </p:sp>
    </p:spTree>
    <p:extLst>
      <p:ext uri="{BB962C8B-B14F-4D97-AF65-F5344CB8AC3E}">
        <p14:creationId xmlns:p14="http://schemas.microsoft.com/office/powerpoint/2010/main" val="3519091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F753D-FC73-88CF-4864-7A2CFE9F730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3009B66-D3F6-EAC9-7E02-54F7766DD275}"/>
              </a:ext>
            </a:extLst>
          </p:cNvPr>
          <p:cNvPicPr>
            <a:picLocks noChangeAspect="1"/>
          </p:cNvPicPr>
          <p:nvPr/>
        </p:nvPicPr>
        <p:blipFill>
          <a:blip r:embed="rId4"/>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7146597F-4BE2-265C-F53B-5F38741E715C}"/>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これからやっていくこと</a:t>
            </a:r>
            <a:endParaRPr lang="en-US"/>
          </a:p>
        </p:txBody>
      </p:sp>
      <p:sp>
        <p:nvSpPr>
          <p:cNvPr id="3" name="TextBox 2">
            <a:extLst>
              <a:ext uri="{FF2B5EF4-FFF2-40B4-BE49-F238E27FC236}">
                <a16:creationId xmlns:a16="http://schemas.microsoft.com/office/drawing/2014/main" id="{CD9CA509-F87B-A9D6-AAB8-40187800EB04}"/>
              </a:ext>
            </a:extLst>
          </p:cNvPr>
          <p:cNvSpPr txBox="1"/>
          <p:nvPr/>
        </p:nvSpPr>
        <p:spPr>
          <a:xfrm>
            <a:off x="2815771" y="1164771"/>
            <a:ext cx="656771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9600">
                <a:ea typeface="ＭＳ Ｐゴシック"/>
              </a:rPr>
              <a:t>僕たちは</a:t>
            </a:r>
            <a:endParaRPr lang="en-US" altLang="ja-JP"/>
          </a:p>
          <a:p>
            <a:pPr algn="ctr"/>
            <a:r>
              <a:rPr lang="ja-JP" altLang="en-US" sz="9600">
                <a:ea typeface="ＭＳ Ｐゴシック"/>
              </a:rPr>
              <a:t>着陸体制に入ります</a:t>
            </a:r>
            <a:endParaRPr lang="ja-JP"/>
          </a:p>
        </p:txBody>
      </p:sp>
      <p:pic>
        <p:nvPicPr>
          <p:cNvPr id="4" name="arunangshubanerjee-airbus-cabin-pa-beep-tone-passenger-announcement-chime-358248">
            <a:hlinkClick r:id="" action="ppaction://media"/>
            <a:extLst>
              <a:ext uri="{FF2B5EF4-FFF2-40B4-BE49-F238E27FC236}">
                <a16:creationId xmlns:a16="http://schemas.microsoft.com/office/drawing/2014/main" id="{39873DFD-EBA4-BF22-2500-6B4D3B4F170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12989" y="5618389"/>
            <a:ext cx="730250" cy="730250"/>
          </a:xfrm>
          <a:prstGeom prst="rect">
            <a:avLst/>
          </a:prstGeom>
        </p:spPr>
      </p:pic>
    </p:spTree>
    <p:extLst>
      <p:ext uri="{BB962C8B-B14F-4D97-AF65-F5344CB8AC3E}">
        <p14:creationId xmlns:p14="http://schemas.microsoft.com/office/powerpoint/2010/main" val="149129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 presetClass="mediacall" presetSubtype="0" fill="hold" nodeType="afterEffect">
                                  <p:stCondLst>
                                    <p:cond delay="0"/>
                                  </p:stCondLst>
                                  <p:childTnLst>
                                    <p:cmd type="call" cmd="playFrom(0.0)">
                                      <p:cBhvr>
                                        <p:cTn id="10"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11" fill="hold" display="0">
                  <p:stCondLst>
                    <p:cond delay="indefinite"/>
                  </p:stCondLst>
                  <p:endCondLst>
                    <p:cond evt="onStopAudio" delay="0">
                      <p:tgtEl>
                        <p:sldTgt/>
                      </p:tgtEl>
                    </p:cond>
                  </p:endCondLst>
                </p:cTn>
                <p:tgtEl>
                  <p:spTgt spid="4"/>
                </p:tgtEl>
              </p:cMediaNode>
            </p:audio>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FC8F-D2CB-F73C-CB13-0177FB736F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F5E129F-324C-0D15-87BC-68D90FB41FDD}"/>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93EEECBC-5F4D-AEAB-8216-8C14D3F3ACD8}"/>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46459560-6958-71F2-0044-059E719DCF41}"/>
              </a:ext>
            </a:extLst>
          </p:cNvPr>
          <p:cNvSpPr txBox="1"/>
          <p:nvPr/>
        </p:nvSpPr>
        <p:spPr>
          <a:xfrm>
            <a:off x="3693885" y="2964542"/>
            <a:ext cx="48114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さて、</a:t>
            </a:r>
          </a:p>
          <a:p>
            <a:pPr algn="ctr"/>
            <a:r>
              <a:rPr lang="ja-JP" altLang="en-US">
                <a:ea typeface="ＭＳ Ｐゴシック"/>
              </a:rPr>
              <a:t>僕たちはインセンティブの成績をあげれば</a:t>
            </a:r>
            <a:endParaRPr lang="ja-JP"/>
          </a:p>
          <a:p>
            <a:pPr algn="ctr"/>
            <a:r>
              <a:rPr lang="ja-JP" altLang="en-US">
                <a:ea typeface="ＭＳ Ｐゴシック"/>
              </a:rPr>
              <a:t>手取りが増えるって思ってました。</a:t>
            </a:r>
          </a:p>
        </p:txBody>
      </p:sp>
    </p:spTree>
    <p:extLst>
      <p:ext uri="{BB962C8B-B14F-4D97-AF65-F5344CB8AC3E}">
        <p14:creationId xmlns:p14="http://schemas.microsoft.com/office/powerpoint/2010/main" val="1497690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37B2-D794-D2E7-1253-518CA64B83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C8FA64-9D96-143A-97DF-5E24B9FE0F19}"/>
              </a:ext>
            </a:extLst>
          </p:cNvPr>
          <p:cNvSpPr txBox="1"/>
          <p:nvPr/>
        </p:nvSpPr>
        <p:spPr>
          <a:xfrm>
            <a:off x="1698170" y="1396999"/>
            <a:ext cx="664028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9600">
                <a:ea typeface="ＭＳ Ｐゴシック"/>
              </a:rPr>
              <a:t>違う違う</a:t>
            </a:r>
            <a:endParaRPr lang="en-US" altLang="ja-JP"/>
          </a:p>
          <a:p>
            <a:pPr algn="ctr"/>
            <a:r>
              <a:rPr lang="ja-JP" altLang="en-US" sz="9600">
                <a:ea typeface="ＭＳ Ｐゴシック"/>
              </a:rPr>
              <a:t>そうじゃない</a:t>
            </a:r>
            <a:r>
              <a:rPr lang="ja-JP" altLang="en-US">
                <a:ea typeface="ＭＳ Ｐゴシック"/>
              </a:rPr>
              <a:t>。</a:t>
            </a:r>
            <a:endParaRPr lang="ja-JP"/>
          </a:p>
        </p:txBody>
      </p:sp>
      <p:pic>
        <p:nvPicPr>
          <p:cNvPr id="4" name="Picture 3">
            <a:extLst>
              <a:ext uri="{FF2B5EF4-FFF2-40B4-BE49-F238E27FC236}">
                <a16:creationId xmlns:a16="http://schemas.microsoft.com/office/drawing/2014/main" id="{5A2703A5-9E99-3F7E-52DE-E97893A7CE9F}"/>
              </a:ext>
            </a:extLst>
          </p:cNvPr>
          <p:cNvPicPr>
            <a:picLocks noChangeAspect="1"/>
          </p:cNvPicPr>
          <p:nvPr/>
        </p:nvPicPr>
        <p:blipFill>
          <a:blip r:embed="rId2"/>
          <a:stretch>
            <a:fillRect/>
          </a:stretch>
        </p:blipFill>
        <p:spPr>
          <a:xfrm>
            <a:off x="6704622" y="0"/>
            <a:ext cx="5488357" cy="6858000"/>
          </a:xfrm>
          <a:prstGeom prst="rect">
            <a:avLst/>
          </a:prstGeom>
        </p:spPr>
      </p:pic>
      <p:sp>
        <p:nvSpPr>
          <p:cNvPr id="2" name="TextBox 1">
            <a:extLst>
              <a:ext uri="{FF2B5EF4-FFF2-40B4-BE49-F238E27FC236}">
                <a16:creationId xmlns:a16="http://schemas.microsoft.com/office/drawing/2014/main" id="{A479F38C-0307-BFB4-C0D3-EC9A6E04551E}"/>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pic>
        <p:nvPicPr>
          <p:cNvPr id="6" name="Picture 5">
            <a:extLst>
              <a:ext uri="{FF2B5EF4-FFF2-40B4-BE49-F238E27FC236}">
                <a16:creationId xmlns:a16="http://schemas.microsoft.com/office/drawing/2014/main" id="{719A28B8-F660-F378-DCD5-82E66D0A2074}"/>
              </a:ext>
            </a:extLst>
          </p:cNvPr>
          <p:cNvPicPr>
            <a:picLocks noChangeAspect="1"/>
          </p:cNvPicPr>
          <p:nvPr/>
        </p:nvPicPr>
        <p:blipFill>
          <a:blip r:embed="rId3"/>
          <a:stretch>
            <a:fillRect/>
          </a:stretch>
        </p:blipFill>
        <p:spPr>
          <a:xfrm>
            <a:off x="3563258" y="4927600"/>
            <a:ext cx="5065485" cy="2844800"/>
          </a:xfrm>
          <a:prstGeom prst="rect">
            <a:avLst/>
          </a:prstGeom>
        </p:spPr>
      </p:pic>
    </p:spTree>
    <p:extLst>
      <p:ext uri="{BB962C8B-B14F-4D97-AF65-F5344CB8AC3E}">
        <p14:creationId xmlns:p14="http://schemas.microsoft.com/office/powerpoint/2010/main" val="290712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37B2-D794-D2E7-1253-518CA64B836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19A28B8-F660-F378-DCD5-82E66D0A2074}"/>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A479F38C-0307-BFB4-C0D3-EC9A6E04551E}"/>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EAC8FA64-9D96-143A-97DF-5E24B9FE0F19}"/>
              </a:ext>
            </a:extLst>
          </p:cNvPr>
          <p:cNvSpPr txBox="1"/>
          <p:nvPr/>
        </p:nvSpPr>
        <p:spPr>
          <a:xfrm>
            <a:off x="3693885" y="3247571"/>
            <a:ext cx="481148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まだまだ何とも言えないですが</a:t>
            </a:r>
          </a:p>
          <a:p>
            <a:pPr algn="ctr"/>
            <a:r>
              <a:rPr lang="ja-JP" altLang="en-US">
                <a:ea typeface="ＭＳ Ｐゴシック"/>
              </a:rPr>
              <a:t>次のデータ塾に参加される方のためにも​</a:t>
            </a:r>
          </a:p>
        </p:txBody>
      </p:sp>
    </p:spTree>
    <p:extLst>
      <p:ext uri="{BB962C8B-B14F-4D97-AF65-F5344CB8AC3E}">
        <p14:creationId xmlns:p14="http://schemas.microsoft.com/office/powerpoint/2010/main" val="9509685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E4F9-84EE-331B-9F57-B06C89EEC19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EF6358C-2737-C9B7-23A9-7E46A7AA72B3}"/>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6660E870-98FB-A320-2C5B-12C7BD486025}"/>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53544B29-35D2-D046-A03D-52C1E6101336}"/>
              </a:ext>
            </a:extLst>
          </p:cNvPr>
          <p:cNvSpPr txBox="1"/>
          <p:nvPr/>
        </p:nvSpPr>
        <p:spPr>
          <a:xfrm>
            <a:off x="3563256" y="3247571"/>
            <a:ext cx="5072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どう繋げていくかみたいなことを考える必要がある</a:t>
            </a:r>
          </a:p>
        </p:txBody>
      </p:sp>
    </p:spTree>
    <p:extLst>
      <p:ext uri="{BB962C8B-B14F-4D97-AF65-F5344CB8AC3E}">
        <p14:creationId xmlns:p14="http://schemas.microsoft.com/office/powerpoint/2010/main" val="3199844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E4F9-84EE-331B-9F57-B06C89EEC19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EF6358C-2737-C9B7-23A9-7E46A7AA72B3}"/>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6660E870-98FB-A320-2C5B-12C7BD486025}"/>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53544B29-35D2-D046-A03D-52C1E6101336}"/>
              </a:ext>
            </a:extLst>
          </p:cNvPr>
          <p:cNvSpPr txBox="1"/>
          <p:nvPr/>
        </p:nvSpPr>
        <p:spPr>
          <a:xfrm>
            <a:off x="3563256" y="2826657"/>
            <a:ext cx="507274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ケンポー団会議ですら</a:t>
            </a:r>
          </a:p>
          <a:p>
            <a:pPr algn="ctr"/>
            <a:r>
              <a:rPr lang="ja-JP" altLang="en-US">
                <a:ea typeface="ＭＳ Ｐゴシック"/>
              </a:rPr>
              <a:t>健康意識とか特定健康診断とか</a:t>
            </a:r>
          </a:p>
          <a:p>
            <a:pPr algn="ctr"/>
            <a:r>
              <a:rPr lang="ja-JP" altLang="en-US">
                <a:ea typeface="ＭＳ Ｐゴシック"/>
              </a:rPr>
              <a:t>医療費とか給料とか病院経営とか</a:t>
            </a:r>
            <a:endParaRPr lang="ja-JP"/>
          </a:p>
          <a:p>
            <a:pPr algn="ctr"/>
            <a:r>
              <a:rPr lang="ja-JP" altLang="en-US">
                <a:ea typeface="ＭＳ Ｐゴシック"/>
              </a:rPr>
              <a:t>色んな話が出てきました。</a:t>
            </a:r>
          </a:p>
        </p:txBody>
      </p:sp>
    </p:spTree>
    <p:extLst>
      <p:ext uri="{BB962C8B-B14F-4D97-AF65-F5344CB8AC3E}">
        <p14:creationId xmlns:p14="http://schemas.microsoft.com/office/powerpoint/2010/main" val="3887164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DBAB-67C1-83B0-7154-B78F6C1FEF3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32CDBB5-E8DE-31DA-8CC7-F22723AE9AEB}"/>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8DE9233A-1B72-483E-3C62-904B4441801D}"/>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762A2DF6-1758-BC8B-6718-5D3EA4F7E7EA}"/>
              </a:ext>
            </a:extLst>
          </p:cNvPr>
          <p:cNvSpPr txBox="1"/>
          <p:nvPr/>
        </p:nvSpPr>
        <p:spPr>
          <a:xfrm>
            <a:off x="3563256" y="2826657"/>
            <a:ext cx="50727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詳しくは、団長からあるか</a:t>
            </a:r>
          </a:p>
          <a:p>
            <a:pPr algn="ctr"/>
            <a:r>
              <a:rPr lang="ja-JP" altLang="en-US">
                <a:ea typeface="ＭＳ Ｐゴシック"/>
              </a:rPr>
              <a:t>次回報告へ持ち越しです。</a:t>
            </a:r>
          </a:p>
        </p:txBody>
      </p:sp>
    </p:spTree>
    <p:extLst>
      <p:ext uri="{BB962C8B-B14F-4D97-AF65-F5344CB8AC3E}">
        <p14:creationId xmlns:p14="http://schemas.microsoft.com/office/powerpoint/2010/main" val="4115619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DBAB-67C1-83B0-7154-B78F6C1FEF3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32CDBB5-E8DE-31DA-8CC7-F22723AE9AEB}"/>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8DE9233A-1B72-483E-3C62-904B4441801D}"/>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762A2DF6-1758-BC8B-6718-5D3EA4F7E7EA}"/>
              </a:ext>
            </a:extLst>
          </p:cNvPr>
          <p:cNvSpPr txBox="1"/>
          <p:nvPr/>
        </p:nvSpPr>
        <p:spPr>
          <a:xfrm>
            <a:off x="3563256" y="2826657"/>
            <a:ext cx="5072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なんか腑に落ちない。</a:t>
            </a:r>
          </a:p>
        </p:txBody>
      </p:sp>
    </p:spTree>
    <p:extLst>
      <p:ext uri="{BB962C8B-B14F-4D97-AF65-F5344CB8AC3E}">
        <p14:creationId xmlns:p14="http://schemas.microsoft.com/office/powerpoint/2010/main" val="4242013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E4F9-84EE-331B-9F57-B06C89EEC19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EF6358C-2737-C9B7-23A9-7E46A7AA72B3}"/>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6660E870-98FB-A320-2C5B-12C7BD486025}"/>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53544B29-35D2-D046-A03D-52C1E6101336}"/>
              </a:ext>
            </a:extLst>
          </p:cNvPr>
          <p:cNvSpPr txBox="1"/>
          <p:nvPr/>
        </p:nvSpPr>
        <p:spPr>
          <a:xfrm>
            <a:off x="3563256" y="3247571"/>
            <a:ext cx="5072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ってでケンポー団会議（リアル）をやります</a:t>
            </a:r>
          </a:p>
        </p:txBody>
      </p:sp>
    </p:spTree>
    <p:extLst>
      <p:ext uri="{BB962C8B-B14F-4D97-AF65-F5344CB8AC3E}">
        <p14:creationId xmlns:p14="http://schemas.microsoft.com/office/powerpoint/2010/main" val="1807377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9315-60F8-06F9-D13E-95EA5E9C5E5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F387644-0556-F67D-2278-87CF33026985}"/>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2" name="TextBox 1">
            <a:extLst>
              <a:ext uri="{FF2B5EF4-FFF2-40B4-BE49-F238E27FC236}">
                <a16:creationId xmlns:a16="http://schemas.microsoft.com/office/drawing/2014/main" id="{6E9A463E-1B71-7738-763A-07193297E71F}"/>
              </a:ext>
            </a:extLst>
          </p:cNvPr>
          <p:cNvSpPr txBox="1"/>
          <p:nvPr/>
        </p:nvSpPr>
        <p:spPr>
          <a:xfrm>
            <a:off x="515257" y="330200"/>
            <a:ext cx="236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ea typeface="ＭＳ Ｐゴシック"/>
              </a:rPr>
              <a:t>具体的に</a:t>
            </a:r>
          </a:p>
        </p:txBody>
      </p:sp>
      <p:sp>
        <p:nvSpPr>
          <p:cNvPr id="3" name="TextBox 2">
            <a:extLst>
              <a:ext uri="{FF2B5EF4-FFF2-40B4-BE49-F238E27FC236}">
                <a16:creationId xmlns:a16="http://schemas.microsoft.com/office/drawing/2014/main" id="{D75E22BE-6027-FDC7-3E4C-1601DA2D7B11}"/>
              </a:ext>
            </a:extLst>
          </p:cNvPr>
          <p:cNvSpPr txBox="1"/>
          <p:nvPr/>
        </p:nvSpPr>
        <p:spPr>
          <a:xfrm>
            <a:off x="50799" y="1164771"/>
            <a:ext cx="12090398"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8000">
                <a:ea typeface="ＭＳ Ｐゴシック"/>
              </a:rPr>
              <a:t>8月22日（土）13：00</a:t>
            </a:r>
          </a:p>
          <a:p>
            <a:pPr algn="ctr"/>
            <a:r>
              <a:rPr lang="ja-JP" altLang="en-US" sz="8000">
                <a:ea typeface="ＭＳ Ｐゴシック"/>
              </a:rPr>
              <a:t>＠ここ</a:t>
            </a:r>
          </a:p>
          <a:p>
            <a:pPr algn="ctr"/>
            <a:r>
              <a:rPr lang="ja-JP" altLang="en-US" sz="8000">
                <a:ea typeface="ＭＳ Ｐゴシック"/>
              </a:rPr>
              <a:t>（スタジアムシティ４階）</a:t>
            </a:r>
            <a:endParaRPr lang="ja-JP" sz="8000">
              <a:ea typeface="ＭＳ Ｐゴシック"/>
            </a:endParaRPr>
          </a:p>
        </p:txBody>
      </p:sp>
    </p:spTree>
    <p:extLst>
      <p:ext uri="{BB962C8B-B14F-4D97-AF65-F5344CB8AC3E}">
        <p14:creationId xmlns:p14="http://schemas.microsoft.com/office/powerpoint/2010/main" val="1719883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4ED1-8B03-F845-69D4-9413009D4DB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141747B-B406-8D79-2FBC-AE609CEB063C}"/>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3" name="TextBox 2">
            <a:extLst>
              <a:ext uri="{FF2B5EF4-FFF2-40B4-BE49-F238E27FC236}">
                <a16:creationId xmlns:a16="http://schemas.microsoft.com/office/drawing/2014/main" id="{30D067B9-A7BA-0E71-FADB-17C78E0BD27D}"/>
              </a:ext>
            </a:extLst>
          </p:cNvPr>
          <p:cNvSpPr txBox="1"/>
          <p:nvPr/>
        </p:nvSpPr>
        <p:spPr>
          <a:xfrm>
            <a:off x="-1052287" y="395514"/>
            <a:ext cx="14303828"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8800">
                <a:ea typeface="ＭＳ Ｐゴシック"/>
              </a:rPr>
              <a:t>ケンポー団</a:t>
            </a:r>
            <a:endParaRPr lang="ja-JP">
              <a:ea typeface="ＭＳ Ｐゴシック"/>
            </a:endParaRPr>
          </a:p>
          <a:p>
            <a:pPr algn="ctr"/>
            <a:r>
              <a:rPr lang="ja-JP" altLang="en-US" sz="8800">
                <a:ea typeface="ＭＳ Ｐゴシック"/>
              </a:rPr>
              <a:t>正規メンバー外も</a:t>
            </a:r>
            <a:endParaRPr lang="ja-JP">
              <a:ea typeface="ＭＳ Ｐゴシック"/>
            </a:endParaRPr>
          </a:p>
          <a:p>
            <a:pPr algn="ctr"/>
            <a:r>
              <a:rPr lang="ja-JP" altLang="en-US" sz="8800">
                <a:ea typeface="ＭＳ Ｐゴシック"/>
              </a:rPr>
              <a:t>参加してもらって</a:t>
            </a:r>
          </a:p>
          <a:p>
            <a:pPr algn="ctr"/>
            <a:r>
              <a:rPr lang="ja-JP" altLang="en-US" sz="8800">
                <a:ea typeface="ＭＳ Ｐゴシック"/>
              </a:rPr>
              <a:t>OKです。</a:t>
            </a:r>
            <a:r>
              <a:rPr lang="ja-JP" altLang="en-US" sz="8800">
                <a:highlight>
                  <a:srgbClr val="FFFF00"/>
                </a:highlight>
                <a:ea typeface="ＭＳ Ｐゴシック"/>
              </a:rPr>
              <a:t>（むしろ歓迎）</a:t>
            </a:r>
            <a:endParaRPr lang="ja-JP">
              <a:highlight>
                <a:srgbClr val="FFFF00"/>
              </a:highlight>
              <a:ea typeface="ＭＳ Ｐゴシック"/>
            </a:endParaRPr>
          </a:p>
        </p:txBody>
      </p:sp>
    </p:spTree>
    <p:extLst>
      <p:ext uri="{BB962C8B-B14F-4D97-AF65-F5344CB8AC3E}">
        <p14:creationId xmlns:p14="http://schemas.microsoft.com/office/powerpoint/2010/main" val="553672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4ED1-8B03-F845-69D4-9413009D4DB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141747B-B406-8D79-2FBC-AE609CEB063C}"/>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3" name="TextBox 2">
            <a:extLst>
              <a:ext uri="{FF2B5EF4-FFF2-40B4-BE49-F238E27FC236}">
                <a16:creationId xmlns:a16="http://schemas.microsoft.com/office/drawing/2014/main" id="{30D067B9-A7BA-0E71-FADB-17C78E0BD27D}"/>
              </a:ext>
            </a:extLst>
          </p:cNvPr>
          <p:cNvSpPr txBox="1"/>
          <p:nvPr/>
        </p:nvSpPr>
        <p:spPr>
          <a:xfrm>
            <a:off x="1124856" y="2427514"/>
            <a:ext cx="9949542"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9600" b="1">
                <a:ea typeface="ＭＳ Ｐゴシック"/>
              </a:rPr>
              <a:t>天下一なんとか会</a:t>
            </a:r>
          </a:p>
          <a:p>
            <a:pPr algn="ctr"/>
            <a:r>
              <a:rPr lang="ja-JP" altLang="en-US" sz="2800">
                <a:ea typeface="ＭＳ Ｐゴシック"/>
              </a:rPr>
              <a:t>さながら、だ。</a:t>
            </a:r>
          </a:p>
        </p:txBody>
      </p:sp>
    </p:spTree>
    <p:extLst>
      <p:ext uri="{BB962C8B-B14F-4D97-AF65-F5344CB8AC3E}">
        <p14:creationId xmlns:p14="http://schemas.microsoft.com/office/powerpoint/2010/main" val="36120737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4ED1-8B03-F845-69D4-9413009D4DB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141747B-B406-8D79-2FBC-AE609CEB063C}"/>
              </a:ext>
            </a:extLst>
          </p:cNvPr>
          <p:cNvPicPr>
            <a:picLocks noChangeAspect="1"/>
          </p:cNvPicPr>
          <p:nvPr/>
        </p:nvPicPr>
        <p:blipFill>
          <a:blip r:embed="rId2"/>
          <a:stretch>
            <a:fillRect/>
          </a:stretch>
        </p:blipFill>
        <p:spPr>
          <a:xfrm>
            <a:off x="3563258" y="4927600"/>
            <a:ext cx="5065485" cy="2844800"/>
          </a:xfrm>
          <a:prstGeom prst="rect">
            <a:avLst/>
          </a:prstGeom>
        </p:spPr>
      </p:pic>
      <p:sp>
        <p:nvSpPr>
          <p:cNvPr id="3" name="TextBox 2">
            <a:extLst>
              <a:ext uri="{FF2B5EF4-FFF2-40B4-BE49-F238E27FC236}">
                <a16:creationId xmlns:a16="http://schemas.microsoft.com/office/drawing/2014/main" id="{30D067B9-A7BA-0E71-FADB-17C78E0BD27D}"/>
              </a:ext>
            </a:extLst>
          </p:cNvPr>
          <p:cNvSpPr txBox="1"/>
          <p:nvPr/>
        </p:nvSpPr>
        <p:spPr>
          <a:xfrm>
            <a:off x="3563256" y="3102428"/>
            <a:ext cx="50727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てことで、今日は終わり</a:t>
            </a:r>
          </a:p>
        </p:txBody>
      </p:sp>
    </p:spTree>
    <p:extLst>
      <p:ext uri="{BB962C8B-B14F-4D97-AF65-F5344CB8AC3E}">
        <p14:creationId xmlns:p14="http://schemas.microsoft.com/office/powerpoint/2010/main" val="387804903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791FBE46F30B9645A363559095358883" ma:contentTypeVersion="11" ma:contentTypeDescription="新しいドキュメントを作成します。" ma:contentTypeScope="" ma:versionID="63749f3fb80612aed3e029516aacef76">
  <xsd:schema xmlns:xsd="http://www.w3.org/2001/XMLSchema" xmlns:xs="http://www.w3.org/2001/XMLSchema" xmlns:p="http://schemas.microsoft.com/office/2006/metadata/properties" xmlns:ns2="09145a60-8193-4ef9-9bfb-5be5473dd1fb" xmlns:ns3="cf6b417a-a01e-4c9e-86f7-df4e372b5e16" targetNamespace="http://schemas.microsoft.com/office/2006/metadata/properties" ma:root="true" ma:fieldsID="8a2785a53d636fbd340ca71639342d5d" ns2:_="" ns3:_="">
    <xsd:import namespace="09145a60-8193-4ef9-9bfb-5be5473dd1fb"/>
    <xsd:import namespace="cf6b417a-a01e-4c9e-86f7-df4e372b5e1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145a60-8193-4ef9-9bfb-5be5473dd1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5dbca49-9807-4b4a-a9f6-911112dc69c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f6b417a-a01e-4c9e-86f7-df4e372b5e1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51dec24-8445-4afc-ac2b-de950df422a4}" ma:internalName="TaxCatchAll" ma:showField="CatchAllData" ma:web="cf6b417a-a01e-4c9e-86f7-df4e372b5e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f6b417a-a01e-4c9e-86f7-df4e372b5e16" xsi:nil="true"/>
    <lcf76f155ced4ddcb4097134ff3c332f xmlns="09145a60-8193-4ef9-9bfb-5be5473dd1f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9C25405-EE92-4E4C-9535-1554B1611997}">
  <ds:schemaRefs>
    <ds:schemaRef ds:uri="http://schemas.microsoft.com/sharepoint/v3/contenttype/forms"/>
  </ds:schemaRefs>
</ds:datastoreItem>
</file>

<file path=customXml/itemProps2.xml><?xml version="1.0" encoding="utf-8"?>
<ds:datastoreItem xmlns:ds="http://schemas.openxmlformats.org/officeDocument/2006/customXml" ds:itemID="{F03490AA-F5A7-406D-B1C7-79F67BCF28E7}">
  <ds:schemaRefs>
    <ds:schemaRef ds:uri="09145a60-8193-4ef9-9bfb-5be5473dd1fb"/>
    <ds:schemaRef ds:uri="cf6b417a-a01e-4c9e-86f7-df4e372b5e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E26B179-B446-4924-8DF4-82912AF6C57A}">
  <ds:schemaRefs>
    <ds:schemaRef ds:uri="09145a60-8193-4ef9-9bfb-5be5473dd1fb"/>
    <ds:schemaRef ds:uri="cf6b417a-a01e-4c9e-86f7-df4e372b5e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48</Slides>
  <Notes>0</Notes>
  <HiddenSlides>0</HiddenSlide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保険料率が決まる （おおまかな）仕組み</vt:lpstr>
      <vt:lpstr>協会けんぽの保険料率は 都道府県（支部）ごとに異なり、 支部の収支で（おおよそが）決まる</vt:lpstr>
      <vt:lpstr>協会けんぽ支部毎の​ 支出は医療機関に支払われる医療給付費</vt:lpstr>
      <vt:lpstr>協会けんぽ支部毎の​ 収入は被保険者からの保険料</vt:lpstr>
      <vt:lpstr>​ 医療給付費 + 自己負担額 が 「医療費」</vt:lpstr>
      <vt:lpstr>協会けんぽ支部毎の​ 医療給付費は自己負担額と比例</vt:lpstr>
      <vt:lpstr>協会けんぽの支部は収支を合わせるために 医療給付費と保険料はおおよそ同額</vt:lpstr>
      <vt:lpstr>協会けんぽ支部毎の 保険料は被保険者の給料 × 保険料率 保険料率を調整して収支を合わせる </vt:lpstr>
      <vt:lpstr>PowerPoint Presentation</vt:lpstr>
      <vt:lpstr>PowerPoint Presentation</vt:lpstr>
      <vt:lpstr>大まかにまとめると※ 保険料率 × 給料 ≒ 保険料 ∝ 医療費</vt:lpstr>
      <vt:lpstr>医療費を下げるアクション</vt:lpstr>
      <vt:lpstr>特定健診</vt:lpstr>
      <vt:lpstr>特定健診受診率が高いと、保険料率が低い</vt:lpstr>
      <vt:lpstr>特定健診受診率が高いと、生産性が高い</vt:lpstr>
      <vt:lpstr>支部が担当する都道府県の 健康度が高いと保険料を割引する制度※1も</vt:lpstr>
      <vt:lpstr>長崎と 保険料割引圏内（15位） との差は 2.1%</vt:lpstr>
      <vt:lpstr>特定健診の受診は40歳以上が対象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cp:revision>
  <dcterms:created xsi:type="dcterms:W3CDTF">2026-07-01T06:27:05Z</dcterms:created>
  <dcterms:modified xsi:type="dcterms:W3CDTF">2026-07-15T08:57:34Z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0x010100791FBE46F30B9645A363559095358883</vt:lpwstr>
  </property>
  <property fmtid="{D5CDD505-2E9C-101B-9397-08002B2CF9AE}" pid="3" name="MediaServiceImageTags">
    <vt:lpwstr/>
  </property>
</Properties>
</file>